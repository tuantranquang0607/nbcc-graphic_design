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12" autoAdjust="0"/>
    <p:restoredTop sz="94660"/>
  </p:normalViewPr>
  <p:slideViewPr>
    <p:cSldViewPr snapToGrid="0">
      <p:cViewPr varScale="1">
        <p:scale>
          <a:sx n="71" d="100"/>
          <a:sy n="71" d="100"/>
        </p:scale>
        <p:origin x="96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8A751-CC56-5901-FD16-D578BA956B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DE9A7E-B241-25DE-7552-2D6D389AFB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D893CB-D59F-C3AB-2D67-39D1EA8AA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40D4A-2D30-9BAF-7111-F2DA75144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9058E8-78EB-B308-5586-D7F99D4F9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62697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EFE98-2709-5EB2-8E18-DC3B394CC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A27624-D0EB-0DFB-2666-0794B8C02C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29ABB-25B3-5B94-68F3-0824DF5A6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627A29-56BC-9CCE-62F6-C207B937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5E67FB-D959-716F-5C6B-CE347C008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161850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C5CB2-1B2F-6D7C-AAEE-9A1DA450E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1DECE2-602F-1B37-48F4-4F5CD0C664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9C6583-E602-FF89-F5BF-27D5360B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CE8D8-6BD5-D31D-0F9A-0FE0EBB2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53E96-A92D-D488-7486-5E328E37C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529147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F478BF-79A7-7A68-5D63-DF6DB3C69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D68BAB-805C-BCD1-7BB0-06198E6B2A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646CBF-6CAC-AB68-84A9-180D22B23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8F2E0-54BD-A977-E12D-1024F4C78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90629F-0A21-697E-AF78-206C13669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02F4-88E6-F559-0E39-3F6D2C17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234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2337F-1E1B-9B8D-5B92-24DCB6C6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80EAE8-53DB-0CB6-3EBC-4E3D0AE2D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CE93C8-64E0-ED3B-5B83-EF3E8EF59F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EEBC985-F81C-D612-9E93-C6B9AEF250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28E3AD-8A0C-29C4-E2E0-AA77E5F097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A49D931-D3D6-7BED-0F3E-02BB98EB6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028994-2CD8-A4FF-1722-506402B81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C3768-066E-F6C8-B2A7-50EBA6794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861863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D768A-6801-4C00-2C1C-E4DB667CF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1CCF-22FA-77F7-0EE4-2629D5DD8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EA7ECB-464A-C526-57CA-46667FE1F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52D6D9-2348-4D24-75FB-9468656B9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9349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DED5C-B98D-CA5A-4FF6-3CF35476D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96E427B-DF41-CA24-BA08-6314295F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4DFF22-BD0E-E826-57F7-4FEE55BF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0395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8FA66-E151-F2C1-33DE-0F8EB77D9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37715-843F-085D-75E8-D3FED36712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98235-2A65-1A27-B738-42FF85B740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88AD46-5394-456F-95EC-B07F2E4C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E2A652-C47E-2847-0167-4E4B8E30C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88619E-E3C1-7292-E62F-34501F0C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08097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594A6F-2EFE-622E-D30E-94EE61247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DE7E28-3475-DF83-311D-866B8E3D62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0F3DB6-E370-C4CB-DFA0-3E59D9A82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D2FC3-0E8A-DD61-138C-3897A6680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7FA59-D108-0AA3-E745-50D5A5B42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3AAEA0-ABB8-F971-A3F2-7A58E7549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3705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6D7E9-B599-DA99-D774-CBEF14225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4A6541-E050-9EF2-1EF4-28A5F6CA78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0A07B4-480C-193E-E02E-F8931272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789FEC-5BD9-EAE2-7D5F-18B2B9525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DBD1F-5DEF-B2B4-5445-A97C24DF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09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5E5A62B-6B13-DF3A-D595-7FCF7507AB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C586DC5-BD6A-854A-1626-CE3233507D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C1D2F-7217-0186-2A8D-3C6007C1E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27BC1-17F4-B00A-E3F0-785ABFE5E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AAC2DE-C870-9393-1462-85E8126E0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9724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36467-255C-C5A7-5D74-922B7033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1AB2B9-D663-604E-DD0D-B042A6015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DB421-40F6-8E31-1F1E-6FDCBF6C6F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A6FF1A-9897-4615-B890-DCDCF1853385}" type="datetimeFigureOut">
              <a:rPr lang="en-CA" smtClean="0"/>
              <a:t>2026-09-28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D1E3C8-8F74-459E-4F81-7CB20E3F34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67A22-408B-ACEF-A701-9E92997AF1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430C36-43B9-4FC4-8A75-FF937845FB6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18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AE850D-10A8-C88D-CFBA-9CECF5898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Fields of Interest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88A88D8-9E15-DE56-CB9C-25C5179DE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Design Studios</a:t>
            </a:r>
          </a:p>
          <a:p>
            <a:r>
              <a:rPr lang="en-US" dirty="0"/>
              <a:t>Branding Firms</a:t>
            </a:r>
          </a:p>
          <a:p>
            <a:r>
              <a:rPr lang="en-US" dirty="0"/>
              <a:t>Publishers</a:t>
            </a:r>
          </a:p>
          <a:p>
            <a:r>
              <a:rPr lang="en-US" dirty="0"/>
              <a:t>Digital/ Interactive Agencies</a:t>
            </a:r>
          </a:p>
          <a:p>
            <a:r>
              <a:rPr lang="en-US" dirty="0"/>
              <a:t>Advertising Agencies</a:t>
            </a:r>
          </a:p>
          <a:p>
            <a:r>
              <a:rPr lang="en-US" dirty="0"/>
              <a:t>Integrated Communication Firms</a:t>
            </a:r>
          </a:p>
          <a:p>
            <a:r>
              <a:rPr lang="en-US" dirty="0"/>
              <a:t>Marketing Companies</a:t>
            </a:r>
          </a:p>
          <a:p>
            <a:r>
              <a:rPr lang="en-US" dirty="0"/>
              <a:t>In-House Design Departments</a:t>
            </a:r>
          </a:p>
          <a:p>
            <a:r>
              <a:rPr lang="en-US" dirty="0"/>
              <a:t>Governments</a:t>
            </a:r>
          </a:p>
          <a:p>
            <a:r>
              <a:rPr lang="en-US" dirty="0"/>
              <a:t>Schools</a:t>
            </a:r>
          </a:p>
        </p:txBody>
      </p:sp>
    </p:spTree>
    <p:extLst>
      <p:ext uri="{BB962C8B-B14F-4D97-AF65-F5344CB8AC3E}">
        <p14:creationId xmlns:p14="http://schemas.microsoft.com/office/powerpoint/2010/main" val="13873284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76A6D-8EE0-5CAC-9A3D-8BA3109EB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Peer Leaders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0053A8-9140-0376-99A0-E486621525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/>
              <a:t>Build Student Bonds with SRC</a:t>
            </a:r>
          </a:p>
          <a:p>
            <a:r>
              <a:rPr lang="en-CA" dirty="0"/>
              <a:t>Create a buddy system</a:t>
            </a:r>
          </a:p>
          <a:p>
            <a:r>
              <a:rPr lang="en-CA" dirty="0"/>
              <a:t>Your friend on Campus</a:t>
            </a:r>
          </a:p>
          <a:p>
            <a:r>
              <a:rPr lang="en-CA" dirty="0"/>
              <a:t>Help to succeed in all aspects of life</a:t>
            </a:r>
          </a:p>
        </p:txBody>
      </p:sp>
    </p:spTree>
    <p:extLst>
      <p:ext uri="{BB962C8B-B14F-4D97-AF65-F5344CB8AC3E}">
        <p14:creationId xmlns:p14="http://schemas.microsoft.com/office/powerpoint/2010/main" val="23009258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8604C-88AE-F077-3820-F5F5F335B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Peer Leadership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4ECC4C-D2AA-189F-DF8C-6C2B7C1340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9192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49</Words>
  <Application>Microsoft Office PowerPoint</Application>
  <PresentationFormat>Widescreen</PresentationFormat>
  <Paragraphs>17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Fields of Interest</vt:lpstr>
      <vt:lpstr>Peer Leaders</vt:lpstr>
      <vt:lpstr>Peer Leadership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Croney, Aynslie (NBCC)</dc:creator>
  <cp:lastModifiedBy>Croney, Aynslie (NBCC)</cp:lastModifiedBy>
  <cp:revision>3</cp:revision>
  <dcterms:created xsi:type="dcterms:W3CDTF">2023-09-11T12:08:05Z</dcterms:created>
  <dcterms:modified xsi:type="dcterms:W3CDTF">2026-09-28T10:50:47Z</dcterms:modified>
</cp:coreProperties>
</file>