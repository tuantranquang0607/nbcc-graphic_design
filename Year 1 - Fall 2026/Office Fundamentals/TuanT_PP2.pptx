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62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5076" autoAdjust="0"/>
  </p:normalViewPr>
  <p:slideViewPr>
    <p:cSldViewPr snapToGrid="0">
      <p:cViewPr varScale="1">
        <p:scale>
          <a:sx n="92" d="100"/>
          <a:sy n="92" d="100"/>
        </p:scale>
        <p:origin x="64" y="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C30B98-0153-E694-8425-FDCBD0743A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5B4E0-DF73-199E-4268-52DF4E6220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CA080-D17E-32B0-2A45-6316412BA3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0CFAA-EA9E-3680-26F0-AD29D6673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923FC-FB73-4D82-9CB4-2D9B3C42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1966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A481D-0D6D-421C-8FB4-028C81734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272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94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sponsor numerous campus events and opportunities for you to participate in our dynamic learning environment. Through Student Life, students engage in educational relationships that inspire positive social change, contributing to a richer and more fulfilling college experience. Not only that, students build leadership and professional skills that carry on through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922EE-688A-5C6D-E96C-7C21CACD32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21545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5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NBCC commitment and the support available to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EBF73-FE84-612D-D456-832334E103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32306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lideshare.net/slideshow/student-leadership-251159723/251159723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796C-822C-C982-D455-8E1E5B98E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New Students!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EC311-EEBC-E1A7-220D-56F0BFC2B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Orientation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06C8A-4988-9DC1-AD14-543466EE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96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D886-542F-DED1-8C9C-88F27040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Life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AE236-2EA5-E2EB-D148-BAF06B60E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627" y="1615417"/>
            <a:ext cx="4184035" cy="388077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Get involved with Student Life and Leadership!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Connect with fellow students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Discover empowerment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Make a difference</a:t>
            </a:r>
          </a:p>
        </p:txBody>
      </p:sp>
      <p:pic>
        <p:nvPicPr>
          <p:cNvPr id="7" name="Content Placeholder 6" descr="Smiling young man showing phone to laughing friend while sitting on floor of university corridor">
            <a:extLst>
              <a:ext uri="{FF2B5EF4-FFF2-40B4-BE49-F238E27FC236}">
                <a16:creationId xmlns:a16="http://schemas.microsoft.com/office/drawing/2014/main" id="{85A2A878-18EF-9B21-81BB-405C436414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89525" y="2706423"/>
            <a:ext cx="4184650" cy="2789766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39EA7-4EB7-0F8B-4792-BC7B1786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55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6A6D-8EE0-5CAC-9A3D-8BA3109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Peer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53A8-9140-0376-99A0-E4866215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Build Student Bonds with SRC</a:t>
            </a:r>
          </a:p>
          <a:p>
            <a:r>
              <a:rPr lang="en-CA" sz="2800" dirty="0"/>
              <a:t>Create a buddy system</a:t>
            </a:r>
          </a:p>
          <a:p>
            <a:r>
              <a:rPr lang="en-CA" sz="2800" dirty="0"/>
              <a:t>Your friend on Campus</a:t>
            </a:r>
          </a:p>
          <a:p>
            <a:r>
              <a:rPr lang="en-CA" sz="2800" dirty="0"/>
              <a:t>Help to succeed in all aspects of life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D4F988-2F97-4BEE-F8FE-824D067062D0}"/>
              </a:ext>
            </a:extLst>
          </p:cNvPr>
          <p:cNvGrpSpPr/>
          <p:nvPr/>
        </p:nvGrpSpPr>
        <p:grpSpPr>
          <a:xfrm>
            <a:off x="7180856" y="2138069"/>
            <a:ext cx="4186291" cy="2581862"/>
            <a:chOff x="3009898" y="609600"/>
            <a:chExt cx="6400802" cy="39476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F2752E-FFFC-9336-5803-68C3255D5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3009900" y="609600"/>
              <a:ext cx="6400800" cy="36004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6685E2-DF5F-B5C3-8678-5C38710ED691}"/>
                </a:ext>
              </a:extLst>
            </p:cNvPr>
            <p:cNvSpPr txBox="1"/>
            <p:nvPr/>
          </p:nvSpPr>
          <p:spPr>
            <a:xfrm>
              <a:off x="3009898" y="4280245"/>
              <a:ext cx="64008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https://www.slideshare.net/slideshow/student-leadership-251159723/251159723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970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1838-1B9C-C848-7327-01F2AAF5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Athletics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067A-8FAF-F73D-090C-7637CF3D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5045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Soccer</a:t>
            </a:r>
          </a:p>
          <a:p>
            <a:r>
              <a:rPr lang="en-US" sz="2800" dirty="0"/>
              <a:t>Golf</a:t>
            </a:r>
          </a:p>
          <a:p>
            <a:r>
              <a:rPr lang="en-US" sz="2800" dirty="0"/>
              <a:t>Tennis</a:t>
            </a:r>
          </a:p>
          <a:p>
            <a:r>
              <a:rPr lang="en-US" sz="2800" dirty="0"/>
              <a:t>Cross Country</a:t>
            </a:r>
          </a:p>
          <a:p>
            <a:r>
              <a:rPr lang="en-US" sz="2800" dirty="0"/>
              <a:t>Track and Field</a:t>
            </a:r>
          </a:p>
          <a:p>
            <a:r>
              <a:rPr lang="en-US" sz="2800" dirty="0"/>
              <a:t>Baseball</a:t>
            </a:r>
          </a:p>
          <a:p>
            <a:r>
              <a:rPr lang="en-US" sz="2800" dirty="0"/>
              <a:t>Softball</a:t>
            </a:r>
          </a:p>
        </p:txBody>
      </p:sp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CAB579D5-0732-ED63-EC00-9DDE3CA8B0F4}"/>
              </a:ext>
            </a:extLst>
          </p:cNvPr>
          <p:cNvSpPr/>
          <p:nvPr/>
        </p:nvSpPr>
        <p:spPr>
          <a:xfrm rot="21210294">
            <a:off x="4494027" y="1395045"/>
            <a:ext cx="4281377" cy="4004930"/>
          </a:xfrm>
          <a:prstGeom prst="irregularSeal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us on Social Media @NBCC Athletics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FF5A2-1A26-51AA-C9A3-923F95D6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88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AE850D-10A8-C88D-CFBA-9CECF589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Fields of Interest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8A88D8-9E15-DE56-CB9C-25C5179DE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4486275"/>
          </a:xfrm>
        </p:spPr>
        <p:txBody>
          <a:bodyPr>
            <a:noAutofit/>
          </a:bodyPr>
          <a:lstStyle/>
          <a:p>
            <a:r>
              <a:rPr lang="en-US" sz="2400" dirty="0"/>
              <a:t>Design Studios</a:t>
            </a:r>
          </a:p>
          <a:p>
            <a:r>
              <a:rPr lang="en-US" sz="2400" dirty="0"/>
              <a:t>Branding Firms</a:t>
            </a:r>
          </a:p>
          <a:p>
            <a:r>
              <a:rPr lang="en-US" sz="2400" dirty="0"/>
              <a:t>Publishers</a:t>
            </a:r>
          </a:p>
          <a:p>
            <a:r>
              <a:rPr lang="en-US" sz="2400" dirty="0"/>
              <a:t>Digital/ Interactive Agencies</a:t>
            </a:r>
          </a:p>
          <a:p>
            <a:r>
              <a:rPr lang="en-US" sz="2400" dirty="0"/>
              <a:t>Advertising Agencies</a:t>
            </a:r>
          </a:p>
          <a:p>
            <a:r>
              <a:rPr lang="en-US" sz="2400" dirty="0"/>
              <a:t>Integrated Communication Firms</a:t>
            </a:r>
          </a:p>
          <a:p>
            <a:r>
              <a:rPr lang="en-US" sz="2400" dirty="0"/>
              <a:t>Marketing Companies</a:t>
            </a:r>
          </a:p>
          <a:p>
            <a:r>
              <a:rPr lang="en-US" sz="2400" dirty="0"/>
              <a:t>In-House Design Departments</a:t>
            </a:r>
          </a:p>
          <a:p>
            <a:r>
              <a:rPr lang="en-US" sz="2400" dirty="0"/>
              <a:t>Governments</a:t>
            </a:r>
          </a:p>
          <a:p>
            <a:r>
              <a:rPr lang="en-US" sz="2400" dirty="0"/>
              <a:t>Schools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20FEAD-F29E-2A17-E1A7-FB64797B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0" y="1073150"/>
            <a:ext cx="3429000" cy="1714500"/>
          </a:xfrm>
          <a:prstGeom prst="ellipse">
            <a:avLst/>
          </a:prstGeom>
          <a:ln w="127000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9743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D557-D62C-5DAB-2CB3-8A728E3D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is great to be in Graphic Design!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D35975-388C-9B98-8D82-DC56899367B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l="-83958" r="-839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D7F49-0B04-B542-94E6-0C19FB67F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Welcome to NBCC!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022340-7351-950E-D722-EB983A1F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19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208</Words>
  <Application>Microsoft Office PowerPoint</Application>
  <PresentationFormat>Widescreen</PresentationFormat>
  <Paragraphs>49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Trebuchet MS</vt:lpstr>
      <vt:lpstr>Wingdings</vt:lpstr>
      <vt:lpstr>Wingdings 3</vt:lpstr>
      <vt:lpstr>Facet</vt:lpstr>
      <vt:lpstr>Welcome New Students!</vt:lpstr>
      <vt:lpstr>Student Life</vt:lpstr>
      <vt:lpstr>Peer Leaders</vt:lpstr>
      <vt:lpstr>Athletics</vt:lpstr>
      <vt:lpstr>Fields of Interest</vt:lpstr>
      <vt:lpstr>It is great to be in Graphic Design!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Tuan</dc:creator>
  <cp:lastModifiedBy>Tran, Tuan</cp:lastModifiedBy>
  <cp:revision>3</cp:revision>
  <dcterms:created xsi:type="dcterms:W3CDTF">2026-09-23T17:53:18Z</dcterms:created>
  <dcterms:modified xsi:type="dcterms:W3CDTF">2026-09-28T13:14:26Z</dcterms:modified>
</cp:coreProperties>
</file>