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6"/>
  </p:notesMasterIdLst>
  <p:sldIdLst>
    <p:sldId id="287" r:id="rId2"/>
    <p:sldId id="256" r:id="rId3"/>
    <p:sldId id="263" r:id="rId4"/>
    <p:sldId id="288" r:id="rId5"/>
    <p:sldId id="289" r:id="rId6"/>
    <p:sldId id="294" r:id="rId7"/>
    <p:sldId id="293" r:id="rId8"/>
    <p:sldId id="295" r:id="rId9"/>
    <p:sldId id="264" r:id="rId10"/>
    <p:sldId id="265" r:id="rId11"/>
    <p:sldId id="276" r:id="rId12"/>
    <p:sldId id="290" r:id="rId13"/>
    <p:sldId id="297" r:id="rId14"/>
    <p:sldId id="296" r:id="rId15"/>
    <p:sldId id="257" r:id="rId16"/>
    <p:sldId id="258" r:id="rId17"/>
    <p:sldId id="271" r:id="rId18"/>
    <p:sldId id="291" r:id="rId19"/>
    <p:sldId id="272" r:id="rId20"/>
    <p:sldId id="266" r:id="rId21"/>
    <p:sldId id="262" r:id="rId22"/>
    <p:sldId id="278" r:id="rId23"/>
    <p:sldId id="279" r:id="rId24"/>
    <p:sldId id="292" r:id="rId25"/>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D638A6-BCAA-4A50-843D-CDFF5D6BCAAB}" v="52" dt="2026-10-21T13:23:10.8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9" autoAdjust="0"/>
    <p:restoredTop sz="49758" autoAdjust="0"/>
  </p:normalViewPr>
  <p:slideViewPr>
    <p:cSldViewPr snapToGrid="0" snapToObjects="1">
      <p:cViewPr varScale="1">
        <p:scale>
          <a:sx n="51" d="100"/>
          <a:sy n="51" d="100"/>
        </p:scale>
        <p:origin x="2412" y="72"/>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81" d="100"/>
          <a:sy n="81" d="100"/>
        </p:scale>
        <p:origin x="3024"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oney, Aynslie (NBCC)" userId="5b4b8641-5be5-4a22-b80a-b2335657ba3c" providerId="ADAL" clId="{37570E6E-2003-4D91-B5AC-B452EC7E0FA7}"/>
    <pc:docChg chg="undo custSel addSld delSld modSld sldOrd">
      <pc:chgData name="Croney, Aynslie (NBCC)" userId="5b4b8641-5be5-4a22-b80a-b2335657ba3c" providerId="ADAL" clId="{37570E6E-2003-4D91-B5AC-B452EC7E0FA7}" dt="2026-10-21T13:24:10.594" v="838" actId="26606"/>
      <pc:docMkLst>
        <pc:docMk/>
      </pc:docMkLst>
      <pc:sldChg chg="addSp modSp mod modClrScheme chgLayout modNotesTx">
        <pc:chgData name="Croney, Aynslie (NBCC)" userId="5b4b8641-5be5-4a22-b80a-b2335657ba3c" providerId="ADAL" clId="{37570E6E-2003-4D91-B5AC-B452EC7E0FA7}" dt="2026-10-21T12:35:00.966" v="285" actId="1036"/>
        <pc:sldMkLst>
          <pc:docMk/>
          <pc:sldMk cId="0" sldId="256"/>
        </pc:sldMkLst>
        <pc:spChg chg="mod ord">
          <ac:chgData name="Croney, Aynslie (NBCC)" userId="5b4b8641-5be5-4a22-b80a-b2335657ba3c" providerId="ADAL" clId="{37570E6E-2003-4D91-B5AC-B452EC7E0FA7}" dt="2026-10-21T12:31:33.657" v="262" actId="700"/>
          <ac:spMkLst>
            <pc:docMk/>
            <pc:sldMk cId="0" sldId="256"/>
            <ac:spMk id="2" creationId="{00000000-0000-0000-0000-000000000000}"/>
          </ac:spMkLst>
        </pc:spChg>
        <pc:spChg chg="mod ord">
          <ac:chgData name="Croney, Aynslie (NBCC)" userId="5b4b8641-5be5-4a22-b80a-b2335657ba3c" providerId="ADAL" clId="{37570E6E-2003-4D91-B5AC-B452EC7E0FA7}" dt="2026-10-21T12:31:37.327" v="263" actId="6549"/>
          <ac:spMkLst>
            <pc:docMk/>
            <pc:sldMk cId="0" sldId="256"/>
            <ac:spMk id="3" creationId="{00000000-0000-0000-0000-000000000000}"/>
          </ac:spMkLst>
        </pc:spChg>
        <pc:picChg chg="add mod">
          <ac:chgData name="Croney, Aynslie (NBCC)" userId="5b4b8641-5be5-4a22-b80a-b2335657ba3c" providerId="ADAL" clId="{37570E6E-2003-4D91-B5AC-B452EC7E0FA7}" dt="2026-10-21T12:35:00.966" v="285" actId="1036"/>
          <ac:picMkLst>
            <pc:docMk/>
            <pc:sldMk cId="0" sldId="256"/>
            <ac:picMk id="4" creationId="{1C968CCE-1F1D-EF00-3A71-DF4A3C128598}"/>
          </ac:picMkLst>
        </pc:picChg>
      </pc:sldChg>
      <pc:sldChg chg="modNotesTx">
        <pc:chgData name="Croney, Aynslie (NBCC)" userId="5b4b8641-5be5-4a22-b80a-b2335657ba3c" providerId="ADAL" clId="{37570E6E-2003-4D91-B5AC-B452EC7E0FA7}" dt="2026-10-21T13:17:50.007" v="735" actId="12"/>
        <pc:sldMkLst>
          <pc:docMk/>
          <pc:sldMk cId="0" sldId="257"/>
        </pc:sldMkLst>
      </pc:sldChg>
      <pc:sldChg chg="modNotesTx">
        <pc:chgData name="Croney, Aynslie (NBCC)" userId="5b4b8641-5be5-4a22-b80a-b2335657ba3c" providerId="ADAL" clId="{37570E6E-2003-4D91-B5AC-B452EC7E0FA7}" dt="2026-10-21T13:19:24.109" v="747" actId="113"/>
        <pc:sldMkLst>
          <pc:docMk/>
          <pc:sldMk cId="0" sldId="258"/>
        </pc:sldMkLst>
      </pc:sldChg>
      <pc:sldChg chg="del">
        <pc:chgData name="Croney, Aynslie (NBCC)" userId="5b4b8641-5be5-4a22-b80a-b2335657ba3c" providerId="ADAL" clId="{37570E6E-2003-4D91-B5AC-B452EC7E0FA7}" dt="2026-10-21T11:09:17.798" v="8" actId="47"/>
        <pc:sldMkLst>
          <pc:docMk/>
          <pc:sldMk cId="0" sldId="261"/>
        </pc:sldMkLst>
      </pc:sldChg>
      <pc:sldChg chg="modNotesTx">
        <pc:chgData name="Croney, Aynslie (NBCC)" userId="5b4b8641-5be5-4a22-b80a-b2335657ba3c" providerId="ADAL" clId="{37570E6E-2003-4D91-B5AC-B452EC7E0FA7}" dt="2026-10-21T13:23:27.103" v="822" actId="20577"/>
        <pc:sldMkLst>
          <pc:docMk/>
          <pc:sldMk cId="0" sldId="262"/>
        </pc:sldMkLst>
      </pc:sldChg>
      <pc:sldChg chg="addSp delSp modSp mod delAnim modNotesTx">
        <pc:chgData name="Croney, Aynslie (NBCC)" userId="5b4b8641-5be5-4a22-b80a-b2335657ba3c" providerId="ADAL" clId="{37570E6E-2003-4D91-B5AC-B452EC7E0FA7}" dt="2026-10-21T13:06:20.711" v="636" actId="1076"/>
        <pc:sldMkLst>
          <pc:docMk/>
          <pc:sldMk cId="0" sldId="263"/>
        </pc:sldMkLst>
        <pc:spChg chg="add mod">
          <ac:chgData name="Croney, Aynslie (NBCC)" userId="5b4b8641-5be5-4a22-b80a-b2335657ba3c" providerId="ADAL" clId="{37570E6E-2003-4D91-B5AC-B452EC7E0FA7}" dt="2026-10-21T13:06:17.357" v="635" actId="1076"/>
          <ac:spMkLst>
            <pc:docMk/>
            <pc:sldMk cId="0" sldId="263"/>
            <ac:spMk id="4" creationId="{60505C89-715F-F814-5EF6-B0E569515FBD}"/>
          </ac:spMkLst>
        </pc:spChg>
        <pc:picChg chg="del">
          <ac:chgData name="Croney, Aynslie (NBCC)" userId="5b4b8641-5be5-4a22-b80a-b2335657ba3c" providerId="ADAL" clId="{37570E6E-2003-4D91-B5AC-B452EC7E0FA7}" dt="2026-10-21T11:16:16.723" v="35" actId="21"/>
          <ac:picMkLst>
            <pc:docMk/>
            <pc:sldMk cId="0" sldId="263"/>
            <ac:picMk id="2" creationId="{B51EE6EF-F1B9-896F-753D-359DD30E326C}"/>
          </ac:picMkLst>
        </pc:picChg>
        <pc:picChg chg="add mod">
          <ac:chgData name="Croney, Aynslie (NBCC)" userId="5b4b8641-5be5-4a22-b80a-b2335657ba3c" providerId="ADAL" clId="{37570E6E-2003-4D91-B5AC-B452EC7E0FA7}" dt="2026-10-21T13:06:20.711" v="636" actId="1076"/>
          <ac:picMkLst>
            <pc:docMk/>
            <pc:sldMk cId="0" sldId="263"/>
            <ac:picMk id="5" creationId="{A2C4A258-6BF1-0C37-2B23-801C543EE9AB}"/>
          </ac:picMkLst>
        </pc:picChg>
      </pc:sldChg>
      <pc:sldChg chg="modNotesTx">
        <pc:chgData name="Croney, Aynslie (NBCC)" userId="5b4b8641-5be5-4a22-b80a-b2335657ba3c" providerId="ADAL" clId="{37570E6E-2003-4D91-B5AC-B452EC7E0FA7}" dt="2026-10-21T13:14:43.007" v="669" actId="20577"/>
        <pc:sldMkLst>
          <pc:docMk/>
          <pc:sldMk cId="0" sldId="264"/>
        </pc:sldMkLst>
      </pc:sldChg>
      <pc:sldChg chg="modNotesTx">
        <pc:chgData name="Croney, Aynslie (NBCC)" userId="5b4b8641-5be5-4a22-b80a-b2335657ba3c" providerId="ADAL" clId="{37570E6E-2003-4D91-B5AC-B452EC7E0FA7}" dt="2026-10-21T13:15:12.142" v="672" actId="6549"/>
        <pc:sldMkLst>
          <pc:docMk/>
          <pc:sldMk cId="0" sldId="265"/>
        </pc:sldMkLst>
      </pc:sldChg>
      <pc:sldChg chg="modNotesTx">
        <pc:chgData name="Croney, Aynslie (NBCC)" userId="5b4b8641-5be5-4a22-b80a-b2335657ba3c" providerId="ADAL" clId="{37570E6E-2003-4D91-B5AC-B452EC7E0FA7}" dt="2026-10-21T13:22:39.203" v="813" actId="20577"/>
        <pc:sldMkLst>
          <pc:docMk/>
          <pc:sldMk cId="0" sldId="266"/>
        </pc:sldMkLst>
      </pc:sldChg>
      <pc:sldChg chg="del">
        <pc:chgData name="Croney, Aynslie (NBCC)" userId="5b4b8641-5be5-4a22-b80a-b2335657ba3c" providerId="ADAL" clId="{37570E6E-2003-4D91-B5AC-B452EC7E0FA7}" dt="2026-10-21T11:09:17.798" v="8" actId="47"/>
        <pc:sldMkLst>
          <pc:docMk/>
          <pc:sldMk cId="0" sldId="267"/>
        </pc:sldMkLst>
      </pc:sldChg>
      <pc:sldChg chg="modNotesTx">
        <pc:chgData name="Croney, Aynslie (NBCC)" userId="5b4b8641-5be5-4a22-b80a-b2335657ba3c" providerId="ADAL" clId="{37570E6E-2003-4D91-B5AC-B452EC7E0FA7}" dt="2026-10-21T13:19:57.673" v="750" actId="113"/>
        <pc:sldMkLst>
          <pc:docMk/>
          <pc:sldMk cId="0" sldId="271"/>
        </pc:sldMkLst>
      </pc:sldChg>
      <pc:sldChg chg="modNotesTx">
        <pc:chgData name="Croney, Aynslie (NBCC)" userId="5b4b8641-5be5-4a22-b80a-b2335657ba3c" providerId="ADAL" clId="{37570E6E-2003-4D91-B5AC-B452EC7E0FA7}" dt="2026-10-21T13:01:00.101" v="533" actId="12"/>
        <pc:sldMkLst>
          <pc:docMk/>
          <pc:sldMk cId="0" sldId="272"/>
        </pc:sldMkLst>
      </pc:sldChg>
      <pc:sldChg chg="modNotesTx">
        <pc:chgData name="Croney, Aynslie (NBCC)" userId="5b4b8641-5be5-4a22-b80a-b2335657ba3c" providerId="ADAL" clId="{37570E6E-2003-4D91-B5AC-B452EC7E0FA7}" dt="2026-10-21T13:16:13.564" v="679" actId="12"/>
        <pc:sldMkLst>
          <pc:docMk/>
          <pc:sldMk cId="1886651582" sldId="276"/>
        </pc:sldMkLst>
      </pc:sldChg>
      <pc:sldChg chg="del">
        <pc:chgData name="Croney, Aynslie (NBCC)" userId="5b4b8641-5be5-4a22-b80a-b2335657ba3c" providerId="ADAL" clId="{37570E6E-2003-4D91-B5AC-B452EC7E0FA7}" dt="2026-10-21T11:09:17.798" v="8" actId="47"/>
        <pc:sldMkLst>
          <pc:docMk/>
          <pc:sldMk cId="1565536405" sldId="280"/>
        </pc:sldMkLst>
      </pc:sldChg>
      <pc:sldChg chg="del">
        <pc:chgData name="Croney, Aynslie (NBCC)" userId="5b4b8641-5be5-4a22-b80a-b2335657ba3c" providerId="ADAL" clId="{37570E6E-2003-4D91-B5AC-B452EC7E0FA7}" dt="2026-10-21T11:09:17.798" v="8" actId="47"/>
        <pc:sldMkLst>
          <pc:docMk/>
          <pc:sldMk cId="3291514420" sldId="281"/>
        </pc:sldMkLst>
      </pc:sldChg>
      <pc:sldChg chg="del">
        <pc:chgData name="Croney, Aynslie (NBCC)" userId="5b4b8641-5be5-4a22-b80a-b2335657ba3c" providerId="ADAL" clId="{37570E6E-2003-4D91-B5AC-B452EC7E0FA7}" dt="2026-10-21T11:09:17.798" v="8" actId="47"/>
        <pc:sldMkLst>
          <pc:docMk/>
          <pc:sldMk cId="3360448744" sldId="282"/>
        </pc:sldMkLst>
      </pc:sldChg>
      <pc:sldChg chg="del">
        <pc:chgData name="Croney, Aynslie (NBCC)" userId="5b4b8641-5be5-4a22-b80a-b2335657ba3c" providerId="ADAL" clId="{37570E6E-2003-4D91-B5AC-B452EC7E0FA7}" dt="2026-10-21T11:09:17.798" v="8" actId="47"/>
        <pc:sldMkLst>
          <pc:docMk/>
          <pc:sldMk cId="992889260" sldId="283"/>
        </pc:sldMkLst>
      </pc:sldChg>
      <pc:sldChg chg="del">
        <pc:chgData name="Croney, Aynslie (NBCC)" userId="5b4b8641-5be5-4a22-b80a-b2335657ba3c" providerId="ADAL" clId="{37570E6E-2003-4D91-B5AC-B452EC7E0FA7}" dt="2026-10-21T11:09:17.798" v="8" actId="47"/>
        <pc:sldMkLst>
          <pc:docMk/>
          <pc:sldMk cId="2294259412" sldId="284"/>
        </pc:sldMkLst>
      </pc:sldChg>
      <pc:sldChg chg="del">
        <pc:chgData name="Croney, Aynslie (NBCC)" userId="5b4b8641-5be5-4a22-b80a-b2335657ba3c" providerId="ADAL" clId="{37570E6E-2003-4D91-B5AC-B452EC7E0FA7}" dt="2026-10-21T11:09:17.798" v="8" actId="47"/>
        <pc:sldMkLst>
          <pc:docMk/>
          <pc:sldMk cId="682895268" sldId="285"/>
        </pc:sldMkLst>
      </pc:sldChg>
      <pc:sldChg chg="del">
        <pc:chgData name="Croney, Aynslie (NBCC)" userId="5b4b8641-5be5-4a22-b80a-b2335657ba3c" providerId="ADAL" clId="{37570E6E-2003-4D91-B5AC-B452EC7E0FA7}" dt="2026-10-21T11:09:17.798" v="8" actId="47"/>
        <pc:sldMkLst>
          <pc:docMk/>
          <pc:sldMk cId="3398162256" sldId="286"/>
        </pc:sldMkLst>
      </pc:sldChg>
      <pc:sldChg chg="addSp delSp modSp new mod ord modClrScheme chgLayout">
        <pc:chgData name="Croney, Aynslie (NBCC)" userId="5b4b8641-5be5-4a22-b80a-b2335657ba3c" providerId="ADAL" clId="{37570E6E-2003-4D91-B5AC-B452EC7E0FA7}" dt="2026-10-21T12:31:14.573" v="261" actId="700"/>
        <pc:sldMkLst>
          <pc:docMk/>
          <pc:sldMk cId="2714047083" sldId="287"/>
        </pc:sldMkLst>
        <pc:spChg chg="mod ord">
          <ac:chgData name="Croney, Aynslie (NBCC)" userId="5b4b8641-5be5-4a22-b80a-b2335657ba3c" providerId="ADAL" clId="{37570E6E-2003-4D91-B5AC-B452EC7E0FA7}" dt="2026-10-21T12:31:14.573" v="261" actId="700"/>
          <ac:spMkLst>
            <pc:docMk/>
            <pc:sldMk cId="2714047083" sldId="287"/>
            <ac:spMk id="2" creationId="{322DCDAC-D280-0A46-1BE4-8CA1837BC764}"/>
          </ac:spMkLst>
        </pc:spChg>
        <pc:spChg chg="del mod ord">
          <ac:chgData name="Croney, Aynslie (NBCC)" userId="5b4b8641-5be5-4a22-b80a-b2335657ba3c" providerId="ADAL" clId="{37570E6E-2003-4D91-B5AC-B452EC7E0FA7}" dt="2026-10-21T12:31:14.573" v="261" actId="700"/>
          <ac:spMkLst>
            <pc:docMk/>
            <pc:sldMk cId="2714047083" sldId="287"/>
            <ac:spMk id="3" creationId="{F66500D7-47AE-E270-66D7-E7195BBCA806}"/>
          </ac:spMkLst>
        </pc:spChg>
        <pc:spChg chg="add mod ord">
          <ac:chgData name="Croney, Aynslie (NBCC)" userId="5b4b8641-5be5-4a22-b80a-b2335657ba3c" providerId="ADAL" clId="{37570E6E-2003-4D91-B5AC-B452EC7E0FA7}" dt="2026-10-21T12:31:14.573" v="261" actId="700"/>
          <ac:spMkLst>
            <pc:docMk/>
            <pc:sldMk cId="2714047083" sldId="287"/>
            <ac:spMk id="4" creationId="{FB869D51-5717-0D15-5DC7-F5E3E21A1651}"/>
          </ac:spMkLst>
        </pc:spChg>
      </pc:sldChg>
      <pc:sldChg chg="addSp delSp modSp new mod modClrScheme chgLayout modNotesTx">
        <pc:chgData name="Croney, Aynslie (NBCC)" userId="5b4b8641-5be5-4a22-b80a-b2335657ba3c" providerId="ADAL" clId="{37570E6E-2003-4D91-B5AC-B452EC7E0FA7}" dt="2026-10-21T12:49:53.412" v="416"/>
        <pc:sldMkLst>
          <pc:docMk/>
          <pc:sldMk cId="329906470" sldId="288"/>
        </pc:sldMkLst>
        <pc:spChg chg="mod ord">
          <ac:chgData name="Croney, Aynslie (NBCC)" userId="5b4b8641-5be5-4a22-b80a-b2335657ba3c" providerId="ADAL" clId="{37570E6E-2003-4D91-B5AC-B452EC7E0FA7}" dt="2026-10-21T12:47:02.966" v="336" actId="1076"/>
          <ac:spMkLst>
            <pc:docMk/>
            <pc:sldMk cId="329906470" sldId="288"/>
            <ac:spMk id="2" creationId="{A8CD057A-E172-7F6C-BFE3-FCD52E782AE7}"/>
          </ac:spMkLst>
        </pc:spChg>
        <pc:spChg chg="mod ord">
          <ac:chgData name="Croney, Aynslie (NBCC)" userId="5b4b8641-5be5-4a22-b80a-b2335657ba3c" providerId="ADAL" clId="{37570E6E-2003-4D91-B5AC-B452EC7E0FA7}" dt="2026-10-21T12:49:09.248" v="401" actId="14100"/>
          <ac:spMkLst>
            <pc:docMk/>
            <pc:sldMk cId="329906470" sldId="288"/>
            <ac:spMk id="3" creationId="{CDDB4DE8-4E2D-6430-9234-6DF687A0E590}"/>
          </ac:spMkLst>
        </pc:spChg>
        <pc:spChg chg="add mod ord">
          <ac:chgData name="Croney, Aynslie (NBCC)" userId="5b4b8641-5be5-4a22-b80a-b2335657ba3c" providerId="ADAL" clId="{37570E6E-2003-4D91-B5AC-B452EC7E0FA7}" dt="2026-10-21T12:48:51.893" v="398" actId="1038"/>
          <ac:spMkLst>
            <pc:docMk/>
            <pc:sldMk cId="329906470" sldId="288"/>
            <ac:spMk id="7" creationId="{4735B343-09D9-BC01-DC29-58EB3A618926}"/>
          </ac:spMkLst>
        </pc:spChg>
        <pc:spChg chg="add mod">
          <ac:chgData name="Croney, Aynslie (NBCC)" userId="5b4b8641-5be5-4a22-b80a-b2335657ba3c" providerId="ADAL" clId="{37570E6E-2003-4D91-B5AC-B452EC7E0FA7}" dt="2026-10-21T12:48:41.245" v="372"/>
          <ac:spMkLst>
            <pc:docMk/>
            <pc:sldMk cId="329906470" sldId="288"/>
            <ac:spMk id="8" creationId="{82FCB85A-A791-DD10-CBBA-361C509EB227}"/>
          </ac:spMkLst>
        </pc:spChg>
        <pc:picChg chg="add del">
          <ac:chgData name="Croney, Aynslie (NBCC)" userId="5b4b8641-5be5-4a22-b80a-b2335657ba3c" providerId="ADAL" clId="{37570E6E-2003-4D91-B5AC-B452EC7E0FA7}" dt="2026-10-21T12:46:10.225" v="324" actId="478"/>
          <ac:picMkLst>
            <pc:docMk/>
            <pc:sldMk cId="329906470" sldId="288"/>
            <ac:picMk id="4" creationId="{6866D4DA-F4DA-79CE-1020-DE68AB82E44B}"/>
          </ac:picMkLst>
        </pc:picChg>
        <pc:picChg chg="add mod modCrop">
          <ac:chgData name="Croney, Aynslie (NBCC)" userId="5b4b8641-5be5-4a22-b80a-b2335657ba3c" providerId="ADAL" clId="{37570E6E-2003-4D91-B5AC-B452EC7E0FA7}" dt="2026-10-21T12:47:22.567" v="338" actId="1076"/>
          <ac:picMkLst>
            <pc:docMk/>
            <pc:sldMk cId="329906470" sldId="288"/>
            <ac:picMk id="6" creationId="{BDAE8F03-0378-B057-567F-F4ABD4B39D0E}"/>
          </ac:picMkLst>
        </pc:picChg>
      </pc:sldChg>
      <pc:sldChg chg="addSp delSp modSp new mod setBg modNotesTx">
        <pc:chgData name="Croney, Aynslie (NBCC)" userId="5b4b8641-5be5-4a22-b80a-b2335657ba3c" providerId="ADAL" clId="{37570E6E-2003-4D91-B5AC-B452EC7E0FA7}" dt="2026-10-21T12:52:29.763" v="440" actId="26606"/>
        <pc:sldMkLst>
          <pc:docMk/>
          <pc:sldMk cId="2680021674" sldId="289"/>
        </pc:sldMkLst>
        <pc:spChg chg="mod">
          <ac:chgData name="Croney, Aynslie (NBCC)" userId="5b4b8641-5be5-4a22-b80a-b2335657ba3c" providerId="ADAL" clId="{37570E6E-2003-4D91-B5AC-B452EC7E0FA7}" dt="2026-10-21T12:52:29.763" v="440" actId="26606"/>
          <ac:spMkLst>
            <pc:docMk/>
            <pc:sldMk cId="2680021674" sldId="289"/>
            <ac:spMk id="2" creationId="{3577EE5C-A6AB-6D3E-0C32-286D243DC89C}"/>
          </ac:spMkLst>
        </pc:spChg>
        <pc:spChg chg="mod">
          <ac:chgData name="Croney, Aynslie (NBCC)" userId="5b4b8641-5be5-4a22-b80a-b2335657ba3c" providerId="ADAL" clId="{37570E6E-2003-4D91-B5AC-B452EC7E0FA7}" dt="2026-10-21T12:52:29.763" v="440" actId="26606"/>
          <ac:spMkLst>
            <pc:docMk/>
            <pc:sldMk cId="2680021674" sldId="289"/>
            <ac:spMk id="3" creationId="{52D33C1E-1F60-83C2-26F5-71B25D3526EE}"/>
          </ac:spMkLst>
        </pc:spChg>
        <pc:spChg chg="add del">
          <ac:chgData name="Croney, Aynslie (NBCC)" userId="5b4b8641-5be5-4a22-b80a-b2335657ba3c" providerId="ADAL" clId="{37570E6E-2003-4D91-B5AC-B452EC7E0FA7}" dt="2026-10-21T12:52:29.763" v="439" actId="26606"/>
          <ac:spMkLst>
            <pc:docMk/>
            <pc:sldMk cId="2680021674" sldId="289"/>
            <ac:spMk id="10" creationId="{1EA5387D-64D8-4D6C-B109-FF4E81DF609A}"/>
          </ac:spMkLst>
        </pc:spChg>
        <pc:picChg chg="add mod ord modCrop">
          <ac:chgData name="Croney, Aynslie (NBCC)" userId="5b4b8641-5be5-4a22-b80a-b2335657ba3c" providerId="ADAL" clId="{37570E6E-2003-4D91-B5AC-B452EC7E0FA7}" dt="2026-10-21T12:52:29.763" v="440" actId="26606"/>
          <ac:picMkLst>
            <pc:docMk/>
            <pc:sldMk cId="2680021674" sldId="289"/>
            <ac:picMk id="5" creationId="{7F36799C-AF52-B1A5-D9E2-D87DE9041293}"/>
          </ac:picMkLst>
        </pc:picChg>
      </pc:sldChg>
      <pc:sldChg chg="addSp modSp new mod modTransition modClrScheme chgLayout modNotesTx">
        <pc:chgData name="Croney, Aynslie (NBCC)" userId="5b4b8641-5be5-4a22-b80a-b2335657ba3c" providerId="ADAL" clId="{37570E6E-2003-4D91-B5AC-B452EC7E0FA7}" dt="2026-10-21T12:55:34.083" v="474" actId="20577"/>
        <pc:sldMkLst>
          <pc:docMk/>
          <pc:sldMk cId="2198054500" sldId="290"/>
        </pc:sldMkLst>
        <pc:spChg chg="mod ord">
          <ac:chgData name="Croney, Aynslie (NBCC)" userId="5b4b8641-5be5-4a22-b80a-b2335657ba3c" providerId="ADAL" clId="{37570E6E-2003-4D91-B5AC-B452EC7E0FA7}" dt="2026-10-21T11:19:34.319" v="67" actId="700"/>
          <ac:spMkLst>
            <pc:docMk/>
            <pc:sldMk cId="2198054500" sldId="290"/>
            <ac:spMk id="2" creationId="{3BC30650-B4FD-68D4-B2C9-18FD3220B974}"/>
          </ac:spMkLst>
        </pc:spChg>
        <pc:spChg chg="mod ord">
          <ac:chgData name="Croney, Aynslie (NBCC)" userId="5b4b8641-5be5-4a22-b80a-b2335657ba3c" providerId="ADAL" clId="{37570E6E-2003-4D91-B5AC-B452EC7E0FA7}" dt="2026-10-21T11:19:46.508" v="71" actId="5793"/>
          <ac:spMkLst>
            <pc:docMk/>
            <pc:sldMk cId="2198054500" sldId="290"/>
            <ac:spMk id="3" creationId="{C1C3B8BF-6CF2-6DCA-FDE2-DCA417365782}"/>
          </ac:spMkLst>
        </pc:spChg>
        <pc:spChg chg="add mod ord">
          <ac:chgData name="Croney, Aynslie (NBCC)" userId="5b4b8641-5be5-4a22-b80a-b2335657ba3c" providerId="ADAL" clId="{37570E6E-2003-4D91-B5AC-B452EC7E0FA7}" dt="2026-10-21T11:19:42.887" v="70" actId="5793"/>
          <ac:spMkLst>
            <pc:docMk/>
            <pc:sldMk cId="2198054500" sldId="290"/>
            <ac:spMk id="4" creationId="{67BEAD12-4DCC-7AA1-BADF-15603F9957AF}"/>
          </ac:spMkLst>
        </pc:spChg>
        <pc:picChg chg="add mod">
          <ac:chgData name="Croney, Aynslie (NBCC)" userId="5b4b8641-5be5-4a22-b80a-b2335657ba3c" providerId="ADAL" clId="{37570E6E-2003-4D91-B5AC-B452EC7E0FA7}" dt="2026-10-21T12:55:13.400" v="471" actId="14100"/>
          <ac:picMkLst>
            <pc:docMk/>
            <pc:sldMk cId="2198054500" sldId="290"/>
            <ac:picMk id="6" creationId="{7DFC4093-CCA2-3608-9C8C-35B2FCB09C6A}"/>
          </ac:picMkLst>
        </pc:picChg>
      </pc:sldChg>
      <pc:sldChg chg="addSp modSp new mod setBg setClrOvrMap modNotesTx">
        <pc:chgData name="Croney, Aynslie (NBCC)" userId="5b4b8641-5be5-4a22-b80a-b2335657ba3c" providerId="ADAL" clId="{37570E6E-2003-4D91-B5AC-B452EC7E0FA7}" dt="2026-10-21T13:00:33.711" v="531" actId="12"/>
        <pc:sldMkLst>
          <pc:docMk/>
          <pc:sldMk cId="3852252486" sldId="291"/>
        </pc:sldMkLst>
        <pc:spChg chg="mod">
          <ac:chgData name="Croney, Aynslie (NBCC)" userId="5b4b8641-5be5-4a22-b80a-b2335657ba3c" providerId="ADAL" clId="{37570E6E-2003-4D91-B5AC-B452EC7E0FA7}" dt="2026-10-21T12:58:10.836" v="500" actId="26606"/>
          <ac:spMkLst>
            <pc:docMk/>
            <pc:sldMk cId="3852252486" sldId="291"/>
            <ac:spMk id="2" creationId="{CC428BF8-BE96-4B68-F873-004C00CB53E3}"/>
          </ac:spMkLst>
        </pc:spChg>
        <pc:spChg chg="mod">
          <ac:chgData name="Croney, Aynslie (NBCC)" userId="5b4b8641-5be5-4a22-b80a-b2335657ba3c" providerId="ADAL" clId="{37570E6E-2003-4D91-B5AC-B452EC7E0FA7}" dt="2026-10-21T13:00:19.498" v="528" actId="20577"/>
          <ac:spMkLst>
            <pc:docMk/>
            <pc:sldMk cId="3852252486" sldId="291"/>
            <ac:spMk id="3" creationId="{0F75FC78-D296-266B-4A19-568CD577C941}"/>
          </ac:spMkLst>
        </pc:spChg>
        <pc:spChg chg="add">
          <ac:chgData name="Croney, Aynslie (NBCC)" userId="5b4b8641-5be5-4a22-b80a-b2335657ba3c" providerId="ADAL" clId="{37570E6E-2003-4D91-B5AC-B452EC7E0FA7}" dt="2026-10-21T12:58:10.836" v="500" actId="26606"/>
          <ac:spMkLst>
            <pc:docMk/>
            <pc:sldMk cId="3852252486" sldId="291"/>
            <ac:spMk id="9" creationId="{1FDFF85F-F105-40D5-9793-90419158C3BD}"/>
          </ac:spMkLst>
        </pc:spChg>
        <pc:spChg chg="add">
          <ac:chgData name="Croney, Aynslie (NBCC)" userId="5b4b8641-5be5-4a22-b80a-b2335657ba3c" providerId="ADAL" clId="{37570E6E-2003-4D91-B5AC-B452EC7E0FA7}" dt="2026-10-21T12:58:10.836" v="500" actId="26606"/>
          <ac:spMkLst>
            <pc:docMk/>
            <pc:sldMk cId="3852252486" sldId="291"/>
            <ac:spMk id="11" creationId="{35AB47A4-BA8C-4250-88BD-D49C68C5F9E9}"/>
          </ac:spMkLst>
        </pc:spChg>
        <pc:picChg chg="add mod modCrop">
          <ac:chgData name="Croney, Aynslie (NBCC)" userId="5b4b8641-5be5-4a22-b80a-b2335657ba3c" providerId="ADAL" clId="{37570E6E-2003-4D91-B5AC-B452EC7E0FA7}" dt="2026-10-21T12:58:10.836" v="500" actId="26606"/>
          <ac:picMkLst>
            <pc:docMk/>
            <pc:sldMk cId="3852252486" sldId="291"/>
            <ac:picMk id="4" creationId="{EB0A0E03-19F2-281E-451F-689EF0302CA3}"/>
          </ac:picMkLst>
        </pc:picChg>
        <pc:picChg chg="add">
          <ac:chgData name="Croney, Aynslie (NBCC)" userId="5b4b8641-5be5-4a22-b80a-b2335657ba3c" providerId="ADAL" clId="{37570E6E-2003-4D91-B5AC-B452EC7E0FA7}" dt="2026-10-21T12:58:10.836" v="500" actId="26606"/>
          <ac:picMkLst>
            <pc:docMk/>
            <pc:sldMk cId="3852252486" sldId="291"/>
            <ac:picMk id="13" creationId="{66C8958D-EB99-414F-B735-863B67BB14D3}"/>
          </ac:picMkLst>
        </pc:picChg>
        <pc:picChg chg="add">
          <ac:chgData name="Croney, Aynslie (NBCC)" userId="5b4b8641-5be5-4a22-b80a-b2335657ba3c" providerId="ADAL" clId="{37570E6E-2003-4D91-B5AC-B452EC7E0FA7}" dt="2026-10-21T12:58:10.836" v="500" actId="26606"/>
          <ac:picMkLst>
            <pc:docMk/>
            <pc:sldMk cId="3852252486" sldId="291"/>
            <ac:picMk id="15" creationId="{39E5F3CB-7BDD-4E64-B274-CD900F08C6F3}"/>
          </ac:picMkLst>
        </pc:picChg>
      </pc:sldChg>
      <pc:sldChg chg="addSp delSp modSp new mod ord setBg">
        <pc:chgData name="Croney, Aynslie (NBCC)" userId="5b4b8641-5be5-4a22-b80a-b2335657ba3c" providerId="ADAL" clId="{37570E6E-2003-4D91-B5AC-B452EC7E0FA7}" dt="2026-10-21T13:24:10.594" v="838" actId="26606"/>
        <pc:sldMkLst>
          <pc:docMk/>
          <pc:sldMk cId="958836988" sldId="292"/>
        </pc:sldMkLst>
        <pc:spChg chg="mod">
          <ac:chgData name="Croney, Aynslie (NBCC)" userId="5b4b8641-5be5-4a22-b80a-b2335657ba3c" providerId="ADAL" clId="{37570E6E-2003-4D91-B5AC-B452EC7E0FA7}" dt="2026-10-21T13:24:10.594" v="838" actId="26606"/>
          <ac:spMkLst>
            <pc:docMk/>
            <pc:sldMk cId="958836988" sldId="292"/>
            <ac:spMk id="2" creationId="{AD8FAC36-E74D-5EE8-0061-0C3BA6F5C130}"/>
          </ac:spMkLst>
        </pc:spChg>
        <pc:spChg chg="del mod">
          <ac:chgData name="Croney, Aynslie (NBCC)" userId="5b4b8641-5be5-4a22-b80a-b2335657ba3c" providerId="ADAL" clId="{37570E6E-2003-4D91-B5AC-B452EC7E0FA7}" dt="2026-10-21T13:24:03.245" v="836" actId="931"/>
          <ac:spMkLst>
            <pc:docMk/>
            <pc:sldMk cId="958836988" sldId="292"/>
            <ac:spMk id="3" creationId="{1A5F4899-EE41-BAD9-BEDE-28475DFF84A6}"/>
          </ac:spMkLst>
        </pc:spChg>
        <pc:spChg chg="add">
          <ac:chgData name="Croney, Aynslie (NBCC)" userId="5b4b8641-5be5-4a22-b80a-b2335657ba3c" providerId="ADAL" clId="{37570E6E-2003-4D91-B5AC-B452EC7E0FA7}" dt="2026-10-21T13:24:10.594" v="838" actId="26606"/>
          <ac:spMkLst>
            <pc:docMk/>
            <pc:sldMk cId="958836988" sldId="292"/>
            <ac:spMk id="9" creationId="{A629B5A6-C38A-D938-B5ED-2D07ED4CC28A}"/>
          </ac:spMkLst>
        </pc:spChg>
        <pc:spChg chg="add">
          <ac:chgData name="Croney, Aynslie (NBCC)" userId="5b4b8641-5be5-4a22-b80a-b2335657ba3c" providerId="ADAL" clId="{37570E6E-2003-4D91-B5AC-B452EC7E0FA7}" dt="2026-10-21T13:24:10.594" v="838" actId="26606"/>
          <ac:spMkLst>
            <pc:docMk/>
            <pc:sldMk cId="958836988" sldId="292"/>
            <ac:spMk id="12" creationId="{8D25211A-4CA0-4B53-82BB-1EE7C7F3C725}"/>
          </ac:spMkLst>
        </pc:spChg>
        <pc:picChg chg="add mod ord">
          <ac:chgData name="Croney, Aynslie (NBCC)" userId="5b4b8641-5be5-4a22-b80a-b2335657ba3c" providerId="ADAL" clId="{37570E6E-2003-4D91-B5AC-B452EC7E0FA7}" dt="2026-10-21T13:24:10.594" v="838" actId="26606"/>
          <ac:picMkLst>
            <pc:docMk/>
            <pc:sldMk cId="958836988" sldId="292"/>
            <ac:picMk id="5" creationId="{BEA5FFB0-FD9D-B8AB-111C-51144F097D6D}"/>
          </ac:picMkLst>
        </pc:picChg>
      </pc:sldChg>
      <pc:sldChg chg="addSp delSp modSp new mod ord modAnim modNotesTx">
        <pc:chgData name="Croney, Aynslie (NBCC)" userId="5b4b8641-5be5-4a22-b80a-b2335657ba3c" providerId="ADAL" clId="{37570E6E-2003-4D91-B5AC-B452EC7E0FA7}" dt="2026-10-21T13:01:58.511" v="596" actId="20577"/>
        <pc:sldMkLst>
          <pc:docMk/>
          <pc:sldMk cId="492058405" sldId="293"/>
        </pc:sldMkLst>
        <pc:spChg chg="mod">
          <ac:chgData name="Croney, Aynslie (NBCC)" userId="5b4b8641-5be5-4a22-b80a-b2335657ba3c" providerId="ADAL" clId="{37570E6E-2003-4D91-B5AC-B452EC7E0FA7}" dt="2026-10-21T11:16:36.424" v="58" actId="20577"/>
          <ac:spMkLst>
            <pc:docMk/>
            <pc:sldMk cId="492058405" sldId="293"/>
            <ac:spMk id="2" creationId="{0B50585C-A80A-DF98-00E9-EBDF1FB4E145}"/>
          </ac:spMkLst>
        </pc:spChg>
        <pc:spChg chg="del">
          <ac:chgData name="Croney, Aynslie (NBCC)" userId="5b4b8641-5be5-4a22-b80a-b2335657ba3c" providerId="ADAL" clId="{37570E6E-2003-4D91-B5AC-B452EC7E0FA7}" dt="2026-10-21T11:16:20.696" v="36"/>
          <ac:spMkLst>
            <pc:docMk/>
            <pc:sldMk cId="492058405" sldId="293"/>
            <ac:spMk id="3" creationId="{4DC986B8-BF43-01D7-021B-8D12D0E7A9B0}"/>
          </ac:spMkLst>
        </pc:spChg>
        <pc:picChg chg="add mod">
          <ac:chgData name="Croney, Aynslie (NBCC)" userId="5b4b8641-5be5-4a22-b80a-b2335657ba3c" providerId="ADAL" clId="{37570E6E-2003-4D91-B5AC-B452EC7E0FA7}" dt="2026-10-21T12:37:00.514" v="308" actId="1076"/>
          <ac:picMkLst>
            <pc:docMk/>
            <pc:sldMk cId="492058405" sldId="293"/>
            <ac:picMk id="4" creationId="{B51EE6EF-F1B9-896F-753D-359DD30E326C}"/>
          </ac:picMkLst>
        </pc:picChg>
      </pc:sldChg>
      <pc:sldChg chg="addSp delSp modSp new mod modAnim modNotesTx">
        <pc:chgData name="Croney, Aynslie (NBCC)" userId="5b4b8641-5be5-4a22-b80a-b2335657ba3c" providerId="ADAL" clId="{37570E6E-2003-4D91-B5AC-B452EC7E0FA7}" dt="2026-10-21T12:15:03.266" v="98"/>
        <pc:sldMkLst>
          <pc:docMk/>
          <pc:sldMk cId="318905530" sldId="294"/>
        </pc:sldMkLst>
        <pc:spChg chg="mod">
          <ac:chgData name="Croney, Aynslie (NBCC)" userId="5b4b8641-5be5-4a22-b80a-b2335657ba3c" providerId="ADAL" clId="{37570E6E-2003-4D91-B5AC-B452EC7E0FA7}" dt="2026-10-21T11:46:11.351" v="78"/>
          <ac:spMkLst>
            <pc:docMk/>
            <pc:sldMk cId="318905530" sldId="294"/>
            <ac:spMk id="2" creationId="{6EDBC501-B10E-580B-5E91-AD3E0B96DFAF}"/>
          </ac:spMkLst>
        </pc:spChg>
        <pc:spChg chg="del">
          <ac:chgData name="Croney, Aynslie (NBCC)" userId="5b4b8641-5be5-4a22-b80a-b2335657ba3c" providerId="ADAL" clId="{37570E6E-2003-4D91-B5AC-B452EC7E0FA7}" dt="2026-10-21T11:53:11.590" v="91"/>
          <ac:spMkLst>
            <pc:docMk/>
            <pc:sldMk cId="318905530" sldId="294"/>
            <ac:spMk id="3" creationId="{DE58F79B-0395-1CD1-8C85-48484DD36BD1}"/>
          </ac:spMkLst>
        </pc:spChg>
        <pc:picChg chg="add mod">
          <ac:chgData name="Croney, Aynslie (NBCC)" userId="5b4b8641-5be5-4a22-b80a-b2335657ba3c" providerId="ADAL" clId="{37570E6E-2003-4D91-B5AC-B452EC7E0FA7}" dt="2026-10-21T11:53:11.590" v="91"/>
          <ac:picMkLst>
            <pc:docMk/>
            <pc:sldMk cId="318905530" sldId="294"/>
            <ac:picMk id="4" creationId="{FC213FC3-A6EF-6DAD-EB32-92277025BFB9}"/>
          </ac:picMkLst>
        </pc:picChg>
      </pc:sldChg>
      <pc:sldChg chg="addSp delSp modSp new mod modAnim modNotesTx">
        <pc:chgData name="Croney, Aynslie (NBCC)" userId="5b4b8641-5be5-4a22-b80a-b2335657ba3c" providerId="ADAL" clId="{37570E6E-2003-4D91-B5AC-B452EC7E0FA7}" dt="2026-10-21T12:19:20.548" v="146" actId="20577"/>
        <pc:sldMkLst>
          <pc:docMk/>
          <pc:sldMk cId="1875607037" sldId="295"/>
        </pc:sldMkLst>
        <pc:spChg chg="mod">
          <ac:chgData name="Croney, Aynslie (NBCC)" userId="5b4b8641-5be5-4a22-b80a-b2335657ba3c" providerId="ADAL" clId="{37570E6E-2003-4D91-B5AC-B452EC7E0FA7}" dt="2026-10-21T12:14:38.083" v="94" actId="27636"/>
          <ac:spMkLst>
            <pc:docMk/>
            <pc:sldMk cId="1875607037" sldId="295"/>
            <ac:spMk id="2" creationId="{CAAE5AFE-CFA1-7A95-7758-E2F98F1D4ED4}"/>
          </ac:spMkLst>
        </pc:spChg>
        <pc:spChg chg="del">
          <ac:chgData name="Croney, Aynslie (NBCC)" userId="5b4b8641-5be5-4a22-b80a-b2335657ba3c" providerId="ADAL" clId="{37570E6E-2003-4D91-B5AC-B452EC7E0FA7}" dt="2026-10-21T12:18:58.617" v="134"/>
          <ac:spMkLst>
            <pc:docMk/>
            <pc:sldMk cId="1875607037" sldId="295"/>
            <ac:spMk id="3" creationId="{03123EAA-DCE0-91B7-9E00-D7AC396890E9}"/>
          </ac:spMkLst>
        </pc:spChg>
        <pc:picChg chg="add mod">
          <ac:chgData name="Croney, Aynslie (NBCC)" userId="5b4b8641-5be5-4a22-b80a-b2335657ba3c" providerId="ADAL" clId="{37570E6E-2003-4D91-B5AC-B452EC7E0FA7}" dt="2026-10-21T12:18:58.617" v="134"/>
          <ac:picMkLst>
            <pc:docMk/>
            <pc:sldMk cId="1875607037" sldId="295"/>
            <ac:picMk id="4" creationId="{A96DD4D4-A5E0-4EE1-6F89-03806AA42CD1}"/>
          </ac:picMkLst>
        </pc:picChg>
      </pc:sldChg>
      <pc:sldChg chg="addSp delSp modSp new mod modClrScheme modAnim chgLayout modNotesTx">
        <pc:chgData name="Croney, Aynslie (NBCC)" userId="5b4b8641-5be5-4a22-b80a-b2335657ba3c" providerId="ADAL" clId="{37570E6E-2003-4D91-B5AC-B452EC7E0FA7}" dt="2026-10-21T12:30:24.597" v="260"/>
        <pc:sldMkLst>
          <pc:docMk/>
          <pc:sldMk cId="3361059481" sldId="296"/>
        </pc:sldMkLst>
        <pc:spChg chg="del mod ord">
          <ac:chgData name="Croney, Aynslie (NBCC)" userId="5b4b8641-5be5-4a22-b80a-b2335657ba3c" providerId="ADAL" clId="{37570E6E-2003-4D91-B5AC-B452EC7E0FA7}" dt="2026-10-21T12:17:01.760" v="131" actId="700"/>
          <ac:spMkLst>
            <pc:docMk/>
            <pc:sldMk cId="3361059481" sldId="296"/>
            <ac:spMk id="2" creationId="{842D5534-8D9B-26A9-240A-13EDE3EF29E7}"/>
          </ac:spMkLst>
        </pc:spChg>
        <pc:spChg chg="del mod ord">
          <ac:chgData name="Croney, Aynslie (NBCC)" userId="5b4b8641-5be5-4a22-b80a-b2335657ba3c" providerId="ADAL" clId="{37570E6E-2003-4D91-B5AC-B452EC7E0FA7}" dt="2026-10-21T12:17:01.760" v="131" actId="700"/>
          <ac:spMkLst>
            <pc:docMk/>
            <pc:sldMk cId="3361059481" sldId="296"/>
            <ac:spMk id="3" creationId="{6A55938A-0592-5FCF-7F1C-D20B64C2809A}"/>
          </ac:spMkLst>
        </pc:spChg>
        <pc:spChg chg="del">
          <ac:chgData name="Croney, Aynslie (NBCC)" userId="5b4b8641-5be5-4a22-b80a-b2335657ba3c" providerId="ADAL" clId="{37570E6E-2003-4D91-B5AC-B452EC7E0FA7}" dt="2026-10-21T12:17:01.760" v="131" actId="700"/>
          <ac:spMkLst>
            <pc:docMk/>
            <pc:sldMk cId="3361059481" sldId="296"/>
            <ac:spMk id="4" creationId="{F83D1DA4-F02A-C2A5-E518-ABE27C08D054}"/>
          </ac:spMkLst>
        </pc:spChg>
        <pc:spChg chg="add mod ord">
          <ac:chgData name="Croney, Aynslie (NBCC)" userId="5b4b8641-5be5-4a22-b80a-b2335657ba3c" providerId="ADAL" clId="{37570E6E-2003-4D91-B5AC-B452EC7E0FA7}" dt="2026-10-21T12:30:24.597" v="260"/>
          <ac:spMkLst>
            <pc:docMk/>
            <pc:sldMk cId="3361059481" sldId="296"/>
            <ac:spMk id="5" creationId="{A6F5A972-BD18-8988-294D-34D0170D6C67}"/>
          </ac:spMkLst>
        </pc:spChg>
        <pc:spChg chg="add del mod ord">
          <ac:chgData name="Croney, Aynslie (NBCC)" userId="5b4b8641-5be5-4a22-b80a-b2335657ba3c" providerId="ADAL" clId="{37570E6E-2003-4D91-B5AC-B452EC7E0FA7}" dt="2026-10-21T12:27:36.210" v="203"/>
          <ac:spMkLst>
            <pc:docMk/>
            <pc:sldMk cId="3361059481" sldId="296"/>
            <ac:spMk id="6" creationId="{FE7AC597-6C0F-B6C6-ACE4-E61BF78E308C}"/>
          </ac:spMkLst>
        </pc:spChg>
        <pc:picChg chg="add mod">
          <ac:chgData name="Croney, Aynslie (NBCC)" userId="5b4b8641-5be5-4a22-b80a-b2335657ba3c" providerId="ADAL" clId="{37570E6E-2003-4D91-B5AC-B452EC7E0FA7}" dt="2026-10-21T12:27:36.210" v="203"/>
          <ac:picMkLst>
            <pc:docMk/>
            <pc:sldMk cId="3361059481" sldId="296"/>
            <ac:picMk id="7" creationId="{D60D42DD-FB6C-6586-7C17-A03F34AA26EA}"/>
          </ac:picMkLst>
        </pc:picChg>
      </pc:sldChg>
      <pc:sldChg chg="add modTransition modNotesTx">
        <pc:chgData name="Croney, Aynslie (NBCC)" userId="5b4b8641-5be5-4a22-b80a-b2335657ba3c" providerId="ADAL" clId="{37570E6E-2003-4D91-B5AC-B452EC7E0FA7}" dt="2026-10-21T12:55:39.652" v="476" actId="6549"/>
        <pc:sldMkLst>
          <pc:docMk/>
          <pc:sldMk cId="4168779705" sldId="29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427163" y="438150"/>
            <a:ext cx="4183062" cy="3136900"/>
          </a:xfrm>
          <a:prstGeom prst="rect">
            <a:avLst/>
          </a:prstGeom>
          <a:noFill/>
          <a:ln w="12700">
            <a:solidFill>
              <a:prstClr val="black"/>
            </a:solidFill>
          </a:ln>
        </p:spPr>
        <p:txBody>
          <a:bodyPr vert="horz" lIns="93177" tIns="46589" rIns="93177" bIns="46589" rtlCol="0" anchor="ctr"/>
          <a:lstStyle/>
          <a:p>
            <a:endParaRPr lang="en-CA"/>
          </a:p>
        </p:txBody>
      </p:sp>
      <p:sp>
        <p:nvSpPr>
          <p:cNvPr id="5" name="Notes Placeholder 4"/>
          <p:cNvSpPr>
            <a:spLocks noGrp="1"/>
          </p:cNvSpPr>
          <p:nvPr>
            <p:ph type="body" sz="quarter" idx="3"/>
          </p:nvPr>
        </p:nvSpPr>
        <p:spPr>
          <a:xfrm>
            <a:off x="701040" y="3575189"/>
            <a:ext cx="5608320" cy="5254777"/>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7876880C-38C5-4C5A-9780-E67DDEB35E6F}" type="slidenum">
              <a:rPr lang="en-CA" smtClean="0"/>
              <a:t>‹#›</a:t>
            </a:fld>
            <a:endParaRPr lang="en-CA"/>
          </a:p>
        </p:txBody>
      </p:sp>
    </p:spTree>
    <p:extLst>
      <p:ext uri="{BB962C8B-B14F-4D97-AF65-F5344CB8AC3E}">
        <p14:creationId xmlns:p14="http://schemas.microsoft.com/office/powerpoint/2010/main" val="3278426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d.ted.com/lessons/how-we-see-color-colm-kelleher"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Viral_phenomenon"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en.wikipedia.org/wiki/Dress"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youtube.com/hashtag/thedress"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globalvision.co/glossary/icc-profile"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jigsaw.vitalsource.com/books/9781118920794/epub/OPS/c04.xhtml?favre=brett#note-4"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So what is Colour</a:t>
            </a:r>
          </a:p>
          <a:p>
            <a:r>
              <a:rPr lang="en-CA" dirty="0"/>
              <a:t>In a physical sense, there is really no such thing as colour, just light waves of different wavelengths.</a:t>
            </a:r>
          </a:p>
          <a:p>
            <a:endParaRPr lang="en-CA" dirty="0"/>
          </a:p>
          <a:p>
            <a:pPr eaLnBrk="1" hangingPunct="1">
              <a:spcBef>
                <a:spcPct val="0"/>
              </a:spcBef>
              <a:buFontTx/>
              <a:buNone/>
            </a:pPr>
            <a:r>
              <a:rPr lang="en-US" altLang="en-US" dirty="0"/>
              <a:t>The human eye can distinguish among these wavelengths, so we see the world in </a:t>
            </a:r>
            <a:r>
              <a:rPr lang="en-US" altLang="en-US" dirty="0" err="1"/>
              <a:t>colour</a:t>
            </a:r>
            <a:r>
              <a:rPr lang="en-US" altLang="en-US" dirty="0"/>
              <a:t>. Rays of light vibrate at different speeds. The sensation of </a:t>
            </a:r>
            <a:r>
              <a:rPr lang="en-US" altLang="en-US" dirty="0" err="1"/>
              <a:t>colour</a:t>
            </a:r>
            <a:r>
              <a:rPr lang="en-US" altLang="en-US" dirty="0"/>
              <a:t>, which happens in our brains, is a result of our vision’s response to these different wavelengths.</a:t>
            </a:r>
          </a:p>
          <a:p>
            <a:pPr eaLnBrk="1" hangingPunct="1">
              <a:spcBef>
                <a:spcPct val="0"/>
              </a:spcBef>
              <a:buFontTx/>
              <a:buNone/>
            </a:pPr>
            <a:r>
              <a:rPr lang="en-US" altLang="en-US" dirty="0"/>
              <a:t> </a:t>
            </a:r>
          </a:p>
          <a:p>
            <a:pPr eaLnBrk="1" hangingPunct="1">
              <a:spcBef>
                <a:spcPct val="0"/>
              </a:spcBef>
              <a:buFontTx/>
              <a:buNone/>
            </a:pPr>
            <a:r>
              <a:rPr lang="en-US" altLang="en-US" dirty="0"/>
              <a:t>When taken together, the various rays our eyes can distinguish are called the visible spectrum. </a:t>
            </a:r>
          </a:p>
          <a:p>
            <a:endParaRPr lang="en-CA" dirty="0"/>
          </a:p>
          <a:p>
            <a:pPr eaLnBrk="1" hangingPunct="1">
              <a:spcBef>
                <a:spcPct val="0"/>
              </a:spcBef>
              <a:buFontTx/>
              <a:buNone/>
            </a:pPr>
            <a:r>
              <a:rPr lang="en-US" altLang="en-US" sz="1200" dirty="0">
                <a:solidFill>
                  <a:srgbClr val="BFBFBF"/>
                </a:solidFill>
              </a:rPr>
              <a:t>Image from:</a:t>
            </a:r>
          </a:p>
          <a:p>
            <a:pPr eaLnBrk="1" hangingPunct="1">
              <a:spcBef>
                <a:spcPct val="0"/>
              </a:spcBef>
              <a:buFontTx/>
              <a:buNone/>
            </a:pPr>
            <a:r>
              <a:rPr lang="en-US" altLang="en-US" sz="1200" dirty="0">
                <a:solidFill>
                  <a:srgbClr val="BFBFBF"/>
                </a:solidFill>
              </a:rPr>
              <a:t>https://sl.bing.net/ZhV6pVROSa</a:t>
            </a:r>
          </a:p>
          <a:p>
            <a:endParaRPr lang="en-CA" dirty="0"/>
          </a:p>
        </p:txBody>
      </p:sp>
      <p:sp>
        <p:nvSpPr>
          <p:cNvPr id="4" name="Slide Number Placeholder 3"/>
          <p:cNvSpPr>
            <a:spLocks noGrp="1"/>
          </p:cNvSpPr>
          <p:nvPr>
            <p:ph type="sldNum" sz="quarter" idx="5"/>
          </p:nvPr>
        </p:nvSpPr>
        <p:spPr/>
        <p:txBody>
          <a:bodyPr/>
          <a:lstStyle/>
          <a:p>
            <a:fld id="{7876880C-38C5-4C5A-9780-E67DDEB35E6F}" type="slidenum">
              <a:rPr lang="en-CA" smtClean="0"/>
              <a:t>2</a:t>
            </a:fld>
            <a:endParaRPr lang="en-CA"/>
          </a:p>
        </p:txBody>
      </p:sp>
    </p:spTree>
    <p:extLst>
      <p:ext uri="{BB962C8B-B14F-4D97-AF65-F5344CB8AC3E}">
        <p14:creationId xmlns:p14="http://schemas.microsoft.com/office/powerpoint/2010/main" val="2691872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7163" y="438150"/>
            <a:ext cx="4181475" cy="3136900"/>
          </a:xfrm>
        </p:spPr>
      </p:sp>
      <p:sp>
        <p:nvSpPr>
          <p:cNvPr id="3" name="Notes Placeholder 2"/>
          <p:cNvSpPr>
            <a:spLocks noGrp="1"/>
          </p:cNvSpPr>
          <p:nvPr>
            <p:ph type="body" idx="1"/>
          </p:nvPr>
        </p:nvSpPr>
        <p:spPr/>
        <p:txBody>
          <a:bodyPr/>
          <a:lstStyle/>
          <a:p>
            <a:pPr eaLnBrk="1" hangingPunct="1">
              <a:spcBef>
                <a:spcPct val="0"/>
              </a:spcBef>
              <a:buFontTx/>
              <a:buNone/>
            </a:pPr>
            <a:r>
              <a:rPr lang="en-US" altLang="en-US" dirty="0">
                <a:latin typeface="Century Gothic" panose="020B0502020202020204" pitchFamily="34" charset="0"/>
              </a:rPr>
              <a:t>Colour is derived from light, either natural or artiﬁcial. </a:t>
            </a:r>
          </a:p>
          <a:p>
            <a:pPr eaLnBrk="1" hangingPunct="1">
              <a:spcBef>
                <a:spcPct val="0"/>
              </a:spcBef>
              <a:buFontTx/>
              <a:buNone/>
            </a:pPr>
            <a:endParaRPr lang="en-US" altLang="en-US" dirty="0">
              <a:latin typeface="Century Gothic" panose="020B0502020202020204" pitchFamily="34" charset="0"/>
            </a:endParaRPr>
          </a:p>
          <a:p>
            <a:pPr marL="171450" indent="-171450" eaLnBrk="1" hangingPunct="1">
              <a:spcBef>
                <a:spcPct val="0"/>
              </a:spcBef>
              <a:buFont typeface="Arial" panose="020B0604020202020204" pitchFamily="34" charset="0"/>
              <a:buChar char="•"/>
            </a:pPr>
            <a:r>
              <a:rPr lang="en-US" altLang="en-US" dirty="0">
                <a:latin typeface="Century Gothic" panose="020B0502020202020204" pitchFamily="34" charset="0"/>
              </a:rPr>
              <a:t>With little light, little or no </a:t>
            </a:r>
            <a:r>
              <a:rPr lang="en-US" altLang="en-US" dirty="0" err="1">
                <a:latin typeface="Century Gothic" panose="020B0502020202020204" pitchFamily="34" charset="0"/>
              </a:rPr>
              <a:t>colour</a:t>
            </a:r>
            <a:r>
              <a:rPr lang="en-US" altLang="en-US" dirty="0">
                <a:latin typeface="Century Gothic" panose="020B0502020202020204" pitchFamily="34" charset="0"/>
              </a:rPr>
              <a:t> is present. </a:t>
            </a:r>
          </a:p>
          <a:p>
            <a:pPr marL="171450" indent="-171450" eaLnBrk="1" hangingPunct="1">
              <a:spcBef>
                <a:spcPct val="0"/>
              </a:spcBef>
              <a:buFont typeface="Arial" panose="020B0604020202020204" pitchFamily="34" charset="0"/>
              <a:buChar char="•"/>
            </a:pPr>
            <a:r>
              <a:rPr lang="en-US" altLang="en-US" dirty="0">
                <a:latin typeface="Century Gothic" panose="020B0502020202020204" pitchFamily="34" charset="0"/>
              </a:rPr>
              <a:t>With a lot of light comes lots of </a:t>
            </a:r>
            <a:r>
              <a:rPr lang="en-US" altLang="en-US" dirty="0" err="1">
                <a:latin typeface="Century Gothic" panose="020B0502020202020204" pitchFamily="34" charset="0"/>
              </a:rPr>
              <a:t>colour</a:t>
            </a:r>
            <a:r>
              <a:rPr lang="en-US" altLang="en-US" dirty="0">
                <a:latin typeface="Century Gothic" panose="020B0502020202020204" pitchFamily="34" charset="0"/>
              </a:rPr>
              <a:t>. </a:t>
            </a:r>
          </a:p>
          <a:p>
            <a:pPr marL="171450" indent="-171450" eaLnBrk="1" hangingPunct="1">
              <a:spcBef>
                <a:spcPct val="0"/>
              </a:spcBef>
              <a:buFont typeface="Arial" panose="020B0604020202020204" pitchFamily="34" charset="0"/>
              <a:buChar char="•"/>
            </a:pPr>
            <a:r>
              <a:rPr lang="en-US" altLang="en-US" dirty="0">
                <a:latin typeface="Century Gothic" panose="020B0502020202020204" pitchFamily="34" charset="0"/>
              </a:rPr>
              <a:t>Strong light produces intense </a:t>
            </a:r>
            <a:r>
              <a:rPr lang="en-US" altLang="en-US" dirty="0" err="1">
                <a:latin typeface="Century Gothic" panose="020B0502020202020204" pitchFamily="34" charset="0"/>
              </a:rPr>
              <a:t>colour</a:t>
            </a:r>
            <a:r>
              <a:rPr lang="en-US" altLang="en-US" dirty="0">
                <a:latin typeface="Century Gothic" panose="020B0502020202020204" pitchFamily="34" charset="0"/>
              </a:rPr>
              <a:t>. </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dirty="0">
                <a:latin typeface="Century Gothic" panose="020B0502020202020204" pitchFamily="34" charset="0"/>
              </a:rPr>
              <a:t>There are two types of primary </a:t>
            </a:r>
            <a:r>
              <a:rPr lang="en-US" altLang="en-US" dirty="0" err="1">
                <a:latin typeface="Century Gothic" panose="020B0502020202020204" pitchFamily="34" charset="0"/>
              </a:rPr>
              <a:t>colours</a:t>
            </a:r>
            <a:r>
              <a:rPr lang="en-US" altLang="en-US" dirty="0">
                <a:latin typeface="Century Gothic" panose="020B0502020202020204" pitchFamily="34" charset="0"/>
              </a:rPr>
              <a:t>: </a:t>
            </a:r>
            <a:r>
              <a:rPr lang="en-US" altLang="en-US" sz="1800" b="1" dirty="0">
                <a:latin typeface="Century Gothic" panose="020B0502020202020204" pitchFamily="34" charset="0"/>
              </a:rPr>
              <a:t>additive and subtractive</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dirty="0">
                <a:latin typeface="Century Gothic" panose="020B0502020202020204" pitchFamily="34" charset="0"/>
              </a:rPr>
              <a:t>Our eyes have red, green, and blue (RGB) </a:t>
            </a:r>
            <a:r>
              <a:rPr lang="en-US" altLang="en-US" dirty="0" err="1">
                <a:latin typeface="Century Gothic" panose="020B0502020202020204" pitchFamily="34" charset="0"/>
              </a:rPr>
              <a:t>colour</a:t>
            </a:r>
            <a:r>
              <a:rPr lang="en-US" altLang="en-US" dirty="0">
                <a:latin typeface="Century Gothic" panose="020B0502020202020204" pitchFamily="34" charset="0"/>
              </a:rPr>
              <a:t> receptors. RGB are the primary </a:t>
            </a:r>
            <a:r>
              <a:rPr lang="en-US" altLang="en-US" dirty="0" err="1">
                <a:latin typeface="Century Gothic" panose="020B0502020202020204" pitchFamily="34" charset="0"/>
              </a:rPr>
              <a:t>colours</a:t>
            </a:r>
            <a:r>
              <a:rPr lang="en-US" altLang="en-US" dirty="0">
                <a:latin typeface="Century Gothic" panose="020B0502020202020204" pitchFamily="34" charset="0"/>
              </a:rPr>
              <a:t> of pure light and are referred to as additive primary </a:t>
            </a:r>
            <a:r>
              <a:rPr lang="en-US" altLang="en-US" dirty="0" err="1">
                <a:latin typeface="Century Gothic" panose="020B0502020202020204" pitchFamily="34" charset="0"/>
              </a:rPr>
              <a:t>colours</a:t>
            </a:r>
            <a:r>
              <a:rPr lang="en-US" altLang="en-US" dirty="0">
                <a:latin typeface="Century Gothic" panose="020B0502020202020204" pitchFamily="34" charset="0"/>
              </a:rPr>
              <a:t>. </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dirty="0">
                <a:latin typeface="Century Gothic" panose="020B0502020202020204" pitchFamily="34" charset="0"/>
              </a:rPr>
              <a:t>The subtractive primary </a:t>
            </a:r>
            <a:r>
              <a:rPr lang="en-US" altLang="en-US" dirty="0" err="1">
                <a:latin typeface="Century Gothic" panose="020B0502020202020204" pitchFamily="34" charset="0"/>
              </a:rPr>
              <a:t>colours</a:t>
            </a:r>
            <a:r>
              <a:rPr lang="en-US" altLang="en-US" dirty="0">
                <a:latin typeface="Century Gothic" panose="020B0502020202020204" pitchFamily="34" charset="0"/>
              </a:rPr>
              <a:t>, made from reﬂected light, fall into two types: the printer’s primaries, which are cyan, magenta, and yellow (CMY), and the artist’s primaries, which are red, yellow, and blue (RYB). </a:t>
            </a:r>
          </a:p>
          <a:p>
            <a:endParaRPr lang="en-CA" dirty="0"/>
          </a:p>
          <a:p>
            <a:endParaRPr lang="en-CA" dirty="0"/>
          </a:p>
          <a:p>
            <a:r>
              <a:rPr lang="en-CA" dirty="0"/>
              <a:t>Image from: https://sl.bing.net/h5VEEg8erIG</a:t>
            </a:r>
          </a:p>
        </p:txBody>
      </p:sp>
      <p:sp>
        <p:nvSpPr>
          <p:cNvPr id="4" name="Slide Number Placeholder 3"/>
          <p:cNvSpPr>
            <a:spLocks noGrp="1"/>
          </p:cNvSpPr>
          <p:nvPr>
            <p:ph type="sldNum" sz="quarter" idx="5"/>
          </p:nvPr>
        </p:nvSpPr>
        <p:spPr/>
        <p:txBody>
          <a:bodyPr/>
          <a:lstStyle/>
          <a:p>
            <a:fld id="{7876880C-38C5-4C5A-9780-E67DDEB35E6F}" type="slidenum">
              <a:rPr lang="en-CA" smtClean="0"/>
              <a:t>3</a:t>
            </a:fld>
            <a:endParaRPr lang="en-CA"/>
          </a:p>
        </p:txBody>
      </p:sp>
    </p:spTree>
    <p:extLst>
      <p:ext uri="{BB962C8B-B14F-4D97-AF65-F5344CB8AC3E}">
        <p14:creationId xmlns:p14="http://schemas.microsoft.com/office/powerpoint/2010/main" val="3398602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When we talk about colour, we often think of it as a property of an object. In reality, colour begins as light.</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Light enters through the pupil and is focused onto the retina at the back of the eye.</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The retina contains two types of photoreceptors: rods and cones.</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Rods help us see light and dark and work well in dim lighting.</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Cones are responsible for colour vision.</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Humans typically have three types of cone cells that respond most strongly to red, green, and blue wavelengths.</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These receptors send information to the brain where colour is actually interpreted.</a:t>
            </a:r>
          </a:p>
          <a:p>
            <a:endParaRPr lang="en-CA" sz="1200" kern="1200" dirty="0">
              <a:solidFill>
                <a:schemeClr val="tx1"/>
              </a:solidFill>
              <a:effectLst/>
              <a:latin typeface="+mn-lt"/>
              <a:ea typeface="+mn-ea"/>
              <a:cs typeface="+mn-cs"/>
            </a:endParaRP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Image from https://calgary.rasc.ca/lp/lightandtheeye.html</a:t>
            </a:r>
          </a:p>
        </p:txBody>
      </p:sp>
      <p:sp>
        <p:nvSpPr>
          <p:cNvPr id="4" name="Slide Number Placeholder 3"/>
          <p:cNvSpPr>
            <a:spLocks noGrp="1"/>
          </p:cNvSpPr>
          <p:nvPr>
            <p:ph type="sldNum" sz="quarter" idx="5"/>
          </p:nvPr>
        </p:nvSpPr>
        <p:spPr/>
        <p:txBody>
          <a:bodyPr/>
          <a:lstStyle/>
          <a:p>
            <a:fld id="{7876880C-38C5-4C5A-9780-E67DDEB35E6F}" type="slidenum">
              <a:rPr lang="en-CA" smtClean="0"/>
              <a:t>4</a:t>
            </a:fld>
            <a:endParaRPr lang="en-CA"/>
          </a:p>
        </p:txBody>
      </p:sp>
    </p:spTree>
    <p:extLst>
      <p:ext uri="{BB962C8B-B14F-4D97-AF65-F5344CB8AC3E}">
        <p14:creationId xmlns:p14="http://schemas.microsoft.com/office/powerpoint/2010/main" val="2178408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What we call colour does not exist inside objects.</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Objects only reflect certain wavelengths of light.</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The eye captures those wavelengths, but the brain decides what colour we perceive.</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This is why two people can sometimes disagree about colour.</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Our brains compensate for lighting conditions and surrounding colours.</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This becomes important when making design decisions because users may not all perceive colour exactly the same way.</a:t>
            </a:r>
          </a:p>
          <a:p>
            <a:endParaRPr lang="en-CA" sz="1200" kern="1200" dirty="0">
              <a:solidFill>
                <a:schemeClr val="tx1"/>
              </a:solidFill>
              <a:effectLst/>
              <a:latin typeface="+mn-lt"/>
              <a:ea typeface="+mn-ea"/>
              <a:cs typeface="+mn-cs"/>
            </a:endParaRP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Image from: https://sl.bing.net/iyOrrBC36FU</a:t>
            </a:r>
            <a:endParaRPr lang="en-CA" dirty="0"/>
          </a:p>
        </p:txBody>
      </p:sp>
      <p:sp>
        <p:nvSpPr>
          <p:cNvPr id="4" name="Slide Number Placeholder 3"/>
          <p:cNvSpPr>
            <a:spLocks noGrp="1"/>
          </p:cNvSpPr>
          <p:nvPr>
            <p:ph type="sldNum" sz="quarter" idx="5"/>
          </p:nvPr>
        </p:nvSpPr>
        <p:spPr/>
        <p:txBody>
          <a:bodyPr/>
          <a:lstStyle/>
          <a:p>
            <a:fld id="{7876880C-38C5-4C5A-9780-E67DDEB35E6F}" type="slidenum">
              <a:rPr lang="en-CA" smtClean="0"/>
              <a:t>5</a:t>
            </a:fld>
            <a:endParaRPr lang="en-CA"/>
          </a:p>
        </p:txBody>
      </p:sp>
    </p:spTree>
    <p:extLst>
      <p:ext uri="{BB962C8B-B14F-4D97-AF65-F5344CB8AC3E}">
        <p14:creationId xmlns:p14="http://schemas.microsoft.com/office/powerpoint/2010/main" val="108644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We've talked about how light enters the eye and how the brain interprets colour. Let's watch a short animation that brings all of those concepts together visually.</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PLAY VIDEO</a:t>
            </a:r>
          </a:p>
          <a:p>
            <a:endParaRPr lang="en-CA" sz="1200" kern="1200" dirty="0">
              <a:solidFill>
                <a:schemeClr val="tx1"/>
              </a:solidFill>
              <a:effectLst/>
              <a:latin typeface="+mn-lt"/>
              <a:ea typeface="+mn-ea"/>
              <a:cs typeface="+mn-cs"/>
            </a:endParaRPr>
          </a:p>
          <a:p>
            <a:r>
              <a:rPr lang="en-CA" dirty="0">
                <a:hlinkClick r:id="rId3"/>
              </a:rPr>
              <a:t>How we see color - Colm Kelleher | TED-Ed</a:t>
            </a:r>
            <a:endParaRPr lang="en-CA" dirty="0"/>
          </a:p>
          <a:p>
            <a:r>
              <a:rPr lang="en-CA" dirty="0"/>
              <a:t>https://ed.ted.com/lessons/how-we-see-color-colm-kelleher</a:t>
            </a:r>
          </a:p>
        </p:txBody>
      </p:sp>
      <p:sp>
        <p:nvSpPr>
          <p:cNvPr id="4" name="Slide Number Placeholder 3"/>
          <p:cNvSpPr>
            <a:spLocks noGrp="1"/>
          </p:cNvSpPr>
          <p:nvPr>
            <p:ph type="sldNum" sz="quarter" idx="5"/>
          </p:nvPr>
        </p:nvSpPr>
        <p:spPr/>
        <p:txBody>
          <a:bodyPr/>
          <a:lstStyle/>
          <a:p>
            <a:fld id="{7876880C-38C5-4C5A-9780-E67DDEB35E6F}" type="slidenum">
              <a:rPr lang="en-CA" smtClean="0"/>
              <a:t>6</a:t>
            </a:fld>
            <a:endParaRPr lang="en-CA"/>
          </a:p>
        </p:txBody>
      </p:sp>
    </p:spTree>
    <p:extLst>
      <p:ext uri="{BB962C8B-B14F-4D97-AF65-F5344CB8AC3E}">
        <p14:creationId xmlns:p14="http://schemas.microsoft.com/office/powerpoint/2010/main" val="2955855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i="1" dirty="0"/>
              <a:t>The dress</a:t>
            </a:r>
            <a:r>
              <a:rPr lang="en-US" altLang="en-US" dirty="0"/>
              <a:t> is a photograph that became a </a:t>
            </a:r>
            <a:r>
              <a:rPr lang="en-US" altLang="en-US" dirty="0">
                <a:hlinkClick r:id="rId3" tooltip="Viral phenomenon"/>
              </a:rPr>
              <a:t>viral</a:t>
            </a:r>
            <a:r>
              <a:rPr lang="en-US" altLang="en-US" dirty="0"/>
              <a:t> internet sensation on 26 February 2015, when viewers disagreed over whether the dress pictured was </a:t>
            </a:r>
            <a:r>
              <a:rPr lang="en-US" altLang="en-US" dirty="0" err="1"/>
              <a:t>coloured</a:t>
            </a:r>
            <a:r>
              <a:rPr lang="en-US" altLang="en-US" dirty="0"/>
              <a:t> black and royal blue, or white and gold. </a:t>
            </a:r>
          </a:p>
          <a:p>
            <a:endParaRPr lang="en-US" altLang="en-US" dirty="0"/>
          </a:p>
          <a:p>
            <a:r>
              <a:rPr lang="en-US" altLang="en-US" dirty="0"/>
              <a:t>The phenomenon revealed differences in human </a:t>
            </a:r>
            <a:r>
              <a:rPr lang="en-US" altLang="en-US" dirty="0" err="1"/>
              <a:t>colour</a:t>
            </a:r>
            <a:r>
              <a:rPr lang="en-US" altLang="en-US" dirty="0"/>
              <a:t> perception, </a:t>
            </a:r>
          </a:p>
          <a:p>
            <a:endParaRPr lang="en-US" altLang="en-US" dirty="0"/>
          </a:p>
          <a:p>
            <a:r>
              <a:rPr lang="en-US" altLang="en-US" dirty="0"/>
              <a:t>Let’s take a vote: Who sees:</a:t>
            </a:r>
          </a:p>
          <a:p>
            <a:r>
              <a:rPr lang="en-US" altLang="en-US" dirty="0"/>
              <a:t>White and Gold</a:t>
            </a:r>
          </a:p>
          <a:p>
            <a:r>
              <a:rPr lang="en-US" altLang="en-US" dirty="0"/>
              <a:t>Black and Blue</a:t>
            </a:r>
          </a:p>
          <a:p>
            <a:endParaRPr lang="en-US" altLang="en-US" dirty="0"/>
          </a:p>
          <a:p>
            <a:r>
              <a:rPr lang="en-US" altLang="en-US" dirty="0"/>
              <a:t>The photo originated from a washed-out </a:t>
            </a:r>
            <a:r>
              <a:rPr lang="en-US" altLang="en-US" dirty="0" err="1"/>
              <a:t>colour</a:t>
            </a:r>
            <a:r>
              <a:rPr lang="en-US" altLang="en-US" dirty="0"/>
              <a:t> photograph of a </a:t>
            </a:r>
            <a:r>
              <a:rPr lang="en-US" altLang="en-US" dirty="0">
                <a:hlinkClick r:id="rId4" tooltip="Dress"/>
              </a:rPr>
              <a:t>dress</a:t>
            </a:r>
            <a:r>
              <a:rPr lang="en-US" altLang="en-US" dirty="0"/>
              <a:t> confirmed as black and blue</a:t>
            </a:r>
            <a:endParaRPr lang="en-US" altLang="en-US" dirty="0">
              <a:latin typeface="Century Gothic" panose="020B0502020202020204" pitchFamily="34" charset="0"/>
            </a:endParaRPr>
          </a:p>
          <a:p>
            <a:endParaRPr lang="en-CA" dirty="0"/>
          </a:p>
        </p:txBody>
      </p:sp>
      <p:sp>
        <p:nvSpPr>
          <p:cNvPr id="4" name="Slide Number Placeholder 3"/>
          <p:cNvSpPr>
            <a:spLocks noGrp="1"/>
          </p:cNvSpPr>
          <p:nvPr>
            <p:ph type="sldNum" sz="quarter" idx="5"/>
          </p:nvPr>
        </p:nvSpPr>
        <p:spPr/>
        <p:txBody>
          <a:bodyPr/>
          <a:lstStyle/>
          <a:p>
            <a:fld id="{7876880C-38C5-4C5A-9780-E67DDEB35E6F}" type="slidenum">
              <a:rPr lang="en-CA" smtClean="0"/>
              <a:t>7</a:t>
            </a:fld>
            <a:endParaRPr lang="en-CA"/>
          </a:p>
        </p:txBody>
      </p:sp>
    </p:spTree>
    <p:extLst>
      <p:ext uri="{BB962C8B-B14F-4D97-AF65-F5344CB8AC3E}">
        <p14:creationId xmlns:p14="http://schemas.microsoft.com/office/powerpoint/2010/main" val="3005842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BEFORE VIDEO:</a:t>
            </a:r>
          </a:p>
          <a:p>
            <a:r>
              <a:rPr lang="en-CA" sz="1200" kern="1200" dirty="0">
                <a:solidFill>
                  <a:schemeClr val="tx1"/>
                </a:solidFill>
                <a:effectLst/>
                <a:latin typeface="+mn-lt"/>
                <a:ea typeface="+mn-ea"/>
                <a:cs typeface="+mn-cs"/>
              </a:rPr>
              <a:t>If colour perception is created by the brain, then two people can sometimes see the same thing differently. Let's look at one of the most famous examples of this phenomenon.</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AFTER VIDEO:</a:t>
            </a:r>
          </a:p>
          <a:p>
            <a:r>
              <a:rPr lang="en-CA" sz="1200" kern="1200" dirty="0">
                <a:solidFill>
                  <a:schemeClr val="tx1"/>
                </a:solidFill>
                <a:effectLst/>
                <a:latin typeface="+mn-lt"/>
                <a:ea typeface="+mn-ea"/>
                <a:cs typeface="+mn-cs"/>
              </a:rPr>
              <a:t>The important takeaway isn't whether the dress is blue and black or white and gold. The key lesson is that colour is influenced by context, lighting, and how our brains interpret visual information.</a:t>
            </a:r>
          </a:p>
          <a:p>
            <a:endParaRPr lang="en-CA" sz="1200" kern="1200" dirty="0">
              <a:solidFill>
                <a:schemeClr val="tx1"/>
              </a:solidFill>
              <a:effectLst/>
              <a:latin typeface="+mn-lt"/>
              <a:ea typeface="+mn-ea"/>
              <a:cs typeface="+mn-cs"/>
            </a:endParaRPr>
          </a:p>
          <a:p>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i="0" kern="1200" dirty="0">
                <a:solidFill>
                  <a:schemeClr val="tx1"/>
                </a:solidFill>
                <a:effectLst/>
                <a:latin typeface="+mn-lt"/>
                <a:ea typeface="+mn-ea"/>
                <a:cs typeface="+mn-cs"/>
              </a:rPr>
              <a:t>What </a:t>
            </a:r>
            <a:r>
              <a:rPr lang="en-CA" sz="1200" b="1" i="0" kern="1200" dirty="0">
                <a:solidFill>
                  <a:schemeClr val="tx1"/>
                </a:solidFill>
                <a:effectLst/>
                <a:latin typeface="+mn-lt"/>
                <a:ea typeface="+mn-ea"/>
                <a:cs typeface="+mn-cs"/>
                <a:hlinkClick r:id="rId3"/>
              </a:rPr>
              <a:t>#TheDress</a:t>
            </a:r>
            <a:r>
              <a:rPr lang="en-CA" sz="1200" b="1" i="0" kern="1200" dirty="0">
                <a:solidFill>
                  <a:schemeClr val="tx1"/>
                </a:solidFill>
                <a:effectLst/>
                <a:latin typeface="+mn-lt"/>
                <a:ea typeface="+mn-ea"/>
                <a:cs typeface="+mn-cs"/>
              </a:rPr>
              <a:t> Tells Us About Color Perception</a:t>
            </a:r>
          </a:p>
          <a:p>
            <a:r>
              <a:rPr lang="en-CA" sz="1200" kern="1200" dirty="0">
                <a:solidFill>
                  <a:schemeClr val="tx1"/>
                </a:solidFill>
                <a:effectLst/>
                <a:latin typeface="+mn-lt"/>
                <a:ea typeface="+mn-ea"/>
                <a:cs typeface="+mn-cs"/>
              </a:rPr>
              <a:t>By Seeker</a:t>
            </a:r>
          </a:p>
          <a:p>
            <a:r>
              <a:rPr lang="en-CA" dirty="0"/>
              <a:t>https://youtu.be/LaC8fVbHuYk?si=E7CzCxGI9pvRS_lc</a:t>
            </a:r>
          </a:p>
        </p:txBody>
      </p:sp>
      <p:sp>
        <p:nvSpPr>
          <p:cNvPr id="4" name="Slide Number Placeholder 3"/>
          <p:cNvSpPr>
            <a:spLocks noGrp="1"/>
          </p:cNvSpPr>
          <p:nvPr>
            <p:ph type="sldNum" sz="quarter" idx="5"/>
          </p:nvPr>
        </p:nvSpPr>
        <p:spPr/>
        <p:txBody>
          <a:bodyPr/>
          <a:lstStyle/>
          <a:p>
            <a:fld id="{7876880C-38C5-4C5A-9780-E67DDEB35E6F}" type="slidenum">
              <a:rPr lang="en-CA" smtClean="0"/>
              <a:t>8</a:t>
            </a:fld>
            <a:endParaRPr lang="en-CA"/>
          </a:p>
        </p:txBody>
      </p:sp>
    </p:spTree>
    <p:extLst>
      <p:ext uri="{BB962C8B-B14F-4D97-AF65-F5344CB8AC3E}">
        <p14:creationId xmlns:p14="http://schemas.microsoft.com/office/powerpoint/2010/main" val="4221915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buFontTx/>
              <a:buNone/>
            </a:pPr>
            <a:r>
              <a:rPr lang="en-US" altLang="en-US" dirty="0">
                <a:latin typeface="Century Gothic" panose="020B0502020202020204" pitchFamily="34" charset="0"/>
              </a:rPr>
              <a:t>Designers working with rays of </a:t>
            </a:r>
            <a:r>
              <a:rPr lang="en-US" altLang="en-US" dirty="0" err="1">
                <a:latin typeface="Century Gothic" panose="020B0502020202020204" pitchFamily="34" charset="0"/>
              </a:rPr>
              <a:t>coloured</a:t>
            </a:r>
            <a:r>
              <a:rPr lang="en-US" altLang="en-US" dirty="0">
                <a:latin typeface="Century Gothic" panose="020B0502020202020204" pitchFamily="34" charset="0"/>
              </a:rPr>
              <a:t> light, as on computer screens, they use additive </a:t>
            </a:r>
            <a:r>
              <a:rPr lang="en-US" altLang="en-US" dirty="0" err="1">
                <a:latin typeface="Century Gothic" panose="020B0502020202020204" pitchFamily="34" charset="0"/>
              </a:rPr>
              <a:t>colours</a:t>
            </a:r>
            <a:r>
              <a:rPr lang="en-US" altLang="en-US" dirty="0">
                <a:latin typeface="Century Gothic" panose="020B0502020202020204" pitchFamily="34" charset="0"/>
              </a:rPr>
              <a:t>, or RGB. </a:t>
            </a:r>
          </a:p>
          <a:p>
            <a:pPr eaLnBrk="1" hangingPunct="1">
              <a:spcBef>
                <a:spcPct val="0"/>
              </a:spcBef>
              <a:buFontTx/>
              <a:buNone/>
            </a:pPr>
            <a:r>
              <a:rPr lang="en-US" altLang="en-US" dirty="0">
                <a:latin typeface="Century Gothic" panose="020B0502020202020204" pitchFamily="34" charset="0"/>
              </a:rPr>
              <a:t>When these </a:t>
            </a:r>
            <a:r>
              <a:rPr lang="en-US" altLang="en-US" dirty="0" err="1">
                <a:latin typeface="Century Gothic" panose="020B0502020202020204" pitchFamily="34" charset="0"/>
              </a:rPr>
              <a:t>colours</a:t>
            </a:r>
            <a:r>
              <a:rPr lang="en-US" altLang="en-US" dirty="0">
                <a:latin typeface="Century Gothic" panose="020B0502020202020204" pitchFamily="34" charset="0"/>
              </a:rPr>
              <a:t> overlap, other </a:t>
            </a:r>
            <a:r>
              <a:rPr lang="en-US" altLang="en-US" dirty="0" err="1">
                <a:latin typeface="Century Gothic" panose="020B0502020202020204" pitchFamily="34" charset="0"/>
              </a:rPr>
              <a:t>colours</a:t>
            </a:r>
            <a:r>
              <a:rPr lang="en-US" altLang="en-US" dirty="0">
                <a:latin typeface="Century Gothic" panose="020B0502020202020204" pitchFamily="34" charset="0"/>
              </a:rPr>
              <a:t> are produced: </a:t>
            </a:r>
          </a:p>
          <a:p>
            <a:pPr marL="171450" indent="-171450" eaLnBrk="1" hangingPunct="1">
              <a:spcBef>
                <a:spcPct val="0"/>
              </a:spcBef>
              <a:buFont typeface="Arial" panose="020B0604020202020204" pitchFamily="34" charset="0"/>
              <a:buChar char="•"/>
            </a:pPr>
            <a:r>
              <a:rPr lang="en-US" altLang="en-US" dirty="0">
                <a:latin typeface="Century Gothic" panose="020B0502020202020204" pitchFamily="34" charset="0"/>
              </a:rPr>
              <a:t>red and blue light form cyan; </a:t>
            </a:r>
          </a:p>
          <a:p>
            <a:pPr marL="171450" indent="-171450" eaLnBrk="1" hangingPunct="1">
              <a:spcBef>
                <a:spcPct val="0"/>
              </a:spcBef>
              <a:buFont typeface="Arial" panose="020B0604020202020204" pitchFamily="34" charset="0"/>
              <a:buChar char="•"/>
            </a:pPr>
            <a:r>
              <a:rPr lang="en-US" altLang="en-US" dirty="0">
                <a:latin typeface="Century Gothic" panose="020B0502020202020204" pitchFamily="34" charset="0"/>
              </a:rPr>
              <a:t>red and green light form yellow; and </a:t>
            </a:r>
          </a:p>
          <a:p>
            <a:pPr marL="171450" indent="-171450" eaLnBrk="1" hangingPunct="1">
              <a:spcBef>
                <a:spcPct val="0"/>
              </a:spcBef>
              <a:buFont typeface="Arial" panose="020B0604020202020204" pitchFamily="34" charset="0"/>
              <a:buChar char="•"/>
            </a:pPr>
            <a:r>
              <a:rPr lang="en-US" altLang="en-US" dirty="0">
                <a:latin typeface="Century Gothic" panose="020B0502020202020204" pitchFamily="34" charset="0"/>
              </a:rPr>
              <a:t>green and blue light form magenta. </a:t>
            </a:r>
          </a:p>
          <a:p>
            <a:pPr marL="171450" indent="-171450" eaLnBrk="1" hangingPunct="1">
              <a:spcBef>
                <a:spcPct val="0"/>
              </a:spcBef>
              <a:buFont typeface="Arial" panose="020B0604020202020204" pitchFamily="34" charset="0"/>
              <a:buChar char="•"/>
            </a:pPr>
            <a:r>
              <a:rPr lang="en-US" altLang="en-US" dirty="0">
                <a:latin typeface="Century Gothic" panose="020B0502020202020204" pitchFamily="34" charset="0"/>
              </a:rPr>
              <a:t>When all three additive primaries overlap, white light is produced. </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dirty="0">
                <a:latin typeface="Century Gothic" panose="020B0502020202020204" pitchFamily="34" charset="0"/>
              </a:rPr>
              <a:t>Thus, white light is the combined presence of all </a:t>
            </a:r>
            <a:r>
              <a:rPr lang="en-US" altLang="en-US" dirty="0" err="1">
                <a:latin typeface="Century Gothic" panose="020B0502020202020204" pitchFamily="34" charset="0"/>
              </a:rPr>
              <a:t>colour</a:t>
            </a:r>
            <a:r>
              <a:rPr lang="en-US" altLang="en-US" dirty="0">
                <a:latin typeface="Century Gothic" panose="020B0502020202020204" pitchFamily="34" charset="0"/>
              </a:rPr>
              <a:t> wavelengths. </a:t>
            </a:r>
          </a:p>
          <a:p>
            <a:pPr eaLnBrk="1" hangingPunct="1">
              <a:spcBef>
                <a:spcPct val="0"/>
              </a:spcBef>
              <a:buFontTx/>
              <a:buNone/>
            </a:pPr>
            <a:r>
              <a:rPr lang="en-US" altLang="en-US" dirty="0">
                <a:latin typeface="Century Gothic" panose="020B0502020202020204" pitchFamily="34" charset="0"/>
              </a:rPr>
              <a:t>We call them additive because all together, these primaries create white. </a:t>
            </a:r>
          </a:p>
          <a:p>
            <a:pPr eaLnBrk="1" hangingPunct="1">
              <a:spcBef>
                <a:spcPct val="0"/>
              </a:spcBef>
              <a:buFontTx/>
              <a:buNone/>
            </a:pPr>
            <a:r>
              <a:rPr lang="en-US" altLang="en-US" dirty="0">
                <a:latin typeface="Century Gothic" panose="020B0502020202020204" pitchFamily="34" charset="0"/>
              </a:rPr>
              <a:t>RGB reﬂects actual human </a:t>
            </a:r>
            <a:r>
              <a:rPr lang="en-US" altLang="en-US" dirty="0" err="1">
                <a:latin typeface="Century Gothic" panose="020B0502020202020204" pitchFamily="34" charset="0"/>
              </a:rPr>
              <a:t>colour</a:t>
            </a:r>
            <a:r>
              <a:rPr lang="en-US" altLang="en-US" dirty="0">
                <a:latin typeface="Century Gothic" panose="020B0502020202020204" pitchFamily="34" charset="0"/>
              </a:rPr>
              <a:t> receptors. </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dirty="0">
                <a:latin typeface="Century Gothic" panose="020B0502020202020204" pitchFamily="34" charset="0"/>
              </a:rPr>
              <a:t>Mixtures of these primary </a:t>
            </a:r>
            <a:r>
              <a:rPr lang="en-US" altLang="en-US" dirty="0" err="1">
                <a:latin typeface="Century Gothic" panose="020B0502020202020204" pitchFamily="34" charset="0"/>
              </a:rPr>
              <a:t>colours</a:t>
            </a:r>
            <a:r>
              <a:rPr lang="en-US" altLang="en-US" dirty="0">
                <a:latin typeface="Century Gothic" panose="020B0502020202020204" pitchFamily="34" charset="0"/>
              </a:rPr>
              <a:t> produce a large part of the human </a:t>
            </a:r>
            <a:r>
              <a:rPr lang="en-US" altLang="en-US" dirty="0" err="1">
                <a:latin typeface="Century Gothic" panose="020B0502020202020204" pitchFamily="34" charset="0"/>
              </a:rPr>
              <a:t>colour</a:t>
            </a:r>
            <a:r>
              <a:rPr lang="en-US" altLang="en-US" dirty="0">
                <a:latin typeface="Century Gothic" panose="020B0502020202020204" pitchFamily="34" charset="0"/>
              </a:rPr>
              <a:t> experience. </a:t>
            </a:r>
          </a:p>
          <a:p>
            <a:pPr eaLnBrk="1" hangingPunct="1">
              <a:spcBef>
                <a:spcPct val="0"/>
              </a:spcBef>
              <a:buFontTx/>
              <a:buNone/>
            </a:pPr>
            <a:endParaRPr lang="en-US" altLang="en-US" dirty="0">
              <a:latin typeface="Century Gothic" panose="020B0502020202020204" pitchFamily="34" charset="0"/>
            </a:endParaRPr>
          </a:p>
          <a:p>
            <a:endParaRPr lang="en-CA" dirty="0"/>
          </a:p>
        </p:txBody>
      </p:sp>
      <p:sp>
        <p:nvSpPr>
          <p:cNvPr id="4" name="Slide Number Placeholder 3"/>
          <p:cNvSpPr>
            <a:spLocks noGrp="1"/>
          </p:cNvSpPr>
          <p:nvPr>
            <p:ph type="sldNum" sz="quarter" idx="5"/>
          </p:nvPr>
        </p:nvSpPr>
        <p:spPr/>
        <p:txBody>
          <a:bodyPr/>
          <a:lstStyle/>
          <a:p>
            <a:fld id="{7876880C-38C5-4C5A-9780-E67DDEB35E6F}" type="slidenum">
              <a:rPr lang="en-CA" smtClean="0"/>
              <a:t>9</a:t>
            </a:fld>
            <a:endParaRPr lang="en-CA"/>
          </a:p>
        </p:txBody>
      </p:sp>
    </p:spTree>
    <p:extLst>
      <p:ext uri="{BB962C8B-B14F-4D97-AF65-F5344CB8AC3E}">
        <p14:creationId xmlns:p14="http://schemas.microsoft.com/office/powerpoint/2010/main" val="19421754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buFontTx/>
              <a:buNone/>
            </a:pPr>
            <a:r>
              <a:rPr lang="en-US" altLang="en-US" dirty="0">
                <a:latin typeface="Century Gothic" panose="020B0502020202020204" pitchFamily="34" charset="0"/>
              </a:rPr>
              <a:t>All objects have physical properties that cause them to absorb some </a:t>
            </a:r>
            <a:r>
              <a:rPr lang="en-US" altLang="en-US" dirty="0" err="1">
                <a:latin typeface="Century Gothic" panose="020B0502020202020204" pitchFamily="34" charset="0"/>
              </a:rPr>
              <a:t>colour</a:t>
            </a:r>
            <a:r>
              <a:rPr lang="en-US" altLang="en-US" dirty="0">
                <a:latin typeface="Century Gothic" panose="020B0502020202020204" pitchFamily="34" charset="0"/>
              </a:rPr>
              <a:t> waves and reﬂect others. </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dirty="0" err="1">
                <a:latin typeface="Century Gothic" panose="020B0502020202020204" pitchFamily="34" charset="0"/>
              </a:rPr>
              <a:t>colour</a:t>
            </a:r>
            <a:r>
              <a:rPr lang="en-US" altLang="en-US" dirty="0">
                <a:latin typeface="Century Gothic" panose="020B0502020202020204" pitchFamily="34" charset="0"/>
              </a:rPr>
              <a:t>, when applied to a surface such as canvas or paper, has the same characteristic. </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dirty="0">
                <a:latin typeface="Century Gothic" panose="020B0502020202020204" pitchFamily="34" charset="0"/>
              </a:rPr>
              <a:t>The sensation of </a:t>
            </a:r>
            <a:r>
              <a:rPr lang="en-US" altLang="en-US" dirty="0" err="1">
                <a:latin typeface="Century Gothic" panose="020B0502020202020204" pitchFamily="34" charset="0"/>
              </a:rPr>
              <a:t>colour</a:t>
            </a:r>
            <a:r>
              <a:rPr lang="en-US" altLang="en-US" dirty="0">
                <a:latin typeface="Century Gothic" panose="020B0502020202020204" pitchFamily="34" charset="0"/>
              </a:rPr>
              <a:t> is produced when a surface absorbs all the wavelengths except those the eyes perceive. </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dirty="0">
                <a:latin typeface="Century Gothic" panose="020B0502020202020204" pitchFamily="34" charset="0"/>
              </a:rPr>
              <a:t>When </a:t>
            </a:r>
            <a:r>
              <a:rPr lang="en-US" altLang="en-US" dirty="0" err="1">
                <a:latin typeface="Century Gothic" panose="020B0502020202020204" pitchFamily="34" charset="0"/>
              </a:rPr>
              <a:t>colour</a:t>
            </a:r>
            <a:r>
              <a:rPr lang="en-US" altLang="en-US" dirty="0">
                <a:latin typeface="Century Gothic" panose="020B0502020202020204" pitchFamily="34" charset="0"/>
              </a:rPr>
              <a:t> is experienced through reﬂected light, it is called subtractive. </a:t>
            </a:r>
          </a:p>
          <a:p>
            <a:endParaRPr lang="en-CA" dirty="0"/>
          </a:p>
        </p:txBody>
      </p:sp>
      <p:sp>
        <p:nvSpPr>
          <p:cNvPr id="4" name="Slide Number Placeholder 3"/>
          <p:cNvSpPr>
            <a:spLocks noGrp="1"/>
          </p:cNvSpPr>
          <p:nvPr>
            <p:ph type="sldNum" sz="quarter" idx="5"/>
          </p:nvPr>
        </p:nvSpPr>
        <p:spPr/>
        <p:txBody>
          <a:bodyPr/>
          <a:lstStyle/>
          <a:p>
            <a:fld id="{7876880C-38C5-4C5A-9780-E67DDEB35E6F}" type="slidenum">
              <a:rPr lang="en-CA" smtClean="0"/>
              <a:t>10</a:t>
            </a:fld>
            <a:endParaRPr lang="en-CA"/>
          </a:p>
        </p:txBody>
      </p:sp>
    </p:spTree>
    <p:extLst>
      <p:ext uri="{BB962C8B-B14F-4D97-AF65-F5344CB8AC3E}">
        <p14:creationId xmlns:p14="http://schemas.microsoft.com/office/powerpoint/2010/main" val="3300276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5E2AB-BFF8-88FD-AB39-D2FB14D904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EBB4F7-8137-F4DE-F013-9FE5FAB9F6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BBDD91-16BE-CFA9-9F54-3BC5FEADED29}"/>
              </a:ext>
            </a:extLst>
          </p:cNvPr>
          <p:cNvSpPr>
            <a:spLocks noGrp="1"/>
          </p:cNvSpPr>
          <p:nvPr>
            <p:ph type="body" idx="1"/>
          </p:nvPr>
        </p:nvSpPr>
        <p:spPr/>
        <p:txBody>
          <a:bodyPr/>
          <a:lstStyle/>
          <a:p>
            <a:pPr eaLnBrk="1" hangingPunct="1">
              <a:spcBef>
                <a:spcPct val="0"/>
              </a:spcBef>
              <a:buFontTx/>
              <a:buNone/>
            </a:pPr>
            <a:r>
              <a:rPr lang="en-US" altLang="en-US" dirty="0">
                <a:latin typeface="Century Gothic" panose="020B0502020202020204" pitchFamily="34" charset="0"/>
              </a:rPr>
              <a:t>In the RYB triad, </a:t>
            </a:r>
          </a:p>
          <a:p>
            <a:pPr marL="171450" indent="-171450" eaLnBrk="1" hangingPunct="1">
              <a:spcBef>
                <a:spcPct val="0"/>
              </a:spcBef>
              <a:buFont typeface="Arial" panose="020B0604020202020204" pitchFamily="34" charset="0"/>
              <a:buChar char="•"/>
            </a:pPr>
            <a:r>
              <a:rPr lang="en-US" altLang="en-US" dirty="0">
                <a:latin typeface="Century Gothic" panose="020B0502020202020204" pitchFamily="34" charset="0"/>
              </a:rPr>
              <a:t>red combines with yellow to produce orange, </a:t>
            </a:r>
          </a:p>
          <a:p>
            <a:pPr marL="171450" indent="-171450" eaLnBrk="1" hangingPunct="1">
              <a:spcBef>
                <a:spcPct val="0"/>
              </a:spcBef>
              <a:buFont typeface="Arial" panose="020B0604020202020204" pitchFamily="34" charset="0"/>
              <a:buChar char="•"/>
            </a:pPr>
            <a:r>
              <a:rPr lang="en-US" altLang="en-US" dirty="0">
                <a:latin typeface="Century Gothic" panose="020B0502020202020204" pitchFamily="34" charset="0"/>
              </a:rPr>
              <a:t>red and blue create violet (purple), and </a:t>
            </a:r>
          </a:p>
          <a:p>
            <a:pPr marL="171450" indent="-171450" eaLnBrk="1" hangingPunct="1">
              <a:spcBef>
                <a:spcPct val="0"/>
              </a:spcBef>
              <a:buFont typeface="Arial" panose="020B0604020202020204" pitchFamily="34" charset="0"/>
              <a:buChar char="•"/>
            </a:pPr>
            <a:r>
              <a:rPr lang="en-US" altLang="en-US" dirty="0">
                <a:latin typeface="Century Gothic" panose="020B0502020202020204" pitchFamily="34" charset="0"/>
              </a:rPr>
              <a:t>blue and yellow create green. </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dirty="0">
                <a:latin typeface="Century Gothic" panose="020B0502020202020204" pitchFamily="34" charset="0"/>
              </a:rPr>
              <a:t>RYB, the primary </a:t>
            </a:r>
            <a:r>
              <a:rPr lang="en-US" altLang="en-US" dirty="0" err="1">
                <a:latin typeface="Century Gothic" panose="020B0502020202020204" pitchFamily="34" charset="0"/>
              </a:rPr>
              <a:t>colour</a:t>
            </a:r>
            <a:r>
              <a:rPr lang="en-US" altLang="en-US" dirty="0">
                <a:latin typeface="Century Gothic" panose="020B0502020202020204" pitchFamily="34" charset="0"/>
              </a:rPr>
              <a:t> system used in art classes, forms the basis of most </a:t>
            </a:r>
            <a:r>
              <a:rPr lang="en-US" altLang="en-US" dirty="0" err="1">
                <a:latin typeface="Century Gothic" panose="020B0502020202020204" pitchFamily="34" charset="0"/>
              </a:rPr>
              <a:t>colour</a:t>
            </a:r>
            <a:r>
              <a:rPr lang="en-US" altLang="en-US" dirty="0">
                <a:latin typeface="Century Gothic" panose="020B0502020202020204" pitchFamily="34" charset="0"/>
              </a:rPr>
              <a:t> theory. </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dirty="0">
                <a:latin typeface="Century Gothic" panose="020B0502020202020204" pitchFamily="34" charset="0"/>
              </a:rPr>
              <a:t>As with CMYK, when all the primary colors are combined, black is produced—no color is reﬂected. </a:t>
            </a:r>
          </a:p>
          <a:p>
            <a:endParaRPr lang="en-CA" dirty="0"/>
          </a:p>
        </p:txBody>
      </p:sp>
      <p:sp>
        <p:nvSpPr>
          <p:cNvPr id="4" name="Slide Number Placeholder 3">
            <a:extLst>
              <a:ext uri="{FF2B5EF4-FFF2-40B4-BE49-F238E27FC236}">
                <a16:creationId xmlns:a16="http://schemas.microsoft.com/office/drawing/2014/main" id="{B3B6D898-995C-DFC0-2FCB-B2405153CC0D}"/>
              </a:ext>
            </a:extLst>
          </p:cNvPr>
          <p:cNvSpPr>
            <a:spLocks noGrp="1"/>
          </p:cNvSpPr>
          <p:nvPr>
            <p:ph type="sldNum" sz="quarter" idx="5"/>
          </p:nvPr>
        </p:nvSpPr>
        <p:spPr/>
        <p:txBody>
          <a:bodyPr/>
          <a:lstStyle/>
          <a:p>
            <a:fld id="{7876880C-38C5-4C5A-9780-E67DDEB35E6F}" type="slidenum">
              <a:rPr lang="en-CA" smtClean="0"/>
              <a:t>11</a:t>
            </a:fld>
            <a:endParaRPr lang="en-CA"/>
          </a:p>
        </p:txBody>
      </p:sp>
    </p:spTree>
    <p:extLst>
      <p:ext uri="{BB962C8B-B14F-4D97-AF65-F5344CB8AC3E}">
        <p14:creationId xmlns:p14="http://schemas.microsoft.com/office/powerpoint/2010/main" val="34959728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A common frustration for designers is creating something on screen that looks amazing and then seeing it printed differently.</a:t>
            </a:r>
          </a:p>
          <a:p>
            <a:pPr marL="171450" indent="-171450">
              <a:buFont typeface="Arial" panose="020B0604020202020204" pitchFamily="34" charset="0"/>
              <a:buChar char="•"/>
            </a:pPr>
            <a:r>
              <a:rPr lang="en-CA" sz="1200" kern="1200" dirty="0">
                <a:solidFill>
                  <a:schemeClr val="tx1"/>
                </a:solidFill>
                <a:effectLst/>
                <a:latin typeface="+mn-lt"/>
                <a:ea typeface="+mn-ea"/>
                <a:cs typeface="+mn-cs"/>
              </a:rPr>
              <a:t>RGB uses emitted light.</a:t>
            </a:r>
          </a:p>
          <a:p>
            <a:pPr marL="171450" indent="-171450">
              <a:buFont typeface="Arial" panose="020B0604020202020204" pitchFamily="34" charset="0"/>
              <a:buChar char="•"/>
            </a:pPr>
            <a:r>
              <a:rPr lang="en-CA" sz="1200" kern="1200" dirty="0">
                <a:solidFill>
                  <a:schemeClr val="tx1"/>
                </a:solidFill>
                <a:effectLst/>
                <a:latin typeface="+mn-lt"/>
                <a:ea typeface="+mn-ea"/>
                <a:cs typeface="+mn-cs"/>
              </a:rPr>
              <a:t>CMYK uses reflected light.</a:t>
            </a:r>
          </a:p>
          <a:p>
            <a:endParaRPr lang="en-CA" sz="1200" kern="1200" dirty="0">
              <a:solidFill>
                <a:schemeClr val="tx1"/>
              </a:solidFill>
              <a:effectLst/>
              <a:latin typeface="+mn-lt"/>
              <a:ea typeface="+mn-ea"/>
              <a:cs typeface="+mn-cs"/>
            </a:endParaRP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Image from https://sl.bing.net/jpIsNkj1joq</a:t>
            </a:r>
          </a:p>
          <a:p>
            <a:endParaRPr lang="en-CA" dirty="0"/>
          </a:p>
        </p:txBody>
      </p:sp>
      <p:sp>
        <p:nvSpPr>
          <p:cNvPr id="4" name="Slide Number Placeholder 3"/>
          <p:cNvSpPr>
            <a:spLocks noGrp="1"/>
          </p:cNvSpPr>
          <p:nvPr>
            <p:ph type="sldNum" sz="quarter" idx="5"/>
          </p:nvPr>
        </p:nvSpPr>
        <p:spPr/>
        <p:txBody>
          <a:bodyPr/>
          <a:lstStyle/>
          <a:p>
            <a:fld id="{7876880C-38C5-4C5A-9780-E67DDEB35E6F}" type="slidenum">
              <a:rPr lang="en-CA" smtClean="0"/>
              <a:t>12</a:t>
            </a:fld>
            <a:endParaRPr lang="en-CA"/>
          </a:p>
        </p:txBody>
      </p:sp>
    </p:spTree>
    <p:extLst>
      <p:ext uri="{BB962C8B-B14F-4D97-AF65-F5344CB8AC3E}">
        <p14:creationId xmlns:p14="http://schemas.microsoft.com/office/powerpoint/2010/main" val="28486179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DB26F-90B9-217F-9F79-5FA2C40125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08A14-86BE-E2B3-5392-9EBE26D079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A04550-AFF6-3EEC-CB43-D709B25AE451}"/>
              </a:ext>
            </a:extLst>
          </p:cNvPr>
          <p:cNvSpPr>
            <a:spLocks noGrp="1"/>
          </p:cNvSpPr>
          <p:nvPr>
            <p:ph type="body" idx="1"/>
          </p:nvPr>
        </p:nvSpPr>
        <p:spPr/>
        <p:txBody>
          <a:bodyPr/>
          <a:lstStyle/>
          <a:p>
            <a:r>
              <a:rPr lang="en-CA" sz="1200" kern="1200" dirty="0">
                <a:solidFill>
                  <a:schemeClr val="tx1"/>
                </a:solidFill>
                <a:effectLst/>
                <a:latin typeface="+mn-lt"/>
                <a:ea typeface="+mn-ea"/>
                <a:cs typeface="+mn-cs"/>
              </a:rPr>
              <a:t>Because ink cannot reproduce every colour we see on a monitor, some colours become duller when printed.</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Bright neon greens, vivid blues, and highly saturated oranges are common examples.</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This is why professional designers determine the final output before starting a project.</a:t>
            </a:r>
          </a:p>
          <a:p>
            <a:endParaRPr lang="en-CA" sz="1200" kern="1200" dirty="0">
              <a:solidFill>
                <a:schemeClr val="tx1"/>
              </a:solidFill>
              <a:effectLst/>
              <a:latin typeface="+mn-lt"/>
              <a:ea typeface="+mn-ea"/>
              <a:cs typeface="+mn-cs"/>
            </a:endParaRP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Image from https://sl.bing.net/jpIsNkj1joq</a:t>
            </a:r>
          </a:p>
          <a:p>
            <a:endParaRPr lang="en-CA" dirty="0"/>
          </a:p>
        </p:txBody>
      </p:sp>
      <p:sp>
        <p:nvSpPr>
          <p:cNvPr id="4" name="Slide Number Placeholder 3">
            <a:extLst>
              <a:ext uri="{FF2B5EF4-FFF2-40B4-BE49-F238E27FC236}">
                <a16:creationId xmlns:a16="http://schemas.microsoft.com/office/drawing/2014/main" id="{0F9E83B4-563E-4FAC-E810-708A2DC24697}"/>
              </a:ext>
            </a:extLst>
          </p:cNvPr>
          <p:cNvSpPr>
            <a:spLocks noGrp="1"/>
          </p:cNvSpPr>
          <p:nvPr>
            <p:ph type="sldNum" sz="quarter" idx="5"/>
          </p:nvPr>
        </p:nvSpPr>
        <p:spPr/>
        <p:txBody>
          <a:bodyPr/>
          <a:lstStyle/>
          <a:p>
            <a:fld id="{7876880C-38C5-4C5A-9780-E67DDEB35E6F}" type="slidenum">
              <a:rPr lang="en-CA" smtClean="0"/>
              <a:t>13</a:t>
            </a:fld>
            <a:endParaRPr lang="en-CA"/>
          </a:p>
        </p:txBody>
      </p:sp>
    </p:spTree>
    <p:extLst>
      <p:ext uri="{BB962C8B-B14F-4D97-AF65-F5344CB8AC3E}">
        <p14:creationId xmlns:p14="http://schemas.microsoft.com/office/powerpoint/2010/main" val="28226994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We've talked about the difference between colour created with light and colour created with ink. This short video does an excellent job of showing why designers often experience colour shifts when a project moves from screen to print.</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IN CASE THEY ASK:</a:t>
            </a:r>
            <a:r>
              <a:rPr lang="en-US" sz="1200" kern="1200" dirty="0">
                <a:solidFill>
                  <a:schemeClr val="tx1"/>
                </a:solidFill>
                <a:effectLst/>
                <a:latin typeface="+mn-lt"/>
                <a:ea typeface="+mn-ea"/>
                <a:cs typeface="+mn-cs"/>
              </a:rPr>
              <a:t> An ICC profile (Inte</a:t>
            </a:r>
            <a:r>
              <a:rPr lang="en-CA" sz="1200" b="0" i="0" kern="1200" dirty="0" err="1">
                <a:solidFill>
                  <a:schemeClr val="tx1"/>
                </a:solidFill>
                <a:effectLst/>
                <a:latin typeface="+mn-lt"/>
                <a:ea typeface="+mn-ea"/>
                <a:cs typeface="+mn-cs"/>
              </a:rPr>
              <a:t>rnational</a:t>
            </a:r>
            <a:r>
              <a:rPr lang="en-CA" sz="1200" b="0" i="0" kern="1200" dirty="0">
                <a:solidFill>
                  <a:schemeClr val="tx1"/>
                </a:solidFill>
                <a:effectLst/>
                <a:latin typeface="+mn-lt"/>
                <a:ea typeface="+mn-ea"/>
                <a:cs typeface="+mn-cs"/>
              </a:rPr>
              <a:t> Color Consortium profile) </a:t>
            </a:r>
            <a:r>
              <a:rPr lang="en-US" sz="1200" kern="1200" dirty="0">
                <a:solidFill>
                  <a:schemeClr val="tx1"/>
                </a:solidFill>
                <a:effectLst/>
                <a:latin typeface="+mn-lt"/>
                <a:ea typeface="+mn-ea"/>
                <a:cs typeface="+mn-cs"/>
              </a:rPr>
              <a:t>is a set of data that describes how </a:t>
            </a:r>
            <a:r>
              <a:rPr lang="en-US" sz="1200" kern="1200" dirty="0" err="1">
                <a:solidFill>
                  <a:schemeClr val="tx1"/>
                </a:solidFill>
                <a:effectLst/>
                <a:latin typeface="+mn-lt"/>
                <a:ea typeface="+mn-ea"/>
                <a:cs typeface="+mn-cs"/>
              </a:rPr>
              <a:t>colours</a:t>
            </a:r>
            <a:r>
              <a:rPr lang="en-US" sz="1200" kern="1200" dirty="0">
                <a:solidFill>
                  <a:schemeClr val="tx1"/>
                </a:solidFill>
                <a:effectLst/>
                <a:latin typeface="+mn-lt"/>
                <a:ea typeface="+mn-ea"/>
                <a:cs typeface="+mn-cs"/>
              </a:rPr>
              <a:t> </a:t>
            </a:r>
            <a:r>
              <a:rPr lang="en-CA" sz="1200" b="0" i="0" kern="1200" dirty="0">
                <a:solidFill>
                  <a:schemeClr val="tx1"/>
                </a:solidFill>
                <a:effectLst/>
                <a:latin typeface="+mn-lt"/>
                <a:ea typeface="+mn-ea"/>
                <a:cs typeface="+mn-cs"/>
              </a:rPr>
              <a:t>should appear on a particular device, such as a monitor, printer, or press. It ensures that the </a:t>
            </a:r>
            <a:r>
              <a:rPr lang="en-US" sz="1200" b="0" i="0" kern="1200" dirty="0" err="1">
                <a:solidFill>
                  <a:schemeClr val="tx1"/>
                </a:solidFill>
                <a:effectLst/>
                <a:latin typeface="+mn-lt"/>
                <a:ea typeface="+mn-ea"/>
                <a:cs typeface="+mn-cs"/>
              </a:rPr>
              <a:t>colours</a:t>
            </a:r>
            <a:r>
              <a:rPr lang="en-US" sz="1200" b="0" i="0" kern="1200" dirty="0">
                <a:solidFill>
                  <a:schemeClr val="tx1"/>
                </a:solidFill>
                <a:effectLst/>
                <a:latin typeface="+mn-lt"/>
                <a:ea typeface="+mn-ea"/>
                <a:cs typeface="+mn-cs"/>
              </a:rPr>
              <a:t> you see on your screen match the </a:t>
            </a:r>
            <a:r>
              <a:rPr lang="en-US" sz="1200" b="0" i="0" kern="1200" dirty="0" err="1">
                <a:solidFill>
                  <a:schemeClr val="tx1"/>
                </a:solidFill>
                <a:effectLst/>
                <a:latin typeface="+mn-lt"/>
                <a:ea typeface="+mn-ea"/>
                <a:cs typeface="+mn-cs"/>
              </a:rPr>
              <a:t>colours</a:t>
            </a:r>
            <a:r>
              <a:rPr lang="en-US" sz="1200" b="0" i="0" kern="1200" dirty="0">
                <a:solidFill>
                  <a:schemeClr val="tx1"/>
                </a:solidFill>
                <a:effectLst/>
                <a:latin typeface="+mn-lt"/>
                <a:ea typeface="+mn-ea"/>
                <a:cs typeface="+mn-cs"/>
              </a:rPr>
              <a:t> that get printed, helping designers, brands, and printers maintain consistent and accurate </a:t>
            </a:r>
            <a:r>
              <a:rPr lang="en-US" sz="1200" b="0" i="0" kern="1200" dirty="0" err="1">
                <a:solidFill>
                  <a:schemeClr val="tx1"/>
                </a:solidFill>
                <a:effectLst/>
                <a:latin typeface="+mn-lt"/>
                <a:ea typeface="+mn-ea"/>
                <a:cs typeface="+mn-cs"/>
              </a:rPr>
              <a:t>colour</a:t>
            </a:r>
            <a:r>
              <a:rPr lang="en-CA" sz="1200" b="0" i="0" kern="1200" dirty="0">
                <a:solidFill>
                  <a:schemeClr val="tx1"/>
                </a:solidFill>
                <a:effectLst/>
                <a:latin typeface="+mn-lt"/>
                <a:ea typeface="+mn-ea"/>
                <a:cs typeface="+mn-cs"/>
              </a:rPr>
              <a:t>consistent and accurate color across different devices and materials. (</a:t>
            </a:r>
            <a:r>
              <a:rPr lang="en-CA" dirty="0">
                <a:hlinkClick r:id="rId3"/>
              </a:rPr>
              <a:t>What is an ICC Profile: The Complete Definition</a:t>
            </a:r>
            <a:r>
              <a:rPr lang="en-CA" dirty="0"/>
              <a:t>: </a:t>
            </a:r>
            <a:r>
              <a:rPr lang="en-CA" sz="1200" kern="1200" dirty="0">
                <a:solidFill>
                  <a:schemeClr val="tx1"/>
                </a:solidFill>
                <a:effectLst/>
                <a:latin typeface="+mn-lt"/>
                <a:ea typeface="+mn-ea"/>
                <a:cs typeface="+mn-cs"/>
              </a:rPr>
              <a:t>https://www.globalvision.co/glossary/icc-profile)</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i="0" kern="1200" dirty="0">
                <a:solidFill>
                  <a:schemeClr val="tx1"/>
                </a:solidFill>
                <a:effectLst/>
                <a:latin typeface="+mn-lt"/>
                <a:ea typeface="+mn-ea"/>
                <a:cs typeface="+mn-cs"/>
              </a:rPr>
              <a:t>RGB vs CMYK Explained, Choose the Right ICC Profile for Accurate Printing</a:t>
            </a:r>
          </a:p>
          <a:p>
            <a:r>
              <a:rPr lang="en-US" sz="1200" kern="1200" dirty="0">
                <a:solidFill>
                  <a:schemeClr val="tx1"/>
                </a:solidFill>
                <a:effectLst/>
                <a:latin typeface="+mn-lt"/>
                <a:ea typeface="+mn-ea"/>
                <a:cs typeface="+mn-cs"/>
              </a:rPr>
              <a:t>By </a:t>
            </a:r>
            <a:r>
              <a:rPr lang="en-US" sz="1200" kern="1200" dirty="0" err="1">
                <a:solidFill>
                  <a:schemeClr val="tx1"/>
                </a:solidFill>
                <a:effectLst/>
                <a:latin typeface="+mn-lt"/>
                <a:ea typeface="+mn-ea"/>
                <a:cs typeface="+mn-cs"/>
              </a:rPr>
              <a:t>Subli</a:t>
            </a:r>
            <a:r>
              <a:rPr lang="en-US" sz="1200" kern="1200" dirty="0">
                <a:solidFill>
                  <a:schemeClr val="tx1"/>
                </a:solidFill>
                <a:effectLst/>
                <a:latin typeface="+mn-lt"/>
                <a:ea typeface="+mn-ea"/>
                <a:cs typeface="+mn-cs"/>
              </a:rPr>
              <a:t> Genius Print</a:t>
            </a:r>
          </a:p>
          <a:p>
            <a:r>
              <a:rPr lang="en-US" sz="1200" kern="1200" dirty="0">
                <a:solidFill>
                  <a:schemeClr val="tx1"/>
                </a:solidFill>
                <a:effectLst/>
                <a:latin typeface="+mn-lt"/>
                <a:ea typeface="+mn-ea"/>
                <a:cs typeface="+mn-cs"/>
              </a:rPr>
              <a:t>https://youtu.be/S3LlcQcpEOA?si=kllVUgc55r3vKIXl</a:t>
            </a:r>
            <a:endParaRPr lang="en-CA" dirty="0"/>
          </a:p>
        </p:txBody>
      </p:sp>
      <p:sp>
        <p:nvSpPr>
          <p:cNvPr id="4" name="Slide Number Placeholder 3"/>
          <p:cNvSpPr>
            <a:spLocks noGrp="1"/>
          </p:cNvSpPr>
          <p:nvPr>
            <p:ph type="sldNum" sz="quarter" idx="5"/>
          </p:nvPr>
        </p:nvSpPr>
        <p:spPr/>
        <p:txBody>
          <a:bodyPr/>
          <a:lstStyle/>
          <a:p>
            <a:fld id="{7876880C-38C5-4C5A-9780-E67DDEB35E6F}" type="slidenum">
              <a:rPr lang="en-CA" smtClean="0"/>
              <a:t>14</a:t>
            </a:fld>
            <a:endParaRPr lang="en-CA"/>
          </a:p>
        </p:txBody>
      </p:sp>
    </p:spTree>
    <p:extLst>
      <p:ext uri="{BB962C8B-B14F-4D97-AF65-F5344CB8AC3E}">
        <p14:creationId xmlns:p14="http://schemas.microsoft.com/office/powerpoint/2010/main" val="29542047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buFontTx/>
              <a:buNone/>
            </a:pPr>
            <a:r>
              <a:rPr lang="en-US" altLang="en-US" dirty="0">
                <a:latin typeface="Century Gothic" panose="020B0502020202020204" pitchFamily="34" charset="0"/>
              </a:rPr>
              <a:t>Colour theory is a set of guiding principles that can be used to create harmonious </a:t>
            </a:r>
            <a:r>
              <a:rPr lang="en-US" altLang="en-US" dirty="0" err="1">
                <a:latin typeface="Century Gothic" panose="020B0502020202020204" pitchFamily="34" charset="0"/>
              </a:rPr>
              <a:t>colour</a:t>
            </a:r>
            <a:r>
              <a:rPr lang="en-US" altLang="en-US" dirty="0">
                <a:latin typeface="Century Gothic" panose="020B0502020202020204" pitchFamily="34" charset="0"/>
              </a:rPr>
              <a:t> combinations. </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dirty="0">
                <a:latin typeface="Century Gothic" panose="020B0502020202020204" pitchFamily="34" charset="0"/>
              </a:rPr>
              <a:t>These ideas are represented in a variety of diagrams— </a:t>
            </a:r>
            <a:r>
              <a:rPr lang="en-US" altLang="en-US" dirty="0" err="1">
                <a:latin typeface="Century Gothic" panose="020B0502020202020204" pitchFamily="34" charset="0"/>
              </a:rPr>
              <a:t>colour</a:t>
            </a:r>
            <a:r>
              <a:rPr lang="en-US" altLang="en-US" dirty="0">
                <a:latin typeface="Century Gothic" panose="020B0502020202020204" pitchFamily="34" charset="0"/>
              </a:rPr>
              <a:t> wheels, triangles, and charts -- that help designers/artist </a:t>
            </a:r>
          </a:p>
          <a:p>
            <a:pPr marL="171450" indent="-171450" eaLnBrk="1" hangingPunct="1">
              <a:spcBef>
                <a:spcPct val="0"/>
              </a:spcBef>
              <a:buFont typeface="Arial" panose="020B0604020202020204" pitchFamily="34" charset="0"/>
              <a:buChar char="•"/>
            </a:pPr>
            <a:r>
              <a:rPr lang="en-US" altLang="en-US" dirty="0">
                <a:latin typeface="Century Gothic" panose="020B0502020202020204" pitchFamily="34" charset="0"/>
              </a:rPr>
              <a:t>understand </a:t>
            </a:r>
            <a:r>
              <a:rPr lang="en-US" altLang="en-US" dirty="0" err="1">
                <a:latin typeface="Century Gothic" panose="020B0502020202020204" pitchFamily="34" charset="0"/>
              </a:rPr>
              <a:t>colour</a:t>
            </a:r>
            <a:r>
              <a:rPr lang="en-US" altLang="en-US" dirty="0">
                <a:latin typeface="Century Gothic" panose="020B0502020202020204" pitchFamily="34" charset="0"/>
              </a:rPr>
              <a:t> interactions,</a:t>
            </a:r>
          </a:p>
          <a:p>
            <a:pPr marL="171450" indent="-171450" eaLnBrk="1" hangingPunct="1">
              <a:spcBef>
                <a:spcPct val="0"/>
              </a:spcBef>
              <a:buFont typeface="Arial" panose="020B0604020202020204" pitchFamily="34" charset="0"/>
              <a:buChar char="•"/>
            </a:pPr>
            <a:r>
              <a:rPr lang="en-US" altLang="en-US" dirty="0">
                <a:latin typeface="Century Gothic" panose="020B0502020202020204" pitchFamily="34" charset="0"/>
              </a:rPr>
              <a:t>select and combine </a:t>
            </a:r>
            <a:r>
              <a:rPr lang="en-US" altLang="en-US" dirty="0" err="1">
                <a:latin typeface="Century Gothic" panose="020B0502020202020204" pitchFamily="34" charset="0"/>
              </a:rPr>
              <a:t>colours</a:t>
            </a:r>
            <a:r>
              <a:rPr lang="en-US" altLang="en-US" dirty="0">
                <a:latin typeface="Century Gothic" panose="020B0502020202020204" pitchFamily="34" charset="0"/>
              </a:rPr>
              <a:t>, and </a:t>
            </a:r>
          </a:p>
          <a:p>
            <a:pPr marL="171450" indent="-171450" eaLnBrk="1" hangingPunct="1">
              <a:spcBef>
                <a:spcPct val="0"/>
              </a:spcBef>
              <a:buFont typeface="Arial" panose="020B0604020202020204" pitchFamily="34" charset="0"/>
              <a:buChar char="•"/>
            </a:pPr>
            <a:r>
              <a:rPr lang="en-US" altLang="en-US" dirty="0">
                <a:latin typeface="Century Gothic" panose="020B0502020202020204" pitchFamily="34" charset="0"/>
              </a:rPr>
              <a:t>construct pleasing and effective palettes.</a:t>
            </a:r>
          </a:p>
          <a:p>
            <a:endParaRPr lang="en-CA" dirty="0"/>
          </a:p>
          <a:p>
            <a:pPr eaLnBrk="1" hangingPunct="1">
              <a:spcBef>
                <a:spcPct val="0"/>
              </a:spcBef>
              <a:buFontTx/>
              <a:buNone/>
            </a:pPr>
            <a:r>
              <a:rPr lang="en-US" altLang="en-US" dirty="0">
                <a:solidFill>
                  <a:schemeClr val="bg1"/>
                </a:solidFill>
                <a:latin typeface="Century Gothic" panose="020B0502020202020204" pitchFamily="34" charset="0"/>
              </a:rPr>
              <a:t>Diagrams such as this </a:t>
            </a:r>
            <a:r>
              <a:rPr lang="en-US" altLang="en-US" dirty="0" err="1">
                <a:solidFill>
                  <a:schemeClr val="bg1"/>
                </a:solidFill>
                <a:latin typeface="Century Gothic" panose="020B0502020202020204" pitchFamily="34" charset="0"/>
              </a:rPr>
              <a:t>colour</a:t>
            </a:r>
            <a:r>
              <a:rPr lang="en-US" altLang="en-US" dirty="0">
                <a:solidFill>
                  <a:schemeClr val="bg1"/>
                </a:solidFill>
                <a:latin typeface="Century Gothic" panose="020B0502020202020204" pitchFamily="34" charset="0"/>
              </a:rPr>
              <a:t> wheel, which shows pure hues as well as  tints and shades, serve as a guide for selecting and combining </a:t>
            </a:r>
            <a:r>
              <a:rPr lang="en-US" altLang="en-US" dirty="0" err="1">
                <a:solidFill>
                  <a:schemeClr val="bg1"/>
                </a:solidFill>
                <a:latin typeface="Century Gothic" panose="020B0502020202020204" pitchFamily="34" charset="0"/>
              </a:rPr>
              <a:t>colours</a:t>
            </a:r>
            <a:r>
              <a:rPr lang="en-US" altLang="en-US" dirty="0">
                <a:solidFill>
                  <a:schemeClr val="bg1"/>
                </a:solidFill>
                <a:latin typeface="Century Gothic" panose="020B0502020202020204" pitchFamily="34" charset="0"/>
              </a:rPr>
              <a:t>  beyond the pure hues. </a:t>
            </a:r>
          </a:p>
          <a:p>
            <a:endParaRPr lang="en-CA" dirty="0"/>
          </a:p>
        </p:txBody>
      </p:sp>
      <p:sp>
        <p:nvSpPr>
          <p:cNvPr id="4" name="Slide Number Placeholder 3"/>
          <p:cNvSpPr>
            <a:spLocks noGrp="1"/>
          </p:cNvSpPr>
          <p:nvPr>
            <p:ph type="sldNum" sz="quarter" idx="5"/>
          </p:nvPr>
        </p:nvSpPr>
        <p:spPr/>
        <p:txBody>
          <a:bodyPr/>
          <a:lstStyle/>
          <a:p>
            <a:fld id="{7876880C-38C5-4C5A-9780-E67DDEB35E6F}" type="slidenum">
              <a:rPr lang="en-CA" smtClean="0"/>
              <a:t>15</a:t>
            </a:fld>
            <a:endParaRPr lang="en-CA"/>
          </a:p>
        </p:txBody>
      </p:sp>
    </p:spTree>
    <p:extLst>
      <p:ext uri="{BB962C8B-B14F-4D97-AF65-F5344CB8AC3E}">
        <p14:creationId xmlns:p14="http://schemas.microsoft.com/office/powerpoint/2010/main" val="3849492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buFontTx/>
              <a:buNone/>
            </a:pPr>
            <a:r>
              <a:rPr lang="en-US" altLang="en-US" sz="2400" b="1" dirty="0">
                <a:latin typeface="Century Gothic" panose="020B0502020202020204" pitchFamily="34" charset="0"/>
              </a:rPr>
              <a:t>Hue</a:t>
            </a:r>
          </a:p>
          <a:p>
            <a:pPr eaLnBrk="1" hangingPunct="1">
              <a:spcBef>
                <a:spcPct val="0"/>
              </a:spcBef>
              <a:buFontTx/>
              <a:buNone/>
            </a:pPr>
            <a:r>
              <a:rPr lang="en-US" altLang="en-US" dirty="0">
                <a:latin typeface="Century Gothic" panose="020B0502020202020204" pitchFamily="34" charset="0"/>
              </a:rPr>
              <a:t>…is the </a:t>
            </a:r>
            <a:r>
              <a:rPr lang="en-US" altLang="en-US" b="1" dirty="0">
                <a:latin typeface="Century Gothic" panose="020B0502020202020204" pitchFamily="34" charset="0"/>
              </a:rPr>
              <a:t>common name </a:t>
            </a:r>
            <a:r>
              <a:rPr lang="en-US" altLang="en-US" dirty="0">
                <a:latin typeface="Century Gothic" panose="020B0502020202020204" pitchFamily="34" charset="0"/>
              </a:rPr>
              <a:t>of a </a:t>
            </a:r>
            <a:r>
              <a:rPr lang="en-US" altLang="en-US" dirty="0" err="1">
                <a:latin typeface="Century Gothic" panose="020B0502020202020204" pitchFamily="34" charset="0"/>
              </a:rPr>
              <a:t>colour</a:t>
            </a:r>
            <a:r>
              <a:rPr lang="en-US" altLang="en-US" dirty="0">
                <a:latin typeface="Century Gothic" panose="020B0502020202020204" pitchFamily="34" charset="0"/>
              </a:rPr>
              <a:t> that indicates its position in the visible spectrum or on the </a:t>
            </a:r>
            <a:r>
              <a:rPr lang="en-US" altLang="en-US" dirty="0" err="1">
                <a:latin typeface="Century Gothic" panose="020B0502020202020204" pitchFamily="34" charset="0"/>
              </a:rPr>
              <a:t>colour</a:t>
            </a:r>
            <a:r>
              <a:rPr lang="en-US" altLang="en-US" dirty="0">
                <a:latin typeface="Century Gothic" panose="020B0502020202020204" pitchFamily="34" charset="0"/>
              </a:rPr>
              <a:t> wheel. </a:t>
            </a:r>
          </a:p>
          <a:p>
            <a:pPr eaLnBrk="1" hangingPunct="1">
              <a:spcBef>
                <a:spcPct val="0"/>
              </a:spcBef>
              <a:buFontTx/>
              <a:buNone/>
            </a:pPr>
            <a:r>
              <a:rPr lang="en-US" altLang="en-US" dirty="0">
                <a:latin typeface="Century Gothic" panose="020B0502020202020204" pitchFamily="34" charset="0"/>
              </a:rPr>
              <a:t>Hue is determined by the speciﬁc wavelength of the </a:t>
            </a:r>
            <a:r>
              <a:rPr lang="en-US" altLang="en-US" dirty="0" err="1">
                <a:latin typeface="Century Gothic" panose="020B0502020202020204" pitchFamily="34" charset="0"/>
              </a:rPr>
              <a:t>colour</a:t>
            </a:r>
            <a:r>
              <a:rPr lang="en-US" altLang="en-US" dirty="0">
                <a:latin typeface="Century Gothic" panose="020B0502020202020204" pitchFamily="34" charset="0"/>
              </a:rPr>
              <a:t> in a ray of light. </a:t>
            </a:r>
          </a:p>
          <a:p>
            <a:pPr eaLnBrk="1" hangingPunct="1">
              <a:spcBef>
                <a:spcPct val="0"/>
              </a:spcBef>
              <a:buFontTx/>
              <a:buNone/>
            </a:pPr>
            <a:r>
              <a:rPr lang="en-US" altLang="en-US" dirty="0">
                <a:latin typeface="Century Gothic" panose="020B0502020202020204" pitchFamily="34" charset="0"/>
              </a:rPr>
              <a:t>The description of a hue can be made more precise in comparison to the next hue (e.g., a certain blue might be more accurately called blue-green). </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sz="2400" b="1" dirty="0">
                <a:latin typeface="Century Gothic" panose="020B0502020202020204" pitchFamily="34" charset="0"/>
              </a:rPr>
              <a:t>Saturation</a:t>
            </a:r>
            <a:r>
              <a:rPr lang="en-US" altLang="en-US" dirty="0">
                <a:latin typeface="Century Gothic" panose="020B0502020202020204" pitchFamily="34" charset="0"/>
              </a:rPr>
              <a:t> </a:t>
            </a:r>
          </a:p>
          <a:p>
            <a:pPr eaLnBrk="1" hangingPunct="1">
              <a:spcBef>
                <a:spcPct val="0"/>
              </a:spcBef>
              <a:buFontTx/>
              <a:buNone/>
            </a:pPr>
            <a:r>
              <a:rPr lang="en-US" altLang="en-US" dirty="0">
                <a:latin typeface="Century Gothic" panose="020B0502020202020204" pitchFamily="34" charset="0"/>
              </a:rPr>
              <a:t>…refers to </a:t>
            </a:r>
            <a:r>
              <a:rPr lang="en-US" altLang="en-US" b="1" dirty="0">
                <a:latin typeface="Century Gothic" panose="020B0502020202020204" pitchFamily="34" charset="0"/>
              </a:rPr>
              <a:t>the intensity</a:t>
            </a:r>
            <a:r>
              <a:rPr lang="en-US" altLang="en-US" dirty="0">
                <a:latin typeface="Century Gothic" panose="020B0502020202020204" pitchFamily="34" charset="0"/>
              </a:rPr>
              <a:t>, strength, purity, or chroma—the absence of black, white, or gray—in a </a:t>
            </a:r>
            <a:r>
              <a:rPr lang="en-US" altLang="en-US" dirty="0" err="1">
                <a:latin typeface="Century Gothic" panose="020B0502020202020204" pitchFamily="34" charset="0"/>
              </a:rPr>
              <a:t>colour</a:t>
            </a:r>
            <a:r>
              <a:rPr lang="en-US" altLang="en-US" dirty="0">
                <a:latin typeface="Century Gothic" panose="020B0502020202020204" pitchFamily="34" charset="0"/>
              </a:rPr>
              <a:t>. </a:t>
            </a:r>
          </a:p>
          <a:p>
            <a:pPr eaLnBrk="1" hangingPunct="1">
              <a:spcBef>
                <a:spcPct val="0"/>
              </a:spcBef>
              <a:buFontTx/>
              <a:buNone/>
            </a:pPr>
            <a:r>
              <a:rPr lang="en-US" altLang="en-US" dirty="0">
                <a:latin typeface="Century Gothic" panose="020B0502020202020204" pitchFamily="34" charset="0"/>
              </a:rPr>
              <a:t>A vivid </a:t>
            </a:r>
            <a:r>
              <a:rPr lang="en-US" altLang="en-US" dirty="0" err="1">
                <a:latin typeface="Century Gothic" panose="020B0502020202020204" pitchFamily="34" charset="0"/>
              </a:rPr>
              <a:t>colour</a:t>
            </a:r>
            <a:r>
              <a:rPr lang="en-US" altLang="en-US" dirty="0">
                <a:latin typeface="Century Gothic" panose="020B0502020202020204" pitchFamily="34" charset="0"/>
              </a:rPr>
              <a:t> has high or full saturation, </a:t>
            </a:r>
          </a:p>
          <a:p>
            <a:pPr eaLnBrk="1" hangingPunct="1">
              <a:spcBef>
                <a:spcPct val="0"/>
              </a:spcBef>
              <a:buFontTx/>
              <a:buNone/>
            </a:pPr>
            <a:r>
              <a:rPr lang="en-US" altLang="en-US" dirty="0">
                <a:latin typeface="Century Gothic" panose="020B0502020202020204" pitchFamily="34" charset="0"/>
              </a:rPr>
              <a:t>whereas a dull one is desaturated. </a:t>
            </a:r>
          </a:p>
          <a:p>
            <a:pPr eaLnBrk="1" hangingPunct="1">
              <a:spcBef>
                <a:spcPct val="0"/>
              </a:spcBef>
              <a:buFontTx/>
              <a:buNone/>
            </a:pPr>
            <a:r>
              <a:rPr lang="en-US" altLang="en-US" b="1" i="1" dirty="0">
                <a:solidFill>
                  <a:srgbClr val="3C8C93"/>
                </a:solidFill>
                <a:latin typeface="Century Gothic" panose="020B0502020202020204" pitchFamily="34" charset="0"/>
              </a:rPr>
              <a:t>Saturation is a measure of the richness of a </a:t>
            </a:r>
            <a:r>
              <a:rPr lang="en-US" altLang="en-US" b="1" i="1" dirty="0" err="1">
                <a:solidFill>
                  <a:srgbClr val="3C8C93"/>
                </a:solidFill>
                <a:latin typeface="Century Gothic" panose="020B0502020202020204" pitchFamily="34" charset="0"/>
              </a:rPr>
              <a:t>colour</a:t>
            </a:r>
            <a:r>
              <a:rPr lang="en-US" altLang="en-US" b="1" i="1" dirty="0">
                <a:solidFill>
                  <a:srgbClr val="3C8C93"/>
                </a:solidFill>
                <a:latin typeface="Century Gothic" panose="020B0502020202020204" pitchFamily="34" charset="0"/>
              </a:rPr>
              <a:t>.</a:t>
            </a:r>
            <a:r>
              <a:rPr lang="en-US" altLang="en-US" dirty="0">
                <a:latin typeface="Century Gothic" panose="020B0502020202020204" pitchFamily="34" charset="0"/>
              </a:rPr>
              <a:t> </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sz="2400" b="1" dirty="0">
                <a:latin typeface="Century Gothic" panose="020B0502020202020204" pitchFamily="34" charset="0"/>
              </a:rPr>
              <a:t>Value</a:t>
            </a:r>
          </a:p>
          <a:p>
            <a:pPr eaLnBrk="1" hangingPunct="1">
              <a:spcBef>
                <a:spcPct val="0"/>
              </a:spcBef>
              <a:buFontTx/>
              <a:buNone/>
            </a:pPr>
            <a:r>
              <a:rPr lang="en-US" altLang="en-US" dirty="0">
                <a:latin typeface="Century Gothic" panose="020B0502020202020204" pitchFamily="34" charset="0"/>
              </a:rPr>
              <a:t>… or </a:t>
            </a:r>
            <a:r>
              <a:rPr lang="en-US" altLang="en-US" b="1" dirty="0">
                <a:latin typeface="Century Gothic" panose="020B0502020202020204" pitchFamily="34" charset="0"/>
              </a:rPr>
              <a:t>brightness</a:t>
            </a:r>
            <a:r>
              <a:rPr lang="en-US" altLang="en-US" dirty="0">
                <a:latin typeface="Century Gothic" panose="020B0502020202020204" pitchFamily="34" charset="0"/>
              </a:rPr>
              <a:t>, is the relative degree of lightness or darkness of a </a:t>
            </a:r>
            <a:r>
              <a:rPr lang="en-US" altLang="en-US" dirty="0" err="1">
                <a:latin typeface="Century Gothic" panose="020B0502020202020204" pitchFamily="34" charset="0"/>
              </a:rPr>
              <a:t>colour</a:t>
            </a:r>
            <a:r>
              <a:rPr lang="en-US" altLang="en-US" dirty="0">
                <a:latin typeface="Century Gothic" panose="020B0502020202020204" pitchFamily="34" charset="0"/>
              </a:rPr>
              <a:t>, or its reﬂective quality or brilliance. </a:t>
            </a:r>
          </a:p>
          <a:p>
            <a:pPr eaLnBrk="1" hangingPunct="1">
              <a:spcBef>
                <a:spcPct val="0"/>
              </a:spcBef>
              <a:buFontTx/>
              <a:buNone/>
            </a:pPr>
            <a:r>
              <a:rPr lang="en-US" altLang="en-US" dirty="0">
                <a:latin typeface="Century Gothic" panose="020B0502020202020204" pitchFamily="34" charset="0"/>
              </a:rPr>
              <a:t>A </a:t>
            </a:r>
            <a:r>
              <a:rPr lang="en-US" altLang="en-US" dirty="0" err="1">
                <a:latin typeface="Century Gothic" panose="020B0502020202020204" pitchFamily="34" charset="0"/>
              </a:rPr>
              <a:t>colour</a:t>
            </a:r>
            <a:r>
              <a:rPr lang="en-US" altLang="en-US" dirty="0">
                <a:latin typeface="Century Gothic" panose="020B0502020202020204" pitchFamily="34" charset="0"/>
              </a:rPr>
              <a:t> can be more narrowly described as either light or dark (e.g., light blue or dark blue). </a:t>
            </a:r>
          </a:p>
          <a:p>
            <a:pPr eaLnBrk="1" hangingPunct="1">
              <a:spcBef>
                <a:spcPct val="0"/>
              </a:spcBef>
              <a:buFontTx/>
              <a:buNone/>
            </a:pPr>
            <a:r>
              <a:rPr lang="en-US" altLang="en-US" b="1" i="1" dirty="0">
                <a:solidFill>
                  <a:srgbClr val="3C8C93"/>
                </a:solidFill>
                <a:latin typeface="Century Gothic" panose="020B0502020202020204" pitchFamily="34" charset="0"/>
              </a:rPr>
              <a:t>The brightness of a </a:t>
            </a:r>
            <a:r>
              <a:rPr lang="en-US" altLang="en-US" b="1" i="1" dirty="0" err="1">
                <a:solidFill>
                  <a:srgbClr val="3C8C93"/>
                </a:solidFill>
                <a:latin typeface="Century Gothic" panose="020B0502020202020204" pitchFamily="34" charset="0"/>
              </a:rPr>
              <a:t>colour</a:t>
            </a:r>
            <a:r>
              <a:rPr lang="en-US" altLang="en-US" b="1" i="1" dirty="0">
                <a:solidFill>
                  <a:srgbClr val="3C8C93"/>
                </a:solidFill>
                <a:latin typeface="Century Gothic" panose="020B0502020202020204" pitchFamily="34" charset="0"/>
              </a:rPr>
              <a:t> is changed by mixing it with white (to form a tint) or with black (to form a shade) in varying proportions. </a:t>
            </a:r>
          </a:p>
          <a:p>
            <a:endParaRPr lang="en-CA" dirty="0"/>
          </a:p>
          <a:p>
            <a:endParaRPr lang="en-CA" dirty="0"/>
          </a:p>
        </p:txBody>
      </p:sp>
      <p:sp>
        <p:nvSpPr>
          <p:cNvPr id="4" name="Slide Number Placeholder 3"/>
          <p:cNvSpPr>
            <a:spLocks noGrp="1"/>
          </p:cNvSpPr>
          <p:nvPr>
            <p:ph type="sldNum" sz="quarter" idx="5"/>
          </p:nvPr>
        </p:nvSpPr>
        <p:spPr/>
        <p:txBody>
          <a:bodyPr/>
          <a:lstStyle/>
          <a:p>
            <a:fld id="{7876880C-38C5-4C5A-9780-E67DDEB35E6F}" type="slidenum">
              <a:rPr lang="en-CA" smtClean="0"/>
              <a:t>16</a:t>
            </a:fld>
            <a:endParaRPr lang="en-CA"/>
          </a:p>
        </p:txBody>
      </p:sp>
    </p:spTree>
    <p:extLst>
      <p:ext uri="{BB962C8B-B14F-4D97-AF65-F5344CB8AC3E}">
        <p14:creationId xmlns:p14="http://schemas.microsoft.com/office/powerpoint/2010/main" val="4638463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buFontTx/>
              <a:buNone/>
            </a:pPr>
            <a:r>
              <a:rPr lang="en-US" altLang="en-US" dirty="0">
                <a:latin typeface="Century Gothic" panose="020B0502020202020204" pitchFamily="34" charset="0"/>
              </a:rPr>
              <a:t>This chart demonstrates changes in saturation and value by adding or subtracting black, white, or gray. </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dirty="0">
                <a:latin typeface="Century Gothic" panose="020B0502020202020204" pitchFamily="34" charset="0"/>
              </a:rPr>
              <a:t>When </a:t>
            </a:r>
            <a:r>
              <a:rPr lang="en-US" altLang="en-US" b="1" dirty="0">
                <a:latin typeface="Century Gothic" panose="020B0502020202020204" pitchFamily="34" charset="0"/>
              </a:rPr>
              <a:t>white</a:t>
            </a:r>
            <a:r>
              <a:rPr lang="en-US" altLang="en-US" dirty="0">
                <a:latin typeface="Century Gothic" panose="020B0502020202020204" pitchFamily="34" charset="0"/>
              </a:rPr>
              <a:t> is added to a bright red, the value is lighter, and the resulting </a:t>
            </a:r>
            <a:r>
              <a:rPr lang="en-US" altLang="en-US" dirty="0" err="1">
                <a:latin typeface="Century Gothic" panose="020B0502020202020204" pitchFamily="34" charset="0"/>
              </a:rPr>
              <a:t>colour</a:t>
            </a:r>
            <a:r>
              <a:rPr lang="en-US" altLang="en-US" dirty="0">
                <a:latin typeface="Century Gothic" panose="020B0502020202020204" pitchFamily="34" charset="0"/>
              </a:rPr>
              <a:t> is less saturated. </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dirty="0">
                <a:latin typeface="Century Gothic" panose="020B0502020202020204" pitchFamily="34" charset="0"/>
              </a:rPr>
              <a:t>Adding </a:t>
            </a:r>
            <a:r>
              <a:rPr lang="en-US" altLang="en-US" b="1" dirty="0">
                <a:latin typeface="Century Gothic" panose="020B0502020202020204" pitchFamily="34" charset="0"/>
              </a:rPr>
              <a:t>black</a:t>
            </a:r>
            <a:r>
              <a:rPr lang="en-US" altLang="en-US" dirty="0">
                <a:latin typeface="Century Gothic" panose="020B0502020202020204" pitchFamily="34" charset="0"/>
              </a:rPr>
              <a:t> to the red results in a dark red closer to the neutral scale because of saturation changes. </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dirty="0">
                <a:latin typeface="Century Gothic" panose="020B0502020202020204" pitchFamily="34" charset="0"/>
              </a:rPr>
              <a:t>If </a:t>
            </a:r>
            <a:r>
              <a:rPr lang="en-US" altLang="en-US" b="1" dirty="0">
                <a:latin typeface="Century Gothic" panose="020B0502020202020204" pitchFamily="34" charset="0"/>
              </a:rPr>
              <a:t>gray</a:t>
            </a:r>
            <a:r>
              <a:rPr lang="en-US" altLang="en-US" dirty="0">
                <a:latin typeface="Century Gothic" panose="020B0502020202020204" pitchFamily="34" charset="0"/>
              </a:rPr>
              <a:t> is added, the saturation is lowered, but the value is unchanged.</a:t>
            </a:r>
          </a:p>
          <a:p>
            <a:endParaRPr lang="en-CA" dirty="0"/>
          </a:p>
        </p:txBody>
      </p:sp>
      <p:sp>
        <p:nvSpPr>
          <p:cNvPr id="4" name="Slide Number Placeholder 3"/>
          <p:cNvSpPr>
            <a:spLocks noGrp="1"/>
          </p:cNvSpPr>
          <p:nvPr>
            <p:ph type="sldNum" sz="quarter" idx="5"/>
          </p:nvPr>
        </p:nvSpPr>
        <p:spPr/>
        <p:txBody>
          <a:bodyPr/>
          <a:lstStyle/>
          <a:p>
            <a:fld id="{7876880C-38C5-4C5A-9780-E67DDEB35E6F}" type="slidenum">
              <a:rPr lang="en-CA" smtClean="0"/>
              <a:t>17</a:t>
            </a:fld>
            <a:endParaRPr lang="en-CA"/>
          </a:p>
        </p:txBody>
      </p:sp>
    </p:spTree>
    <p:extLst>
      <p:ext uri="{BB962C8B-B14F-4D97-AF65-F5344CB8AC3E}">
        <p14:creationId xmlns:p14="http://schemas.microsoft.com/office/powerpoint/2010/main" val="22247104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Designers rarely use pure colours all the time.</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To create depth and hierarchy, we alter colours.</a:t>
            </a:r>
          </a:p>
          <a:p>
            <a:pPr marL="171450" indent="-171450">
              <a:buFont typeface="Arial" panose="020B0604020202020204" pitchFamily="34" charset="0"/>
              <a:buChar char="•"/>
            </a:pPr>
            <a:r>
              <a:rPr lang="en-CA" sz="1200" kern="1200" dirty="0">
                <a:solidFill>
                  <a:schemeClr val="tx1"/>
                </a:solidFill>
                <a:effectLst/>
                <a:latin typeface="+mn-lt"/>
                <a:ea typeface="+mn-ea"/>
                <a:cs typeface="+mn-cs"/>
              </a:rPr>
              <a:t>Adding white creates a tint.</a:t>
            </a:r>
          </a:p>
          <a:p>
            <a:pPr marL="171450" indent="-171450">
              <a:buFont typeface="Arial" panose="020B0604020202020204" pitchFamily="34" charset="0"/>
              <a:buChar char="•"/>
            </a:pPr>
            <a:r>
              <a:rPr lang="en-CA" sz="1200" kern="1200" dirty="0">
                <a:solidFill>
                  <a:schemeClr val="tx1"/>
                </a:solidFill>
                <a:effectLst/>
                <a:latin typeface="+mn-lt"/>
                <a:ea typeface="+mn-ea"/>
                <a:cs typeface="+mn-cs"/>
              </a:rPr>
              <a:t>Adding gray creates a tone.</a:t>
            </a:r>
          </a:p>
          <a:p>
            <a:pPr marL="171450" indent="-171450">
              <a:buFont typeface="Arial" panose="020B0604020202020204" pitchFamily="34" charset="0"/>
              <a:buChar char="•"/>
            </a:pPr>
            <a:r>
              <a:rPr lang="en-CA" sz="1200" kern="1200" dirty="0">
                <a:solidFill>
                  <a:schemeClr val="tx1"/>
                </a:solidFill>
                <a:effectLst/>
                <a:latin typeface="+mn-lt"/>
                <a:ea typeface="+mn-ea"/>
                <a:cs typeface="+mn-cs"/>
              </a:rPr>
              <a:t>Adding black creates a shade.</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Understanding these variations helps us build sophisticated colour palettes instead of relying on pure, highly saturated colours.</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Image from https://sl.bing.net/tqeYl02I9c</a:t>
            </a:r>
          </a:p>
          <a:p>
            <a:endParaRPr lang="en-CA" dirty="0"/>
          </a:p>
        </p:txBody>
      </p:sp>
      <p:sp>
        <p:nvSpPr>
          <p:cNvPr id="4" name="Slide Number Placeholder 3"/>
          <p:cNvSpPr>
            <a:spLocks noGrp="1"/>
          </p:cNvSpPr>
          <p:nvPr>
            <p:ph type="sldNum" sz="quarter" idx="5"/>
          </p:nvPr>
        </p:nvSpPr>
        <p:spPr/>
        <p:txBody>
          <a:bodyPr/>
          <a:lstStyle/>
          <a:p>
            <a:fld id="{7876880C-38C5-4C5A-9780-E67DDEB35E6F}" type="slidenum">
              <a:rPr lang="en-CA" smtClean="0"/>
              <a:t>18</a:t>
            </a:fld>
            <a:endParaRPr lang="en-CA"/>
          </a:p>
        </p:txBody>
      </p:sp>
    </p:spTree>
    <p:extLst>
      <p:ext uri="{BB962C8B-B14F-4D97-AF65-F5344CB8AC3E}">
        <p14:creationId xmlns:p14="http://schemas.microsoft.com/office/powerpoint/2010/main" val="13300807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buFontTx/>
              <a:buNone/>
            </a:pPr>
            <a:r>
              <a:rPr lang="en-US" altLang="en-US" dirty="0">
                <a:latin typeface="Century Gothic" panose="020B0502020202020204" pitchFamily="34" charset="0"/>
              </a:rPr>
              <a:t>This chart shows relative values of hues at their maximum saturation. </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dirty="0">
                <a:latin typeface="Century Gothic" panose="020B0502020202020204" pitchFamily="34" charset="0"/>
              </a:rPr>
              <a:t>Warm, cool, and neutral relationships are also indicated.</a:t>
            </a:r>
          </a:p>
          <a:p>
            <a:pPr eaLnBrk="1" hangingPunct="1">
              <a:spcBef>
                <a:spcPct val="0"/>
              </a:spcBef>
              <a:buFontTx/>
              <a:buNone/>
            </a:pPr>
            <a:endParaRPr lang="en-US" altLang="en-US" dirty="0">
              <a:latin typeface="Century Gothic" panose="020B0502020202020204" pitchFamily="34" charset="0"/>
            </a:endParaRPr>
          </a:p>
          <a:p>
            <a:pPr defTabSz="931774">
              <a:spcBef>
                <a:spcPct val="0"/>
              </a:spcBef>
            </a:pPr>
            <a:r>
              <a:rPr lang="en-US" altLang="en-US" dirty="0">
                <a:latin typeface="Century Gothic" panose="020B0502020202020204" pitchFamily="34" charset="0"/>
              </a:rPr>
              <a:t>The dotted rule indicates the midpoint. All </a:t>
            </a:r>
            <a:r>
              <a:rPr lang="en-US" altLang="en-US" dirty="0" err="1">
                <a:latin typeface="Century Gothic" panose="020B0502020202020204" pitchFamily="34" charset="0"/>
              </a:rPr>
              <a:t>colours</a:t>
            </a:r>
            <a:r>
              <a:rPr lang="en-US" altLang="en-US" dirty="0">
                <a:latin typeface="Century Gothic" panose="020B0502020202020204" pitchFamily="34" charset="0"/>
              </a:rPr>
              <a:t> above the line are high key, while those below the line are low key. </a:t>
            </a:r>
          </a:p>
          <a:p>
            <a:pPr marL="171450" indent="-171450">
              <a:buFont typeface="Arial" panose="020B0604020202020204" pitchFamily="34" charset="0"/>
              <a:buChar char="•"/>
            </a:pPr>
            <a:r>
              <a:rPr lang="en-US" dirty="0"/>
              <a:t>"high key" refers to a scene dominated by bright, light-value colors, creating a cheerful, airy, and high-contrast effect, while </a:t>
            </a:r>
          </a:p>
          <a:p>
            <a:pPr marL="171450" indent="-171450">
              <a:buFont typeface="Arial" panose="020B0604020202020204" pitchFamily="34" charset="0"/>
              <a:buChar char="•"/>
            </a:pPr>
            <a:r>
              <a:rPr lang="en-US" dirty="0"/>
              <a:t>"low key" uses dark-value colors with minimal highlights and more shadows, resulting in a moodier, more dramatic, and low-contrast scene.</a:t>
            </a:r>
            <a:endParaRPr lang="en-CA" dirty="0"/>
          </a:p>
        </p:txBody>
      </p:sp>
      <p:sp>
        <p:nvSpPr>
          <p:cNvPr id="4" name="Slide Number Placeholder 3"/>
          <p:cNvSpPr>
            <a:spLocks noGrp="1"/>
          </p:cNvSpPr>
          <p:nvPr>
            <p:ph type="sldNum" sz="quarter" idx="5"/>
          </p:nvPr>
        </p:nvSpPr>
        <p:spPr/>
        <p:txBody>
          <a:bodyPr/>
          <a:lstStyle/>
          <a:p>
            <a:fld id="{7876880C-38C5-4C5A-9780-E67DDEB35E6F}" type="slidenum">
              <a:rPr lang="en-CA" smtClean="0"/>
              <a:t>19</a:t>
            </a:fld>
            <a:endParaRPr lang="en-CA"/>
          </a:p>
        </p:txBody>
      </p:sp>
    </p:spTree>
    <p:extLst>
      <p:ext uri="{BB962C8B-B14F-4D97-AF65-F5344CB8AC3E}">
        <p14:creationId xmlns:p14="http://schemas.microsoft.com/office/powerpoint/2010/main" val="11435744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spcBef>
                <a:spcPct val="0"/>
              </a:spcBef>
            </a:pPr>
            <a:r>
              <a:rPr lang="en-US" altLang="en-US" dirty="0">
                <a:solidFill>
                  <a:schemeClr val="bg1"/>
                </a:solidFill>
                <a:latin typeface="Century Gothic" panose="020B0502020202020204" pitchFamily="34" charset="0"/>
              </a:rPr>
              <a:t>Colour theory is, at its core, about developing aesthetically pleasing </a:t>
            </a:r>
            <a:r>
              <a:rPr lang="en-US" altLang="en-US" dirty="0" err="1">
                <a:solidFill>
                  <a:schemeClr val="bg1"/>
                </a:solidFill>
                <a:latin typeface="Century Gothic" panose="020B0502020202020204" pitchFamily="34" charset="0"/>
              </a:rPr>
              <a:t>colour</a:t>
            </a:r>
            <a:r>
              <a:rPr lang="en-US" altLang="en-US" dirty="0">
                <a:solidFill>
                  <a:schemeClr val="bg1"/>
                </a:solidFill>
                <a:latin typeface="Century Gothic" panose="020B0502020202020204" pitchFamily="34" charset="0"/>
              </a:rPr>
              <a:t> relationships.</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dirty="0">
                <a:latin typeface="Century Gothic" panose="020B0502020202020204" pitchFamily="34" charset="0"/>
              </a:rPr>
              <a:t>One of the best tools for visualizing </a:t>
            </a:r>
            <a:r>
              <a:rPr lang="en-US" altLang="en-US" dirty="0" err="1">
                <a:latin typeface="Century Gothic" panose="020B0502020202020204" pitchFamily="34" charset="0"/>
              </a:rPr>
              <a:t>colour</a:t>
            </a:r>
            <a:r>
              <a:rPr lang="en-US" altLang="en-US" dirty="0">
                <a:latin typeface="Century Gothic" panose="020B0502020202020204" pitchFamily="34" charset="0"/>
              </a:rPr>
              <a:t> relationships is the </a:t>
            </a:r>
            <a:r>
              <a:rPr lang="en-US" altLang="en-US" dirty="0" err="1">
                <a:latin typeface="Century Gothic" panose="020B0502020202020204" pitchFamily="34" charset="0"/>
              </a:rPr>
              <a:t>colour</a:t>
            </a:r>
            <a:r>
              <a:rPr lang="en-US" altLang="en-US" dirty="0">
                <a:latin typeface="Century Gothic" panose="020B0502020202020204" pitchFamily="34" charset="0"/>
              </a:rPr>
              <a:t> wheel. This wheel,     originally developed by      Sir Isaac Newton, can be constructed with just a few </a:t>
            </a:r>
            <a:r>
              <a:rPr lang="en-US" altLang="en-US" dirty="0" err="1">
                <a:latin typeface="Century Gothic" panose="020B0502020202020204" pitchFamily="34" charset="0"/>
              </a:rPr>
              <a:t>colours</a:t>
            </a:r>
            <a:r>
              <a:rPr lang="en-US" altLang="en-US" dirty="0">
                <a:latin typeface="Century Gothic" panose="020B0502020202020204" pitchFamily="34" charset="0"/>
              </a:rPr>
              <a:t>, or can be quite complex, incorporating many </a:t>
            </a:r>
            <a:r>
              <a:rPr lang="en-US" altLang="en-US" dirty="0" err="1">
                <a:latin typeface="Century Gothic" panose="020B0502020202020204" pitchFamily="34" charset="0"/>
              </a:rPr>
              <a:t>colour</a:t>
            </a:r>
            <a:r>
              <a:rPr lang="en-US" altLang="en-US" dirty="0">
                <a:latin typeface="Century Gothic" panose="020B0502020202020204" pitchFamily="34" charset="0"/>
              </a:rPr>
              <a:t> variations. </a:t>
            </a:r>
          </a:p>
          <a:p>
            <a:pPr eaLnBrk="1" hangingPunct="1">
              <a:spcBef>
                <a:spcPct val="0"/>
              </a:spcBef>
              <a:buFontTx/>
              <a:buNone/>
            </a:pPr>
            <a:endParaRPr lang="en-US" altLang="en-US" dirty="0">
              <a:latin typeface="Century Gothic" panose="020B0502020202020204" pitchFamily="34" charset="0"/>
            </a:endParaRPr>
          </a:p>
          <a:p>
            <a:pPr eaLnBrk="1" hangingPunct="1">
              <a:spcBef>
                <a:spcPct val="0"/>
              </a:spcBef>
              <a:buFontTx/>
              <a:buNone/>
            </a:pPr>
            <a:r>
              <a:rPr lang="en-US" altLang="en-US" dirty="0">
                <a:latin typeface="Century Gothic" panose="020B0502020202020204" pitchFamily="34" charset="0"/>
              </a:rPr>
              <a:t>Perhaps the most useful version is the twelve-step </a:t>
            </a:r>
            <a:r>
              <a:rPr lang="en-US" altLang="en-US" dirty="0" err="1">
                <a:latin typeface="Century Gothic" panose="020B0502020202020204" pitchFamily="34" charset="0"/>
              </a:rPr>
              <a:t>colour</a:t>
            </a:r>
            <a:r>
              <a:rPr lang="en-US" altLang="en-US" dirty="0">
                <a:latin typeface="Century Gothic" panose="020B0502020202020204" pitchFamily="34" charset="0"/>
              </a:rPr>
              <a:t> wheel containing twelve pure hues, as shown. </a:t>
            </a:r>
          </a:p>
          <a:p>
            <a:pPr eaLnBrk="1" hangingPunct="1">
              <a:spcBef>
                <a:spcPct val="0"/>
              </a:spcBef>
              <a:buFontTx/>
              <a:buNone/>
            </a:pPr>
            <a:endParaRPr lang="en-US" altLang="en-US" dirty="0">
              <a:latin typeface="Century Gothic" panose="020B0502020202020204" pitchFamily="34" charset="0"/>
            </a:endParaRPr>
          </a:p>
          <a:p>
            <a:endParaRPr lang="en-CA" dirty="0"/>
          </a:p>
          <a:p>
            <a:endParaRPr lang="en-CA" dirty="0"/>
          </a:p>
        </p:txBody>
      </p:sp>
      <p:sp>
        <p:nvSpPr>
          <p:cNvPr id="4" name="Slide Number Placeholder 3"/>
          <p:cNvSpPr>
            <a:spLocks noGrp="1"/>
          </p:cNvSpPr>
          <p:nvPr>
            <p:ph type="sldNum" sz="quarter" idx="5"/>
          </p:nvPr>
        </p:nvSpPr>
        <p:spPr/>
        <p:txBody>
          <a:bodyPr/>
          <a:lstStyle/>
          <a:p>
            <a:fld id="{7876880C-38C5-4C5A-9780-E67DDEB35E6F}" type="slidenum">
              <a:rPr lang="en-CA" smtClean="0"/>
              <a:t>20</a:t>
            </a:fld>
            <a:endParaRPr lang="en-CA"/>
          </a:p>
        </p:txBody>
      </p:sp>
    </p:spTree>
    <p:extLst>
      <p:ext uri="{BB962C8B-B14F-4D97-AF65-F5344CB8AC3E}">
        <p14:creationId xmlns:p14="http://schemas.microsoft.com/office/powerpoint/2010/main" val="22867704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37DF0B65-8227-4CF4-B92E-DDCC295ED1D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FB06A859-8060-4C4C-B074-F40D6BA4AC9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buFontTx/>
              <a:buNone/>
            </a:pPr>
            <a:r>
              <a:rPr lang="en-US" altLang="en-US" b="1" dirty="0">
                <a:latin typeface="Century Gothic" panose="020B0502020202020204" pitchFamily="34" charset="0"/>
              </a:rPr>
              <a:t>Primary </a:t>
            </a:r>
            <a:r>
              <a:rPr lang="en-US" altLang="en-US" b="1" dirty="0" err="1">
                <a:latin typeface="Century Gothic" panose="020B0502020202020204" pitchFamily="34" charset="0"/>
              </a:rPr>
              <a:t>colours</a:t>
            </a:r>
            <a:r>
              <a:rPr lang="en-US" altLang="en-US" b="1" dirty="0">
                <a:latin typeface="Century Gothic" panose="020B0502020202020204" pitchFamily="34" charset="0"/>
              </a:rPr>
              <a:t>:</a:t>
            </a:r>
          </a:p>
          <a:p>
            <a:pPr eaLnBrk="1" hangingPunct="1">
              <a:spcBef>
                <a:spcPct val="0"/>
              </a:spcBef>
              <a:buFontTx/>
              <a:buNone/>
            </a:pPr>
            <a:r>
              <a:rPr lang="en-US" altLang="en-US" dirty="0">
                <a:latin typeface="Century Gothic" panose="020B0502020202020204" pitchFamily="34" charset="0"/>
              </a:rPr>
              <a:t>There are three primary </a:t>
            </a:r>
            <a:r>
              <a:rPr lang="en-US" altLang="en-US" dirty="0" err="1">
                <a:latin typeface="Century Gothic" panose="020B0502020202020204" pitchFamily="34" charset="0"/>
              </a:rPr>
              <a:t>colours</a:t>
            </a:r>
            <a:r>
              <a:rPr lang="en-US" altLang="en-US" dirty="0">
                <a:latin typeface="Century Gothic" panose="020B0502020202020204" pitchFamily="34" charset="0"/>
              </a:rPr>
              <a:t>. </a:t>
            </a:r>
          </a:p>
          <a:p>
            <a:pPr eaLnBrk="1" hangingPunct="1">
              <a:spcBef>
                <a:spcPct val="0"/>
              </a:spcBef>
              <a:buFontTx/>
              <a:buNone/>
            </a:pPr>
            <a:r>
              <a:rPr lang="en-US" altLang="en-US" dirty="0">
                <a:latin typeface="Century Gothic" panose="020B0502020202020204" pitchFamily="34" charset="0"/>
              </a:rPr>
              <a:t>They are the hues yellow, blue and red. </a:t>
            </a:r>
          </a:p>
          <a:p>
            <a:pPr eaLnBrk="1" hangingPunct="1">
              <a:spcBef>
                <a:spcPct val="0"/>
              </a:spcBef>
              <a:buFontTx/>
              <a:buNone/>
            </a:pPr>
            <a:r>
              <a:rPr lang="en-US" altLang="en-US" dirty="0">
                <a:latin typeface="Century Gothic" panose="020B0502020202020204" pitchFamily="34" charset="0"/>
              </a:rPr>
              <a:t>These three </a:t>
            </a:r>
            <a:r>
              <a:rPr lang="en-US" altLang="en-US" dirty="0" err="1">
                <a:latin typeface="Century Gothic" panose="020B0502020202020204" pitchFamily="34" charset="0"/>
              </a:rPr>
              <a:t>colours</a:t>
            </a:r>
            <a:r>
              <a:rPr lang="en-US" altLang="en-US" dirty="0">
                <a:latin typeface="Century Gothic" panose="020B0502020202020204" pitchFamily="34" charset="0"/>
              </a:rPr>
              <a:t> are the hues that in theory can be mixed to make all other </a:t>
            </a:r>
            <a:r>
              <a:rPr lang="en-US" altLang="en-US" dirty="0" err="1">
                <a:latin typeface="Century Gothic" panose="020B0502020202020204" pitchFamily="34" charset="0"/>
              </a:rPr>
              <a:t>colours</a:t>
            </a:r>
            <a:r>
              <a:rPr lang="en-US" altLang="en-US" dirty="0">
                <a:latin typeface="Century Gothic" panose="020B0502020202020204" pitchFamily="34" charset="0"/>
              </a:rPr>
              <a:t>. </a:t>
            </a:r>
          </a:p>
          <a:p>
            <a:pPr eaLnBrk="1" hangingPunct="1">
              <a:spcBef>
                <a:spcPct val="0"/>
              </a:spcBef>
              <a:buFontTx/>
              <a:buNone/>
            </a:pPr>
            <a:r>
              <a:rPr lang="en-US" altLang="en-US" dirty="0">
                <a:latin typeface="Century Gothic" panose="020B0502020202020204" pitchFamily="34" charset="0"/>
              </a:rPr>
              <a:t>If you mix the three primary </a:t>
            </a:r>
            <a:r>
              <a:rPr lang="en-US" altLang="en-US" dirty="0" err="1">
                <a:latin typeface="Century Gothic" panose="020B0502020202020204" pitchFamily="34" charset="0"/>
              </a:rPr>
              <a:t>colours</a:t>
            </a:r>
            <a:r>
              <a:rPr lang="en-US" altLang="en-US" dirty="0">
                <a:latin typeface="Century Gothic" panose="020B0502020202020204" pitchFamily="34" charset="0"/>
              </a:rPr>
              <a:t>, in theory it would produce black.</a:t>
            </a:r>
          </a:p>
          <a:p>
            <a:pPr>
              <a:spcBef>
                <a:spcPct val="0"/>
              </a:spcBef>
            </a:pPr>
            <a:endParaRPr lang="en-US" altLang="en-US" dirty="0"/>
          </a:p>
          <a:p>
            <a:pPr>
              <a:spcBef>
                <a:spcPct val="0"/>
              </a:spcBef>
            </a:pPr>
            <a:endParaRPr lang="en-US" altLang="en-US" dirty="0"/>
          </a:p>
          <a:p>
            <a:pPr>
              <a:spcBef>
                <a:spcPct val="0"/>
              </a:spcBef>
            </a:pPr>
            <a:r>
              <a:rPr lang="en-US" altLang="en-US" dirty="0"/>
              <a:t>Red, yellow, and blue are the </a:t>
            </a:r>
            <a:r>
              <a:rPr lang="en-US" altLang="en-US" i="1" dirty="0"/>
              <a:t>primary colors</a:t>
            </a:r>
            <a:r>
              <a:rPr lang="en-US" altLang="en-US" dirty="0"/>
              <a:t> of the artists' spectrum. </a:t>
            </a:r>
          </a:p>
          <a:p>
            <a:pPr>
              <a:spcBef>
                <a:spcPct val="0"/>
              </a:spcBef>
            </a:pPr>
            <a:r>
              <a:rPr lang="en-US" altLang="en-US" dirty="0"/>
              <a:t>They are the simplest hues. </a:t>
            </a:r>
          </a:p>
          <a:p>
            <a:pPr>
              <a:spcBef>
                <a:spcPct val="0"/>
              </a:spcBef>
            </a:pPr>
            <a:r>
              <a:rPr lang="en-US" altLang="en-US" dirty="0"/>
              <a:t>They cannot be broken down visually into other colors or reduced into component parts. </a:t>
            </a:r>
          </a:p>
          <a:p>
            <a:pPr>
              <a:spcBef>
                <a:spcPct val="0"/>
              </a:spcBef>
            </a:pPr>
            <a:r>
              <a:rPr lang="en-US" altLang="en-US" dirty="0"/>
              <a:t>The primary colors are the most different from each other because they have no elements in common. </a:t>
            </a:r>
          </a:p>
          <a:p>
            <a:pPr>
              <a:spcBef>
                <a:spcPct val="0"/>
              </a:spcBef>
            </a:pPr>
            <a:r>
              <a:rPr lang="en-US" altLang="en-US" dirty="0"/>
              <a:t>All colors on the artists' spectrum are mixed </a:t>
            </a:r>
            <a:r>
              <a:rPr lang="en-US" altLang="en-US" i="1" dirty="0"/>
              <a:t>visually</a:t>
            </a:r>
            <a:r>
              <a:rPr lang="en-US" altLang="en-US" dirty="0"/>
              <a:t> from the primaries red, yellow, and blue.</a:t>
            </a:r>
          </a:p>
          <a:p>
            <a:pPr>
              <a:spcBef>
                <a:spcPct val="0"/>
              </a:spcBef>
            </a:pPr>
            <a:endParaRPr lang="en-US" altLang="en-US" dirty="0"/>
          </a:p>
          <a:p>
            <a:pPr>
              <a:spcBef>
                <a:spcPct val="0"/>
              </a:spcBef>
            </a:pPr>
            <a:endParaRPr lang="en-CA" altLang="en-US" dirty="0"/>
          </a:p>
        </p:txBody>
      </p:sp>
      <p:sp>
        <p:nvSpPr>
          <p:cNvPr id="21508" name="Slide Number Placeholder 3">
            <a:extLst>
              <a:ext uri="{FF2B5EF4-FFF2-40B4-BE49-F238E27FC236}">
                <a16:creationId xmlns:a16="http://schemas.microsoft.com/office/drawing/2014/main" id="{B09BAACA-DE14-4BBC-961D-CFE74FE948C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71450" indent="-296711">
              <a:defRPr>
                <a:solidFill>
                  <a:schemeClr val="tx1"/>
                </a:solidFill>
                <a:latin typeface="Arial" panose="020B0604020202020204" pitchFamily="34" charset="0"/>
                <a:cs typeface="Arial" panose="020B0604020202020204" pitchFamily="34" charset="0"/>
              </a:defRPr>
            </a:lvl2pPr>
            <a:lvl3pPr marL="1186847" indent="-237369">
              <a:defRPr>
                <a:solidFill>
                  <a:schemeClr val="tx1"/>
                </a:solidFill>
                <a:latin typeface="Arial" panose="020B0604020202020204" pitchFamily="34" charset="0"/>
                <a:cs typeface="Arial" panose="020B0604020202020204" pitchFamily="34" charset="0"/>
              </a:defRPr>
            </a:lvl3pPr>
            <a:lvl4pPr marL="1661585" indent="-237369">
              <a:defRPr>
                <a:solidFill>
                  <a:schemeClr val="tx1"/>
                </a:solidFill>
                <a:latin typeface="Arial" panose="020B0604020202020204" pitchFamily="34" charset="0"/>
                <a:cs typeface="Arial" panose="020B0604020202020204" pitchFamily="34" charset="0"/>
              </a:defRPr>
            </a:lvl4pPr>
            <a:lvl5pPr marL="2136324" indent="-237369">
              <a:defRPr>
                <a:solidFill>
                  <a:schemeClr val="tx1"/>
                </a:solidFill>
                <a:latin typeface="Arial" panose="020B0604020202020204" pitchFamily="34" charset="0"/>
                <a:cs typeface="Arial" panose="020B0604020202020204" pitchFamily="34" charset="0"/>
              </a:defRPr>
            </a:lvl5pPr>
            <a:lvl6pPr marL="2611062" indent="-237369"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085801" indent="-237369"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560540" indent="-237369"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035279" indent="-237369"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15AE586-04DF-4A73-9E07-816BD0F2A062}" type="slidenum">
              <a:rPr lang="en-CA" altLang="en-US"/>
              <a:pPr/>
              <a:t>21</a:t>
            </a:fld>
            <a:endParaRPr lang="en-CA"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CC46257C-ECBC-4294-8C52-3E030AEA2FC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a:extLst>
              <a:ext uri="{FF2B5EF4-FFF2-40B4-BE49-F238E27FC236}">
                <a16:creationId xmlns:a16="http://schemas.microsoft.com/office/drawing/2014/main" id="{8492FF42-A124-4E0B-8C87-113AD174167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dirty="0"/>
              <a:t>green, orange, and violet are the </a:t>
            </a:r>
            <a:r>
              <a:rPr lang="en-US" altLang="en-US" i="1" dirty="0"/>
              <a:t>secondary colors</a:t>
            </a:r>
            <a:r>
              <a:rPr lang="en-US" altLang="en-US" dirty="0"/>
              <a:t> of the artists' spectrum. Each secondary color is an even interval, or visual midpoint, between two primary colors:</a:t>
            </a:r>
          </a:p>
          <a:p>
            <a:pPr>
              <a:spcBef>
                <a:spcPct val="0"/>
              </a:spcBef>
            </a:pPr>
            <a:r>
              <a:rPr lang="en-US" altLang="en-US" dirty="0"/>
              <a:t>Green is the middle mix of blue and yellow.</a:t>
            </a:r>
          </a:p>
          <a:p>
            <a:pPr>
              <a:spcBef>
                <a:spcPct val="0"/>
              </a:spcBef>
            </a:pPr>
            <a:r>
              <a:rPr lang="en-US" altLang="en-US" dirty="0"/>
              <a:t>Orange is the middle mix of red and yellow.</a:t>
            </a:r>
          </a:p>
          <a:p>
            <a:pPr>
              <a:spcBef>
                <a:spcPct val="0"/>
              </a:spcBef>
            </a:pPr>
            <a:r>
              <a:rPr lang="en-US" altLang="en-US" dirty="0"/>
              <a:t>Violet is the middle mix of blue and red.</a:t>
            </a:r>
          </a:p>
          <a:p>
            <a:pPr>
              <a:spcBef>
                <a:spcPct val="0"/>
              </a:spcBef>
            </a:pPr>
            <a:endParaRPr lang="en-US" altLang="en-US" dirty="0"/>
          </a:p>
          <a:p>
            <a:pPr>
              <a:spcBef>
                <a:spcPct val="0"/>
              </a:spcBef>
            </a:pPr>
            <a:r>
              <a:rPr lang="en-US" altLang="en-US" dirty="0"/>
              <a:t>The secondary colors are less contrasting in hue than the primary colors. Each secondary color contains a primary in common with one of the others. Orange and violet each contain red, orange and green each contain yellow, and green and violet each contain blue.</a:t>
            </a:r>
          </a:p>
          <a:p>
            <a:pPr>
              <a:spcBef>
                <a:spcPct val="0"/>
              </a:spcBef>
            </a:pPr>
            <a:endParaRPr lang="en-CA" altLang="en-US" dirty="0"/>
          </a:p>
          <a:p>
            <a:pPr>
              <a:spcBef>
                <a:spcPct val="0"/>
              </a:spcBef>
            </a:pPr>
            <a:r>
              <a:rPr lang="en-US" altLang="en-US" dirty="0"/>
              <a:t>Yellow-orange, red-orange, red-violet, blue-violet, blue-green, and yellow-green are the </a:t>
            </a:r>
            <a:r>
              <a:rPr lang="en-US" altLang="en-US" i="1" dirty="0"/>
              <a:t>intermediate colors.</a:t>
            </a:r>
            <a:r>
              <a:rPr lang="en-US" altLang="en-US" dirty="0"/>
              <a:t> They are the midpoints between the primary and secondary hues. Like the secondary colors, each is made up of two primaries, but in different proportions. Many times these colors are referred to as tertiary colors, but this is inaccurate. Tertiary colors contain three primary colors, not two.</a:t>
            </a:r>
            <a:r>
              <a:rPr lang="en-US" altLang="en-US" baseline="30000" dirty="0">
                <a:hlinkClick r:id="rId3"/>
              </a:rPr>
              <a:t>4</a:t>
            </a:r>
            <a:endParaRPr lang="en-US" altLang="en-US" baseline="30000" dirty="0"/>
          </a:p>
          <a:p>
            <a:pPr>
              <a:spcBef>
                <a:spcPct val="0"/>
              </a:spcBef>
            </a:pPr>
            <a:endParaRPr lang="en-US" altLang="en-US" baseline="30000" dirty="0"/>
          </a:p>
          <a:p>
            <a:pPr>
              <a:spcBef>
                <a:spcPct val="0"/>
              </a:spcBef>
            </a:pPr>
            <a:endParaRPr lang="en-US" altLang="en-US" baseline="30000" dirty="0"/>
          </a:p>
          <a:p>
            <a:pPr eaLnBrk="1" hangingPunct="1">
              <a:spcBef>
                <a:spcPct val="0"/>
              </a:spcBef>
              <a:buFontTx/>
              <a:buNone/>
            </a:pPr>
            <a:r>
              <a:rPr lang="en-US" altLang="en-US" sz="1400" b="1" dirty="0">
                <a:latin typeface="Century Gothic" panose="020B0502020202020204" pitchFamily="34" charset="0"/>
              </a:rPr>
              <a:t>Secondary </a:t>
            </a:r>
            <a:r>
              <a:rPr lang="en-US" altLang="en-US" sz="1400" b="1" dirty="0" err="1">
                <a:latin typeface="Century Gothic" panose="020B0502020202020204" pitchFamily="34" charset="0"/>
              </a:rPr>
              <a:t>colours</a:t>
            </a:r>
            <a:r>
              <a:rPr lang="en-US" altLang="en-US" sz="1400" b="1" dirty="0">
                <a:latin typeface="Century Gothic" panose="020B0502020202020204" pitchFamily="34" charset="0"/>
              </a:rPr>
              <a:t>:</a:t>
            </a:r>
          </a:p>
          <a:p>
            <a:pPr eaLnBrk="1" hangingPunct="1">
              <a:spcBef>
                <a:spcPct val="0"/>
              </a:spcBef>
              <a:buFontTx/>
              <a:buNone/>
            </a:pPr>
            <a:r>
              <a:rPr lang="en-US" altLang="en-US" dirty="0">
                <a:latin typeface="Century Gothic" panose="020B0502020202020204" pitchFamily="34" charset="0"/>
              </a:rPr>
              <a:t>Secondary </a:t>
            </a:r>
            <a:r>
              <a:rPr lang="en-US" altLang="en-US" dirty="0" err="1">
                <a:latin typeface="Century Gothic" panose="020B0502020202020204" pitchFamily="34" charset="0"/>
              </a:rPr>
              <a:t>colours</a:t>
            </a:r>
            <a:r>
              <a:rPr lang="en-US" altLang="en-US" dirty="0">
                <a:latin typeface="Century Gothic" panose="020B0502020202020204" pitchFamily="34" charset="0"/>
              </a:rPr>
              <a:t>: By mixing two primary hues together you create a secondary </a:t>
            </a:r>
            <a:r>
              <a:rPr lang="en-US" altLang="en-US" dirty="0" err="1">
                <a:latin typeface="Century Gothic" panose="020B0502020202020204" pitchFamily="34" charset="0"/>
              </a:rPr>
              <a:t>colour</a:t>
            </a:r>
            <a:r>
              <a:rPr lang="en-US" altLang="en-US" dirty="0">
                <a:latin typeface="Century Gothic" panose="020B0502020202020204" pitchFamily="34" charset="0"/>
              </a:rPr>
              <a:t>. There are three secondary </a:t>
            </a:r>
            <a:r>
              <a:rPr lang="en-US" altLang="en-US" dirty="0" err="1">
                <a:latin typeface="Century Gothic" panose="020B0502020202020204" pitchFamily="34" charset="0"/>
              </a:rPr>
              <a:t>colours</a:t>
            </a:r>
            <a:r>
              <a:rPr lang="en-US" altLang="en-US" dirty="0">
                <a:latin typeface="Century Gothic" panose="020B0502020202020204" pitchFamily="34" charset="0"/>
              </a:rPr>
              <a:t>. They are the hues green, violet (purple) and orange. Orange from mixing red and yellow, violet (purple) from blue and red, and green from yellow and blue.</a:t>
            </a:r>
            <a:endParaRPr lang="en-CA" altLang="en-US" dirty="0"/>
          </a:p>
        </p:txBody>
      </p:sp>
      <p:sp>
        <p:nvSpPr>
          <p:cNvPr id="23556" name="Slide Number Placeholder 3">
            <a:extLst>
              <a:ext uri="{FF2B5EF4-FFF2-40B4-BE49-F238E27FC236}">
                <a16:creationId xmlns:a16="http://schemas.microsoft.com/office/drawing/2014/main" id="{D66D75A4-FCAB-4BFD-9361-CF60C037C7B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71450" indent="-296711">
              <a:defRPr>
                <a:solidFill>
                  <a:schemeClr val="tx1"/>
                </a:solidFill>
                <a:latin typeface="Arial" panose="020B0604020202020204" pitchFamily="34" charset="0"/>
                <a:cs typeface="Arial" panose="020B0604020202020204" pitchFamily="34" charset="0"/>
              </a:defRPr>
            </a:lvl2pPr>
            <a:lvl3pPr marL="1186847" indent="-237369">
              <a:defRPr>
                <a:solidFill>
                  <a:schemeClr val="tx1"/>
                </a:solidFill>
                <a:latin typeface="Arial" panose="020B0604020202020204" pitchFamily="34" charset="0"/>
                <a:cs typeface="Arial" panose="020B0604020202020204" pitchFamily="34" charset="0"/>
              </a:defRPr>
            </a:lvl3pPr>
            <a:lvl4pPr marL="1661585" indent="-237369">
              <a:defRPr>
                <a:solidFill>
                  <a:schemeClr val="tx1"/>
                </a:solidFill>
                <a:latin typeface="Arial" panose="020B0604020202020204" pitchFamily="34" charset="0"/>
                <a:cs typeface="Arial" panose="020B0604020202020204" pitchFamily="34" charset="0"/>
              </a:defRPr>
            </a:lvl4pPr>
            <a:lvl5pPr marL="2136324" indent="-237369">
              <a:defRPr>
                <a:solidFill>
                  <a:schemeClr val="tx1"/>
                </a:solidFill>
                <a:latin typeface="Arial" panose="020B0604020202020204" pitchFamily="34" charset="0"/>
                <a:cs typeface="Arial" panose="020B0604020202020204" pitchFamily="34" charset="0"/>
              </a:defRPr>
            </a:lvl5pPr>
            <a:lvl6pPr marL="2611062" indent="-237369"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085801" indent="-237369"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560540" indent="-237369"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035279" indent="-237369"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A13195B-7736-445F-A5CF-250399001EED}" type="slidenum">
              <a:rPr lang="en-CA" altLang="en-US"/>
              <a:pPr/>
              <a:t>22</a:t>
            </a:fld>
            <a:endParaRPr lang="en-CA"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F3871255-3080-47D5-8454-C9F43E65288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a:extLst>
              <a:ext uri="{FF2B5EF4-FFF2-40B4-BE49-F238E27FC236}">
                <a16:creationId xmlns:a16="http://schemas.microsoft.com/office/drawing/2014/main" id="{7F869599-BB03-460E-AF96-8B83E38B932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dirty="0"/>
              <a:t>Yellow-orange, red-orange, red-violet, blue-violet, blue-green, and yellow-green are the </a:t>
            </a:r>
            <a:r>
              <a:rPr lang="en-US" altLang="en-US" i="1" dirty="0"/>
              <a:t>intermediate colors.</a:t>
            </a:r>
            <a:r>
              <a:rPr lang="en-US" altLang="en-US" dirty="0"/>
              <a:t> They are the midpoints between the primary and secondary hues. Like the secondary colors, each is made up of two primaries, but in different proportions. </a:t>
            </a:r>
          </a:p>
          <a:p>
            <a:pPr>
              <a:spcBef>
                <a:spcPct val="0"/>
              </a:spcBef>
            </a:pPr>
            <a:endParaRPr lang="en-US" altLang="en-US" dirty="0"/>
          </a:p>
          <a:p>
            <a:pPr eaLnBrk="1" hangingPunct="1">
              <a:spcBef>
                <a:spcPct val="0"/>
              </a:spcBef>
              <a:buFontTx/>
              <a:buNone/>
            </a:pPr>
            <a:r>
              <a:rPr lang="en-US" altLang="en-US" sz="1400" b="1" dirty="0" err="1">
                <a:latin typeface="Century Gothic" panose="020B0502020202020204" pitchFamily="34" charset="0"/>
              </a:rPr>
              <a:t>Tetiary</a:t>
            </a:r>
            <a:r>
              <a:rPr lang="en-US" altLang="en-US" sz="1400" b="1" dirty="0">
                <a:latin typeface="Century Gothic" panose="020B0502020202020204" pitchFamily="34" charset="0"/>
              </a:rPr>
              <a:t> </a:t>
            </a:r>
            <a:r>
              <a:rPr lang="en-US" altLang="en-US" sz="1400" b="1" dirty="0" err="1">
                <a:latin typeface="Century Gothic" panose="020B0502020202020204" pitchFamily="34" charset="0"/>
              </a:rPr>
              <a:t>colours</a:t>
            </a:r>
            <a:r>
              <a:rPr lang="en-US" altLang="en-US" sz="1400" b="1" dirty="0">
                <a:latin typeface="Century Gothic" panose="020B0502020202020204" pitchFamily="34" charset="0"/>
              </a:rPr>
              <a:t>:</a:t>
            </a:r>
          </a:p>
          <a:p>
            <a:pPr eaLnBrk="1" hangingPunct="1">
              <a:spcBef>
                <a:spcPct val="0"/>
              </a:spcBef>
              <a:buFontTx/>
              <a:buNone/>
            </a:pPr>
            <a:r>
              <a:rPr lang="en-US" altLang="en-US" dirty="0">
                <a:latin typeface="Century Gothic" panose="020B0502020202020204" pitchFamily="34" charset="0"/>
              </a:rPr>
              <a:t>Tertiary </a:t>
            </a:r>
            <a:r>
              <a:rPr lang="en-US" altLang="en-US" dirty="0" err="1">
                <a:latin typeface="Century Gothic" panose="020B0502020202020204" pitchFamily="34" charset="0"/>
              </a:rPr>
              <a:t>colours</a:t>
            </a:r>
            <a:r>
              <a:rPr lang="en-US" altLang="en-US" dirty="0">
                <a:latin typeface="Century Gothic" panose="020B0502020202020204" pitchFamily="34" charset="0"/>
              </a:rPr>
              <a:t>: The third set of hues are known as tertiary or intermediate </a:t>
            </a:r>
            <a:r>
              <a:rPr lang="en-US" altLang="en-US" dirty="0" err="1">
                <a:latin typeface="Century Gothic" panose="020B0502020202020204" pitchFamily="34" charset="0"/>
              </a:rPr>
              <a:t>colours</a:t>
            </a:r>
            <a:r>
              <a:rPr lang="en-US" altLang="en-US" dirty="0">
                <a:latin typeface="Century Gothic" panose="020B0502020202020204" pitchFamily="34" charset="0"/>
              </a:rPr>
              <a:t>. These hues are made by mixing adjacent primary and secondary hues. The six tertiary or intermediate </a:t>
            </a:r>
            <a:r>
              <a:rPr lang="en-US" altLang="en-US" dirty="0" err="1">
                <a:latin typeface="Century Gothic" panose="020B0502020202020204" pitchFamily="34" charset="0"/>
              </a:rPr>
              <a:t>colours</a:t>
            </a:r>
            <a:r>
              <a:rPr lang="en-US" altLang="en-US" dirty="0">
                <a:latin typeface="Century Gothic" panose="020B0502020202020204" pitchFamily="34" charset="0"/>
              </a:rPr>
              <a:t> are yellow-green, blue-green, blue-violet, red-violet, red-orange, and yellow-orange.</a:t>
            </a:r>
            <a:endParaRPr lang="en-CA" altLang="en-US" dirty="0"/>
          </a:p>
        </p:txBody>
      </p:sp>
      <p:sp>
        <p:nvSpPr>
          <p:cNvPr id="25604" name="Slide Number Placeholder 3">
            <a:extLst>
              <a:ext uri="{FF2B5EF4-FFF2-40B4-BE49-F238E27FC236}">
                <a16:creationId xmlns:a16="http://schemas.microsoft.com/office/drawing/2014/main" id="{B09C90EF-5402-4CEA-AEC3-0F19658578C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71450" indent="-296711">
              <a:defRPr>
                <a:solidFill>
                  <a:schemeClr val="tx1"/>
                </a:solidFill>
                <a:latin typeface="Arial" panose="020B0604020202020204" pitchFamily="34" charset="0"/>
                <a:cs typeface="Arial" panose="020B0604020202020204" pitchFamily="34" charset="0"/>
              </a:defRPr>
            </a:lvl2pPr>
            <a:lvl3pPr marL="1186847" indent="-237369">
              <a:defRPr>
                <a:solidFill>
                  <a:schemeClr val="tx1"/>
                </a:solidFill>
                <a:latin typeface="Arial" panose="020B0604020202020204" pitchFamily="34" charset="0"/>
                <a:cs typeface="Arial" panose="020B0604020202020204" pitchFamily="34" charset="0"/>
              </a:defRPr>
            </a:lvl3pPr>
            <a:lvl4pPr marL="1661585" indent="-237369">
              <a:defRPr>
                <a:solidFill>
                  <a:schemeClr val="tx1"/>
                </a:solidFill>
                <a:latin typeface="Arial" panose="020B0604020202020204" pitchFamily="34" charset="0"/>
                <a:cs typeface="Arial" panose="020B0604020202020204" pitchFamily="34" charset="0"/>
              </a:defRPr>
            </a:lvl4pPr>
            <a:lvl5pPr marL="2136324" indent="-237369">
              <a:defRPr>
                <a:solidFill>
                  <a:schemeClr val="tx1"/>
                </a:solidFill>
                <a:latin typeface="Arial" panose="020B0604020202020204" pitchFamily="34" charset="0"/>
                <a:cs typeface="Arial" panose="020B0604020202020204" pitchFamily="34" charset="0"/>
              </a:defRPr>
            </a:lvl5pPr>
            <a:lvl6pPr marL="2611062" indent="-237369"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085801" indent="-237369"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560540" indent="-237369"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035279" indent="-237369"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B425C2A-9721-4E05-9521-D16FA137F34D}" type="slidenum">
              <a:rPr lang="en-CA" altLang="en-US"/>
              <a:pPr/>
              <a:t>23</a:t>
            </a:fld>
            <a:endParaRPr lang="en-CA"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7876880C-38C5-4C5A-9780-E67DDEB35E6F}" type="slidenum">
              <a:rPr lang="en-CA" smtClean="0"/>
              <a:t>24</a:t>
            </a:fld>
            <a:endParaRPr lang="en-CA"/>
          </a:p>
        </p:txBody>
      </p:sp>
    </p:spTree>
    <p:extLst>
      <p:ext uri="{BB962C8B-B14F-4D97-AF65-F5344CB8AC3E}">
        <p14:creationId xmlns:p14="http://schemas.microsoft.com/office/powerpoint/2010/main" val="16891460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59211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7258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20061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78092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40510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88664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78101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38327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7905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446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011971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603750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057114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3814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7957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62957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85587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64748664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ideo" Target="https://www.youtube.com/embed/l8_fZPHasdo?feature=oembed" TargetMode="Externa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hyperlink" Target="http://www.livescience.com/50842-dress-debate-color-perception.ht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ideo" Target="https://www.youtube.com/embed/LaC8fVbHuYk?feature=oembed" TargetMode="Externa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ideo" Target="https://www.youtube.com/embed/S3LlcQcpEOA?feature=oembed" TargetMode="External"/><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DCDAC-D280-0A46-1BE4-8CA1837BC764}"/>
              </a:ext>
            </a:extLst>
          </p:cNvPr>
          <p:cNvSpPr>
            <a:spLocks noGrp="1"/>
          </p:cNvSpPr>
          <p:nvPr>
            <p:ph type="ctrTitle"/>
          </p:nvPr>
        </p:nvSpPr>
        <p:spPr/>
        <p:txBody>
          <a:bodyPr/>
          <a:lstStyle/>
          <a:p>
            <a:r>
              <a:rPr lang="en-CA" dirty="0"/>
              <a:t>The Science of Colour</a:t>
            </a:r>
          </a:p>
        </p:txBody>
      </p:sp>
      <p:sp>
        <p:nvSpPr>
          <p:cNvPr id="4" name="Subtitle 3">
            <a:extLst>
              <a:ext uri="{FF2B5EF4-FFF2-40B4-BE49-F238E27FC236}">
                <a16:creationId xmlns:a16="http://schemas.microsoft.com/office/drawing/2014/main" id="{FB869D51-5717-0D15-5DC7-F5E3E21A1651}"/>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2714047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Colour Theory</a:t>
            </a:r>
          </a:p>
        </p:txBody>
      </p:sp>
      <p:sp>
        <p:nvSpPr>
          <p:cNvPr id="3" name="Subtitle 2"/>
          <p:cNvSpPr>
            <a:spLocks noGrp="1"/>
          </p:cNvSpPr>
          <p:nvPr>
            <p:ph idx="1"/>
          </p:nvPr>
        </p:nvSpPr>
        <p:spPr/>
        <p:txBody>
          <a:bodyPr/>
          <a:lstStyle/>
          <a:p>
            <a:endParaRPr dirty="0"/>
          </a:p>
        </p:txBody>
      </p:sp>
      <p:pic>
        <p:nvPicPr>
          <p:cNvPr id="4" name="Picture 3">
            <a:extLst>
              <a:ext uri="{FF2B5EF4-FFF2-40B4-BE49-F238E27FC236}">
                <a16:creationId xmlns:a16="http://schemas.microsoft.com/office/drawing/2014/main" id="{1C968CCE-1F1D-EF00-3A71-DF4A3C128598}"/>
              </a:ext>
            </a:extLst>
          </p:cNvPr>
          <p:cNvPicPr>
            <a:picLocks noChangeAspect="1"/>
          </p:cNvPicPr>
          <p:nvPr/>
        </p:nvPicPr>
        <p:blipFill>
          <a:blip r:embed="rId3"/>
          <a:stretch>
            <a:fillRect/>
          </a:stretch>
        </p:blipFill>
        <p:spPr>
          <a:xfrm>
            <a:off x="0" y="802473"/>
            <a:ext cx="9265919" cy="5791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A057445-5124-609D-C43E-2A9F477581C5}"/>
              </a:ext>
            </a:extLst>
          </p:cNvPr>
          <p:cNvSpPr>
            <a:spLocks noGrp="1" noChangeArrowheads="1"/>
          </p:cNvSpPr>
          <p:nvPr>
            <p:ph type="title"/>
          </p:nvPr>
        </p:nvSpPr>
        <p:spPr>
          <a:xfrm>
            <a:off x="457200" y="457200"/>
            <a:ext cx="8229600" cy="960438"/>
          </a:xfrm>
        </p:spPr>
        <p:txBody>
          <a:bodyPr vert="horz" lIns="91440" tIns="45720" rIns="91440" bIns="45720" rtlCol="0" anchor="ctr">
            <a:normAutofit/>
          </a:bodyPr>
          <a:lstStyle/>
          <a:p>
            <a:r>
              <a:rPr lang="en-US" altLang="en-US" dirty="0"/>
              <a:t>Seeing in </a:t>
            </a:r>
            <a:r>
              <a:rPr lang="en-US" altLang="en-US" dirty="0" err="1"/>
              <a:t>colour</a:t>
            </a:r>
            <a:endParaRPr lang="en-US" altLang="en-US" dirty="0"/>
          </a:p>
        </p:txBody>
      </p:sp>
      <p:sp>
        <p:nvSpPr>
          <p:cNvPr id="4" name="Content Placeholder 3">
            <a:extLst>
              <a:ext uri="{FF2B5EF4-FFF2-40B4-BE49-F238E27FC236}">
                <a16:creationId xmlns:a16="http://schemas.microsoft.com/office/drawing/2014/main" id="{60505C89-715F-F814-5EF6-B0E569515FBD}"/>
              </a:ext>
            </a:extLst>
          </p:cNvPr>
          <p:cNvSpPr>
            <a:spLocks noGrp="1"/>
          </p:cNvSpPr>
          <p:nvPr>
            <p:ph idx="1"/>
          </p:nvPr>
        </p:nvSpPr>
        <p:spPr>
          <a:xfrm>
            <a:off x="594360" y="1716832"/>
            <a:ext cx="7955280" cy="4069080"/>
          </a:xfrm>
        </p:spPr>
        <p:txBody>
          <a:bodyPr/>
          <a:lstStyle/>
          <a:p>
            <a:r>
              <a:rPr lang="en-US" altLang="en-US" dirty="0">
                <a:latin typeface="Century Gothic" panose="020B0502020202020204" pitchFamily="34" charset="0"/>
              </a:rPr>
              <a:t>Colour is derived from light, either natural or artiﬁcial. </a:t>
            </a:r>
          </a:p>
          <a:p>
            <a:r>
              <a:rPr lang="en-US" dirty="0"/>
              <a:t>There are two types of primary </a:t>
            </a:r>
            <a:r>
              <a:rPr lang="en-US" dirty="0" err="1"/>
              <a:t>colours</a:t>
            </a:r>
            <a:r>
              <a:rPr lang="en-US" dirty="0"/>
              <a:t>: additive and subtractive</a:t>
            </a:r>
            <a:endParaRPr lang="en-CA" dirty="0"/>
          </a:p>
        </p:txBody>
      </p:sp>
      <p:pic>
        <p:nvPicPr>
          <p:cNvPr id="5" name="Picture 4">
            <a:extLst>
              <a:ext uri="{FF2B5EF4-FFF2-40B4-BE49-F238E27FC236}">
                <a16:creationId xmlns:a16="http://schemas.microsoft.com/office/drawing/2014/main" id="{A2C4A258-6BF1-0C37-2B23-801C543EE9AB}"/>
              </a:ext>
            </a:extLst>
          </p:cNvPr>
          <p:cNvPicPr>
            <a:picLocks noChangeAspect="1"/>
          </p:cNvPicPr>
          <p:nvPr/>
        </p:nvPicPr>
        <p:blipFill>
          <a:blip r:embed="rId3"/>
          <a:stretch>
            <a:fillRect/>
          </a:stretch>
        </p:blipFill>
        <p:spPr>
          <a:xfrm>
            <a:off x="1895475" y="2938258"/>
            <a:ext cx="5353049" cy="35913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D057A-E172-7F6C-BFE3-FCD52E782AE7}"/>
              </a:ext>
            </a:extLst>
          </p:cNvPr>
          <p:cNvSpPr>
            <a:spLocks noGrp="1"/>
          </p:cNvSpPr>
          <p:nvPr>
            <p:ph type="title"/>
          </p:nvPr>
        </p:nvSpPr>
        <p:spPr>
          <a:xfrm>
            <a:off x="1885950" y="266700"/>
            <a:ext cx="7120890" cy="1293028"/>
          </a:xfrm>
        </p:spPr>
        <p:txBody>
          <a:bodyPr/>
          <a:lstStyle/>
          <a:p>
            <a:r>
              <a:rPr lang="en-US" dirty="0"/>
              <a:t>How the Eye Sees Colour</a:t>
            </a:r>
            <a:endParaRPr lang="en-CA" dirty="0"/>
          </a:p>
        </p:txBody>
      </p:sp>
      <p:sp>
        <p:nvSpPr>
          <p:cNvPr id="3" name="Content Placeholder 2">
            <a:extLst>
              <a:ext uri="{FF2B5EF4-FFF2-40B4-BE49-F238E27FC236}">
                <a16:creationId xmlns:a16="http://schemas.microsoft.com/office/drawing/2014/main" id="{CDDB4DE8-4E2D-6430-9234-6DF687A0E590}"/>
              </a:ext>
            </a:extLst>
          </p:cNvPr>
          <p:cNvSpPr>
            <a:spLocks noGrp="1"/>
          </p:cNvSpPr>
          <p:nvPr>
            <p:ph sz="half" idx="1"/>
          </p:nvPr>
        </p:nvSpPr>
        <p:spPr>
          <a:xfrm>
            <a:off x="594359" y="1845478"/>
            <a:ext cx="4543039" cy="4069080"/>
          </a:xfrm>
        </p:spPr>
        <p:txBody>
          <a:bodyPr/>
          <a:lstStyle/>
          <a:p>
            <a:r>
              <a:rPr lang="en-US" dirty="0"/>
              <a:t>Light enters through the pupil</a:t>
            </a:r>
          </a:p>
          <a:p>
            <a:r>
              <a:rPr lang="en-US" dirty="0"/>
              <a:t>Retina contains rods and cones</a:t>
            </a:r>
          </a:p>
          <a:p>
            <a:endParaRPr lang="en-CA" dirty="0"/>
          </a:p>
        </p:txBody>
      </p:sp>
      <p:sp>
        <p:nvSpPr>
          <p:cNvPr id="7" name="Content Placeholder 6">
            <a:extLst>
              <a:ext uri="{FF2B5EF4-FFF2-40B4-BE49-F238E27FC236}">
                <a16:creationId xmlns:a16="http://schemas.microsoft.com/office/drawing/2014/main" id="{4735B343-09D9-BC01-DC29-58EB3A618926}"/>
              </a:ext>
            </a:extLst>
          </p:cNvPr>
          <p:cNvSpPr>
            <a:spLocks noGrp="1"/>
          </p:cNvSpPr>
          <p:nvPr>
            <p:ph sz="half" idx="2"/>
          </p:nvPr>
        </p:nvSpPr>
        <p:spPr>
          <a:xfrm>
            <a:off x="5137399" y="1845478"/>
            <a:ext cx="3907540" cy="4069080"/>
          </a:xfrm>
        </p:spPr>
        <p:txBody>
          <a:bodyPr/>
          <a:lstStyle/>
          <a:p>
            <a:r>
              <a:rPr lang="en-US" dirty="0"/>
              <a:t>Cones detect </a:t>
            </a:r>
            <a:r>
              <a:rPr lang="en-US" dirty="0" err="1"/>
              <a:t>colour</a:t>
            </a:r>
            <a:endParaRPr lang="en-US" dirty="0"/>
          </a:p>
          <a:p>
            <a:r>
              <a:rPr lang="en-US" dirty="0"/>
              <a:t>Three cone types: </a:t>
            </a:r>
          </a:p>
          <a:p>
            <a:pPr lvl="1"/>
            <a:r>
              <a:rPr lang="en-US" dirty="0"/>
              <a:t>Red-sensitive</a:t>
            </a:r>
          </a:p>
          <a:p>
            <a:pPr lvl="1"/>
            <a:r>
              <a:rPr lang="en-US" dirty="0"/>
              <a:t>Green-sensitive</a:t>
            </a:r>
          </a:p>
          <a:p>
            <a:pPr lvl="1"/>
            <a:r>
              <a:rPr lang="en-US" dirty="0"/>
              <a:t>Blue-sensitive</a:t>
            </a:r>
          </a:p>
          <a:p>
            <a:endParaRPr lang="en-CA" dirty="0"/>
          </a:p>
        </p:txBody>
      </p:sp>
      <p:pic>
        <p:nvPicPr>
          <p:cNvPr id="6" name="Picture 5">
            <a:extLst>
              <a:ext uri="{FF2B5EF4-FFF2-40B4-BE49-F238E27FC236}">
                <a16:creationId xmlns:a16="http://schemas.microsoft.com/office/drawing/2014/main" id="{BDAE8F03-0378-B057-567F-F4ABD4B39D0E}"/>
              </a:ext>
            </a:extLst>
          </p:cNvPr>
          <p:cNvPicPr>
            <a:picLocks noChangeAspect="1"/>
          </p:cNvPicPr>
          <p:nvPr/>
        </p:nvPicPr>
        <p:blipFill>
          <a:blip r:embed="rId3"/>
          <a:srcRect l="9255" r="5446" b="13745"/>
          <a:stretch>
            <a:fillRect/>
          </a:stretch>
        </p:blipFill>
        <p:spPr>
          <a:xfrm>
            <a:off x="1695065" y="3837507"/>
            <a:ext cx="6076950" cy="2921530"/>
          </a:xfrm>
          <a:prstGeom prst="rect">
            <a:avLst/>
          </a:prstGeom>
        </p:spPr>
      </p:pic>
    </p:spTree>
    <p:extLst>
      <p:ext uri="{BB962C8B-B14F-4D97-AF65-F5344CB8AC3E}">
        <p14:creationId xmlns:p14="http://schemas.microsoft.com/office/powerpoint/2010/main" val="329906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7EE5C-A6AB-6D3E-0C32-286D243DC89C}"/>
              </a:ext>
            </a:extLst>
          </p:cNvPr>
          <p:cNvSpPr>
            <a:spLocks noGrp="1"/>
          </p:cNvSpPr>
          <p:nvPr>
            <p:ph type="title"/>
          </p:nvPr>
        </p:nvSpPr>
        <p:spPr>
          <a:xfrm>
            <a:off x="2171700" y="764373"/>
            <a:ext cx="6457950" cy="1293028"/>
          </a:xfrm>
        </p:spPr>
        <p:txBody>
          <a:bodyPr>
            <a:normAutofit/>
          </a:bodyPr>
          <a:lstStyle/>
          <a:p>
            <a:r>
              <a:rPr lang="en-CA" dirty="0"/>
              <a:t>The Brain Interprets Colour</a:t>
            </a:r>
          </a:p>
        </p:txBody>
      </p:sp>
      <p:sp>
        <p:nvSpPr>
          <p:cNvPr id="3" name="Content Placeholder 2">
            <a:extLst>
              <a:ext uri="{FF2B5EF4-FFF2-40B4-BE49-F238E27FC236}">
                <a16:creationId xmlns:a16="http://schemas.microsoft.com/office/drawing/2014/main" id="{52D33C1E-1F60-83C2-26F5-71B25D3526EE}"/>
              </a:ext>
            </a:extLst>
          </p:cNvPr>
          <p:cNvSpPr>
            <a:spLocks noGrp="1"/>
          </p:cNvSpPr>
          <p:nvPr>
            <p:ph idx="1"/>
          </p:nvPr>
        </p:nvSpPr>
        <p:spPr>
          <a:xfrm>
            <a:off x="507999" y="2194560"/>
            <a:ext cx="4362450" cy="4024125"/>
          </a:xfrm>
        </p:spPr>
        <p:txBody>
          <a:bodyPr>
            <a:normAutofit/>
          </a:bodyPr>
          <a:lstStyle/>
          <a:p>
            <a:pPr lvl="0"/>
            <a:r>
              <a:rPr lang="en-CA" dirty="0"/>
              <a:t>Colour exists in perception</a:t>
            </a:r>
          </a:p>
          <a:p>
            <a:pPr lvl="0"/>
            <a:r>
              <a:rPr lang="en-CA" dirty="0"/>
              <a:t>Brain compares wavelengths</a:t>
            </a:r>
          </a:p>
          <a:p>
            <a:pPr lvl="0"/>
            <a:r>
              <a:rPr lang="en-CA" dirty="0"/>
              <a:t>Context influences interpretation</a:t>
            </a:r>
          </a:p>
          <a:p>
            <a:pPr lvl="0"/>
            <a:r>
              <a:rPr lang="en-CA" dirty="0"/>
              <a:t>Colour is not always objective</a:t>
            </a:r>
          </a:p>
          <a:p>
            <a:endParaRPr lang="en-CA" dirty="0"/>
          </a:p>
        </p:txBody>
      </p:sp>
      <p:pic>
        <p:nvPicPr>
          <p:cNvPr id="5" name="Picture 4">
            <a:extLst>
              <a:ext uri="{FF2B5EF4-FFF2-40B4-BE49-F238E27FC236}">
                <a16:creationId xmlns:a16="http://schemas.microsoft.com/office/drawing/2014/main" id="{7F36799C-AF52-B1A5-D9E2-D87DE9041293}"/>
              </a:ext>
            </a:extLst>
          </p:cNvPr>
          <p:cNvPicPr>
            <a:picLocks noChangeAspect="1"/>
          </p:cNvPicPr>
          <p:nvPr/>
        </p:nvPicPr>
        <p:blipFill>
          <a:blip r:embed="rId3"/>
          <a:srcRect l="12451" r="64" b="-1"/>
          <a:stretch>
            <a:fillRect/>
          </a:stretch>
        </p:blipFill>
        <p:spPr>
          <a:xfrm>
            <a:off x="5238750" y="2501159"/>
            <a:ext cx="3390900" cy="3410926"/>
          </a:xfrm>
          <a:prstGeom prst="rect">
            <a:avLst/>
          </a:prstGeom>
        </p:spPr>
      </p:pic>
    </p:spTree>
    <p:extLst>
      <p:ext uri="{BB962C8B-B14F-4D97-AF65-F5344CB8AC3E}">
        <p14:creationId xmlns:p14="http://schemas.microsoft.com/office/powerpoint/2010/main" val="2680021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BC501-B10E-580B-5E91-AD3E0B96DFAF}"/>
              </a:ext>
            </a:extLst>
          </p:cNvPr>
          <p:cNvSpPr>
            <a:spLocks noGrp="1"/>
          </p:cNvSpPr>
          <p:nvPr>
            <p:ph type="title"/>
          </p:nvPr>
        </p:nvSpPr>
        <p:spPr/>
        <p:txBody>
          <a:bodyPr/>
          <a:lstStyle/>
          <a:p>
            <a:r>
              <a:rPr lang="en-US" dirty="0"/>
              <a:t>TED-Ed: How We See Colour </a:t>
            </a:r>
            <a:endParaRPr lang="en-CA" dirty="0"/>
          </a:p>
        </p:txBody>
      </p:sp>
      <p:pic>
        <p:nvPicPr>
          <p:cNvPr id="4" name="Online Media 3" title="How we see color - Colm Kelleher">
            <a:hlinkClick r:id="" action="ppaction://media"/>
            <a:extLst>
              <a:ext uri="{FF2B5EF4-FFF2-40B4-BE49-F238E27FC236}">
                <a16:creationId xmlns:a16="http://schemas.microsoft.com/office/drawing/2014/main" id="{FC213FC3-A6EF-6DAD-EB32-92277025BFB9}"/>
              </a:ext>
            </a:extLst>
          </p:cNvPr>
          <p:cNvPicPr>
            <a:picLocks noGrp="1" noRot="1" noChangeAspect="1"/>
          </p:cNvPicPr>
          <p:nvPr>
            <p:ph idx="1"/>
            <a:videoFile r:link="rId1"/>
          </p:nvPr>
        </p:nvPicPr>
        <p:blipFill>
          <a:blip r:embed="rId4"/>
          <a:stretch>
            <a:fillRect/>
          </a:stretch>
        </p:blipFill>
        <p:spPr>
          <a:xfrm>
            <a:off x="966788" y="2193925"/>
            <a:ext cx="7208837" cy="4070350"/>
          </a:xfrm>
          <a:prstGeom prst="rect">
            <a:avLst/>
          </a:prstGeom>
        </p:spPr>
      </p:pic>
    </p:spTree>
    <p:extLst>
      <p:ext uri="{BB962C8B-B14F-4D97-AF65-F5344CB8AC3E}">
        <p14:creationId xmlns:p14="http://schemas.microsoft.com/office/powerpoint/2010/main" val="318905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0585C-A80A-DF98-00E9-EBDF1FB4E145}"/>
              </a:ext>
            </a:extLst>
          </p:cNvPr>
          <p:cNvSpPr>
            <a:spLocks noGrp="1"/>
          </p:cNvSpPr>
          <p:nvPr>
            <p:ph type="title"/>
          </p:nvPr>
        </p:nvSpPr>
        <p:spPr/>
        <p:txBody>
          <a:bodyPr/>
          <a:lstStyle/>
          <a:p>
            <a:r>
              <a:rPr lang="en-CA" dirty="0"/>
              <a:t>The Dress Phenomenon</a:t>
            </a:r>
          </a:p>
        </p:txBody>
      </p:sp>
      <p:pic>
        <p:nvPicPr>
          <p:cNvPr id="4" name="Content Placeholder 3">
            <a:hlinkClick r:id="rId3"/>
            <a:extLst>
              <a:ext uri="{FF2B5EF4-FFF2-40B4-BE49-F238E27FC236}">
                <a16:creationId xmlns:a16="http://schemas.microsoft.com/office/drawing/2014/main" id="{B51EE6EF-F1B9-896F-753D-359DD30E326C}"/>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1004887" y="1540676"/>
            <a:ext cx="3414713" cy="4552951"/>
          </a:xfrm>
        </p:spPr>
      </p:pic>
    </p:spTree>
    <p:extLst>
      <p:ext uri="{BB962C8B-B14F-4D97-AF65-F5344CB8AC3E}">
        <p14:creationId xmlns:p14="http://schemas.microsoft.com/office/powerpoint/2010/main" val="492058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E5AFE-CFA1-7A95-7758-E2F98F1D4ED4}"/>
              </a:ext>
            </a:extLst>
          </p:cNvPr>
          <p:cNvSpPr>
            <a:spLocks noGrp="1"/>
          </p:cNvSpPr>
          <p:nvPr>
            <p:ph type="title"/>
          </p:nvPr>
        </p:nvSpPr>
        <p:spPr/>
        <p:txBody>
          <a:bodyPr>
            <a:normAutofit fontScale="90000"/>
          </a:bodyPr>
          <a:lstStyle/>
          <a:p>
            <a:r>
              <a:rPr lang="en-US" dirty="0"/>
              <a:t>What #TheDress Tells Us About Color Perception</a:t>
            </a:r>
            <a:endParaRPr lang="en-CA" dirty="0"/>
          </a:p>
        </p:txBody>
      </p:sp>
      <p:pic>
        <p:nvPicPr>
          <p:cNvPr id="4" name="Online Media 3" title="What #TheDress Tells Us About Color Perception">
            <a:hlinkClick r:id="" action="ppaction://media"/>
            <a:extLst>
              <a:ext uri="{FF2B5EF4-FFF2-40B4-BE49-F238E27FC236}">
                <a16:creationId xmlns:a16="http://schemas.microsoft.com/office/drawing/2014/main" id="{A96DD4D4-A5E0-4EE1-6F89-03806AA42CD1}"/>
              </a:ext>
            </a:extLst>
          </p:cNvPr>
          <p:cNvPicPr>
            <a:picLocks noGrp="1" noRot="1" noChangeAspect="1"/>
          </p:cNvPicPr>
          <p:nvPr>
            <p:ph idx="1"/>
            <a:videoFile r:link="rId1"/>
          </p:nvPr>
        </p:nvPicPr>
        <p:blipFill>
          <a:blip r:embed="rId4"/>
          <a:stretch>
            <a:fillRect/>
          </a:stretch>
        </p:blipFill>
        <p:spPr>
          <a:xfrm>
            <a:off x="966788" y="2193925"/>
            <a:ext cx="7208837" cy="4070350"/>
          </a:xfrm>
          <a:prstGeom prst="rect">
            <a:avLst/>
          </a:prstGeom>
        </p:spPr>
      </p:pic>
    </p:spTree>
    <p:extLst>
      <p:ext uri="{BB962C8B-B14F-4D97-AF65-F5344CB8AC3E}">
        <p14:creationId xmlns:p14="http://schemas.microsoft.com/office/powerpoint/2010/main" val="1875607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E5A64B1-E782-7A94-DE15-C05B4E5E9C8F}"/>
              </a:ext>
            </a:extLst>
          </p:cNvPr>
          <p:cNvSpPr>
            <a:spLocks noGrp="1" noChangeArrowheads="1"/>
          </p:cNvSpPr>
          <p:nvPr>
            <p:ph type="title"/>
          </p:nvPr>
        </p:nvSpPr>
        <p:spPr>
          <a:xfrm>
            <a:off x="457200" y="457200"/>
            <a:ext cx="8229600" cy="960438"/>
          </a:xfrm>
        </p:spPr>
        <p:txBody>
          <a:bodyPr vert="horz" lIns="91440" tIns="45720" rIns="91440" bIns="45720" rtlCol="0" anchor="ctr">
            <a:normAutofit/>
          </a:bodyPr>
          <a:lstStyle/>
          <a:p>
            <a:r>
              <a:rPr lang="en-US" altLang="en-US" dirty="0"/>
              <a:t>Additive Mixing (RGB)</a:t>
            </a:r>
          </a:p>
        </p:txBody>
      </p:sp>
      <p:pic>
        <p:nvPicPr>
          <p:cNvPr id="5124" name="Picture 9" descr="Picture 1.png">
            <a:extLst>
              <a:ext uri="{FF2B5EF4-FFF2-40B4-BE49-F238E27FC236}">
                <a16:creationId xmlns:a16="http://schemas.microsoft.com/office/drawing/2014/main" id="{368F3389-52E6-D590-955D-1D837F25970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63109" y="1676400"/>
            <a:ext cx="5053013"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TextBox 11">
            <a:extLst>
              <a:ext uri="{FF2B5EF4-FFF2-40B4-BE49-F238E27FC236}">
                <a16:creationId xmlns:a16="http://schemas.microsoft.com/office/drawing/2014/main" id="{81C57B07-866D-E27C-A9B5-7073559322AE}"/>
              </a:ext>
            </a:extLst>
          </p:cNvPr>
          <p:cNvSpPr txBox="1">
            <a:spLocks noChangeArrowheads="1"/>
          </p:cNvSpPr>
          <p:nvPr/>
        </p:nvSpPr>
        <p:spPr bwMode="auto">
          <a:xfrm>
            <a:off x="381000" y="1676400"/>
            <a:ext cx="3482109"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37931725" indent="-37474525">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dirty="0">
                <a:latin typeface="Century Gothic" panose="020B0502020202020204" pitchFamily="34" charset="0"/>
              </a:rPr>
              <a:t>Artificial Colour through </a:t>
            </a:r>
          </a:p>
          <a:p>
            <a:pPr marL="342900" indent="-342900">
              <a:spcBef>
                <a:spcPct val="0"/>
              </a:spcBef>
            </a:pPr>
            <a:r>
              <a:rPr lang="en-US" altLang="en-US" sz="2400" dirty="0">
                <a:latin typeface="Century Gothic" panose="020B0502020202020204" pitchFamily="34" charset="0"/>
              </a:rPr>
              <a:t>television sets, </a:t>
            </a:r>
          </a:p>
          <a:p>
            <a:pPr marL="342900" indent="-342900">
              <a:spcBef>
                <a:spcPct val="0"/>
              </a:spcBef>
            </a:pPr>
            <a:r>
              <a:rPr lang="en-US" altLang="en-US" sz="2400" dirty="0">
                <a:latin typeface="Century Gothic" panose="020B0502020202020204" pitchFamily="34" charset="0"/>
              </a:rPr>
              <a:t>computer monitors, </a:t>
            </a:r>
          </a:p>
          <a:p>
            <a:pPr marL="342900" indent="-342900">
              <a:spcBef>
                <a:spcPct val="0"/>
              </a:spcBef>
            </a:pPr>
            <a:r>
              <a:rPr lang="en-US" altLang="en-US" sz="2400" dirty="0">
                <a:latin typeface="Century Gothic" panose="020B0502020202020204" pitchFamily="34" charset="0"/>
              </a:rPr>
              <a:t>cameras, and </a:t>
            </a:r>
          </a:p>
          <a:p>
            <a:pPr marL="342900" indent="-342900">
              <a:spcBef>
                <a:spcPct val="0"/>
              </a:spcBef>
            </a:pPr>
            <a:r>
              <a:rPr lang="en-US" altLang="en-US" sz="2400" dirty="0" err="1">
                <a:latin typeface="Century Gothic" panose="020B0502020202020204" pitchFamily="34" charset="0"/>
              </a:rPr>
              <a:t>colour</a:t>
            </a:r>
            <a:r>
              <a:rPr lang="en-US" altLang="en-US" sz="2400" dirty="0">
                <a:latin typeface="Century Gothic" panose="020B0502020202020204" pitchFamily="34" charset="0"/>
              </a:rPr>
              <a:t> scanners </a:t>
            </a:r>
          </a:p>
          <a:p>
            <a:pPr eaLnBrk="1" hangingPunct="1">
              <a:spcBef>
                <a:spcPct val="0"/>
              </a:spcBef>
              <a:buFontTx/>
              <a:buNone/>
            </a:pPr>
            <a:r>
              <a:rPr lang="en-US" altLang="en-US" sz="2400" dirty="0">
                <a:latin typeface="Century Gothic" panose="020B0502020202020204" pitchFamily="34" charset="0"/>
              </a:rPr>
              <a:t>all produce mixtures of red, green, and blue light.</a:t>
            </a:r>
          </a:p>
          <a:p>
            <a:pPr eaLnBrk="1" hangingPunct="1">
              <a:spcBef>
                <a:spcPct val="0"/>
              </a:spcBef>
              <a:buFontTx/>
              <a:buNone/>
            </a:pPr>
            <a:endParaRPr lang="en-US" alt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A8FB01F-6F74-E5CC-8399-185B1C51FFCA}"/>
              </a:ext>
            </a:extLst>
          </p:cNvPr>
          <p:cNvSpPr>
            <a:spLocks noGrp="1" noChangeArrowheads="1"/>
          </p:cNvSpPr>
          <p:nvPr>
            <p:ph type="title"/>
          </p:nvPr>
        </p:nvSpPr>
        <p:spPr>
          <a:xfrm>
            <a:off x="457199" y="457200"/>
            <a:ext cx="8465127" cy="960438"/>
          </a:xfrm>
        </p:spPr>
        <p:txBody>
          <a:bodyPr vert="horz" lIns="91440" tIns="45720" rIns="91440" bIns="45720" rtlCol="0" anchor="ctr">
            <a:normAutofit/>
          </a:bodyPr>
          <a:lstStyle/>
          <a:p>
            <a:r>
              <a:rPr lang="en-US" altLang="en-US" dirty="0"/>
              <a:t>Subtractive Mixing (CMYK)</a:t>
            </a:r>
          </a:p>
        </p:txBody>
      </p:sp>
      <p:sp>
        <p:nvSpPr>
          <p:cNvPr id="6149" name="TextBox 11">
            <a:extLst>
              <a:ext uri="{FF2B5EF4-FFF2-40B4-BE49-F238E27FC236}">
                <a16:creationId xmlns:a16="http://schemas.microsoft.com/office/drawing/2014/main" id="{D1AD278D-C3D4-A3F1-7BA8-31898C71CF87}"/>
              </a:ext>
            </a:extLst>
          </p:cNvPr>
          <p:cNvSpPr txBox="1">
            <a:spLocks noChangeArrowheads="1"/>
          </p:cNvSpPr>
          <p:nvPr/>
        </p:nvSpPr>
        <p:spPr bwMode="auto">
          <a:xfrm>
            <a:off x="228600" y="1554956"/>
            <a:ext cx="382270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37931725" indent="-37474525">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b="1" dirty="0">
                <a:latin typeface="Century Gothic" panose="020B0502020202020204" pitchFamily="34" charset="0"/>
              </a:rPr>
              <a:t>There are two sets of subtractive primary </a:t>
            </a:r>
            <a:r>
              <a:rPr lang="en-US" altLang="en-US" sz="2400" b="1" dirty="0" err="1">
                <a:latin typeface="Century Gothic" panose="020B0502020202020204" pitchFamily="34" charset="0"/>
              </a:rPr>
              <a:t>colours</a:t>
            </a:r>
            <a:endParaRPr lang="en-US" altLang="en-US" sz="2400" b="1" dirty="0">
              <a:latin typeface="Century Gothic" panose="020B0502020202020204" pitchFamily="34" charset="0"/>
            </a:endParaRPr>
          </a:p>
          <a:p>
            <a:pPr eaLnBrk="1" hangingPunct="1">
              <a:spcBef>
                <a:spcPct val="0"/>
              </a:spcBef>
              <a:buFontTx/>
              <a:buNone/>
            </a:pPr>
            <a:endParaRPr lang="en-US" altLang="en-US" sz="2400" b="1" dirty="0">
              <a:latin typeface="Century Gothic" panose="020B0502020202020204" pitchFamily="34" charset="0"/>
            </a:endParaRPr>
          </a:p>
          <a:p>
            <a:pPr eaLnBrk="1" hangingPunct="1">
              <a:spcBef>
                <a:spcPct val="0"/>
              </a:spcBef>
              <a:buFontTx/>
              <a:buNone/>
            </a:pPr>
            <a:r>
              <a:rPr lang="en-US" altLang="en-US" sz="2400" b="1" dirty="0">
                <a:latin typeface="Century Gothic" panose="020B0502020202020204" pitchFamily="34" charset="0"/>
              </a:rPr>
              <a:t>Set one - the printer’s primaries</a:t>
            </a:r>
          </a:p>
          <a:p>
            <a:pPr marL="342900" indent="-342900">
              <a:spcBef>
                <a:spcPct val="0"/>
              </a:spcBef>
            </a:pPr>
            <a:r>
              <a:rPr lang="en-US" altLang="en-US" sz="2400" b="1" dirty="0">
                <a:latin typeface="Century Gothic" panose="020B0502020202020204" pitchFamily="34" charset="0"/>
              </a:rPr>
              <a:t>cyan, </a:t>
            </a:r>
          </a:p>
          <a:p>
            <a:pPr marL="342900" indent="-342900">
              <a:spcBef>
                <a:spcPct val="0"/>
              </a:spcBef>
            </a:pPr>
            <a:r>
              <a:rPr lang="en-US" altLang="en-US" sz="2400" b="1" dirty="0">
                <a:latin typeface="Century Gothic" panose="020B0502020202020204" pitchFamily="34" charset="0"/>
              </a:rPr>
              <a:t>magenta, and </a:t>
            </a:r>
          </a:p>
          <a:p>
            <a:pPr marL="342900" indent="-342900">
              <a:spcBef>
                <a:spcPct val="0"/>
              </a:spcBef>
            </a:pPr>
            <a:r>
              <a:rPr lang="en-US" altLang="en-US" sz="2400" b="1" dirty="0">
                <a:latin typeface="Century Gothic" panose="020B0502020202020204" pitchFamily="34" charset="0"/>
              </a:rPr>
              <a:t>yellow (CMY)</a:t>
            </a:r>
          </a:p>
          <a:p>
            <a:pPr>
              <a:spcBef>
                <a:spcPct val="0"/>
              </a:spcBef>
              <a:buNone/>
            </a:pPr>
            <a:endParaRPr lang="en-US" altLang="en-US" sz="2400" b="1" dirty="0">
              <a:latin typeface="Century Gothic" panose="020B0502020202020204" pitchFamily="34" charset="0"/>
            </a:endParaRPr>
          </a:p>
          <a:p>
            <a:pPr>
              <a:spcBef>
                <a:spcPct val="0"/>
              </a:spcBef>
              <a:buNone/>
            </a:pPr>
            <a:r>
              <a:rPr lang="en-US" altLang="en-US" sz="2400" b="1" dirty="0">
                <a:latin typeface="Century Gothic" panose="020B0502020202020204" pitchFamily="34" charset="0"/>
              </a:rPr>
              <a:t>Add black, known as K, we get CMYK, or four-</a:t>
            </a:r>
            <a:r>
              <a:rPr lang="en-US" altLang="en-US" sz="2400" b="1" dirty="0" err="1">
                <a:latin typeface="Century Gothic" panose="020B0502020202020204" pitchFamily="34" charset="0"/>
              </a:rPr>
              <a:t>colour</a:t>
            </a:r>
            <a:r>
              <a:rPr lang="en-US" altLang="en-US" sz="2400" b="1" dirty="0">
                <a:latin typeface="Century Gothic" panose="020B0502020202020204" pitchFamily="34" charset="0"/>
              </a:rPr>
              <a:t> process. </a:t>
            </a:r>
          </a:p>
          <a:p>
            <a:pPr eaLnBrk="1" hangingPunct="1">
              <a:spcBef>
                <a:spcPct val="0"/>
              </a:spcBef>
              <a:buFontTx/>
              <a:buNone/>
            </a:pPr>
            <a:r>
              <a:rPr lang="en-US" altLang="en-US" sz="2400" dirty="0">
                <a:latin typeface="Century Gothic" panose="020B0502020202020204" pitchFamily="34" charset="0"/>
              </a:rPr>
              <a:t> </a:t>
            </a:r>
          </a:p>
        </p:txBody>
      </p:sp>
      <p:pic>
        <p:nvPicPr>
          <p:cNvPr id="6150" name="Picture 7" descr="Picture 3.png">
            <a:extLst>
              <a:ext uri="{FF2B5EF4-FFF2-40B4-BE49-F238E27FC236}">
                <a16:creationId xmlns:a16="http://schemas.microsoft.com/office/drawing/2014/main" id="{3B7E0FB1-7811-B0BB-00D5-72AB9D4E1AC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43856"/>
            <a:ext cx="4622800" cy="422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FC840-BEDB-AE38-BF2E-1948F4046590}"/>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62C8EA16-5A59-490F-1C8A-6388B8F25EE2}"/>
              </a:ext>
            </a:extLst>
          </p:cNvPr>
          <p:cNvSpPr>
            <a:spLocks noGrp="1" noChangeArrowheads="1"/>
          </p:cNvSpPr>
          <p:nvPr>
            <p:ph type="title"/>
          </p:nvPr>
        </p:nvSpPr>
        <p:spPr>
          <a:xfrm>
            <a:off x="457199" y="457200"/>
            <a:ext cx="8465127" cy="960438"/>
          </a:xfrm>
        </p:spPr>
        <p:txBody>
          <a:bodyPr vert="horz" lIns="91440" tIns="45720" rIns="91440" bIns="45720" rtlCol="0" anchor="ctr">
            <a:normAutofit/>
          </a:bodyPr>
          <a:lstStyle/>
          <a:p>
            <a:r>
              <a:rPr lang="en-US" altLang="en-US" dirty="0"/>
              <a:t>Subtractive Mixing (RYB)</a:t>
            </a:r>
          </a:p>
        </p:txBody>
      </p:sp>
      <p:pic>
        <p:nvPicPr>
          <p:cNvPr id="2" name="Picture 8" descr="Picture 1.png">
            <a:extLst>
              <a:ext uri="{FF2B5EF4-FFF2-40B4-BE49-F238E27FC236}">
                <a16:creationId xmlns:a16="http://schemas.microsoft.com/office/drawing/2014/main" id="{3B3D54E2-DAE3-8396-4383-C5A02768806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11600" y="1600200"/>
            <a:ext cx="4838700"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11">
            <a:extLst>
              <a:ext uri="{FF2B5EF4-FFF2-40B4-BE49-F238E27FC236}">
                <a16:creationId xmlns:a16="http://schemas.microsoft.com/office/drawing/2014/main" id="{59F8935D-8764-D653-6555-1F0543F7B8DC}"/>
              </a:ext>
            </a:extLst>
          </p:cNvPr>
          <p:cNvSpPr txBox="1">
            <a:spLocks noChangeArrowheads="1"/>
          </p:cNvSpPr>
          <p:nvPr/>
        </p:nvSpPr>
        <p:spPr bwMode="auto">
          <a:xfrm>
            <a:off x="228600" y="2101056"/>
            <a:ext cx="38227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37931725" indent="-37474525">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None/>
            </a:pPr>
            <a:r>
              <a:rPr lang="en-US" altLang="en-US" sz="2400" b="1" dirty="0">
                <a:latin typeface="Century Gothic" panose="020B0502020202020204" pitchFamily="34" charset="0"/>
              </a:rPr>
              <a:t>Set two - the artist’s primaries: </a:t>
            </a:r>
          </a:p>
          <a:p>
            <a:pPr marL="342900" indent="-342900">
              <a:spcBef>
                <a:spcPct val="0"/>
              </a:spcBef>
            </a:pPr>
            <a:r>
              <a:rPr lang="en-US" altLang="en-US" sz="2400" b="1" dirty="0">
                <a:latin typeface="Century Gothic" panose="020B0502020202020204" pitchFamily="34" charset="0"/>
              </a:rPr>
              <a:t>red, </a:t>
            </a:r>
          </a:p>
          <a:p>
            <a:pPr marL="342900" indent="-342900">
              <a:spcBef>
                <a:spcPct val="0"/>
              </a:spcBef>
            </a:pPr>
            <a:r>
              <a:rPr lang="en-US" altLang="en-US" sz="2400" b="1" dirty="0">
                <a:latin typeface="Century Gothic" panose="020B0502020202020204" pitchFamily="34" charset="0"/>
              </a:rPr>
              <a:t>yellow, and </a:t>
            </a:r>
          </a:p>
          <a:p>
            <a:pPr marL="342900" indent="-342900">
              <a:spcBef>
                <a:spcPct val="0"/>
              </a:spcBef>
            </a:pPr>
            <a:r>
              <a:rPr lang="en-US" altLang="en-US" sz="2400" b="1" dirty="0">
                <a:latin typeface="Century Gothic" panose="020B0502020202020204" pitchFamily="34" charset="0"/>
              </a:rPr>
              <a:t>blue (RYB) </a:t>
            </a:r>
          </a:p>
        </p:txBody>
      </p:sp>
    </p:spTree>
    <p:extLst>
      <p:ext uri="{BB962C8B-B14F-4D97-AF65-F5344CB8AC3E}">
        <p14:creationId xmlns:p14="http://schemas.microsoft.com/office/powerpoint/2010/main" val="1886651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30650-B4FD-68D4-B2C9-18FD3220B974}"/>
              </a:ext>
            </a:extLst>
          </p:cNvPr>
          <p:cNvSpPr>
            <a:spLocks noGrp="1"/>
          </p:cNvSpPr>
          <p:nvPr>
            <p:ph type="title"/>
          </p:nvPr>
        </p:nvSpPr>
        <p:spPr/>
        <p:txBody>
          <a:bodyPr/>
          <a:lstStyle/>
          <a:p>
            <a:r>
              <a:rPr lang="en-CA" dirty="0"/>
              <a:t>RGB vs CMYK: Why Colours Change</a:t>
            </a:r>
          </a:p>
        </p:txBody>
      </p:sp>
      <p:sp>
        <p:nvSpPr>
          <p:cNvPr id="3" name="Content Placeholder 2">
            <a:extLst>
              <a:ext uri="{FF2B5EF4-FFF2-40B4-BE49-F238E27FC236}">
                <a16:creationId xmlns:a16="http://schemas.microsoft.com/office/drawing/2014/main" id="{C1C3B8BF-6CF2-6DCA-FDE2-DCA417365782}"/>
              </a:ext>
            </a:extLst>
          </p:cNvPr>
          <p:cNvSpPr>
            <a:spLocks noGrp="1"/>
          </p:cNvSpPr>
          <p:nvPr>
            <p:ph sz="half" idx="1"/>
          </p:nvPr>
        </p:nvSpPr>
        <p:spPr/>
        <p:txBody>
          <a:bodyPr/>
          <a:lstStyle/>
          <a:p>
            <a:pPr marL="0" indent="0">
              <a:buNone/>
            </a:pPr>
            <a:r>
              <a:rPr lang="en-US" dirty="0"/>
              <a:t>RGB</a:t>
            </a:r>
          </a:p>
          <a:p>
            <a:r>
              <a:rPr lang="en-US" dirty="0"/>
              <a:t>Screen-based</a:t>
            </a:r>
          </a:p>
          <a:p>
            <a:r>
              <a:rPr lang="en-US" dirty="0"/>
              <a:t>Light-producing</a:t>
            </a:r>
          </a:p>
          <a:p>
            <a:r>
              <a:rPr lang="en-US" dirty="0"/>
              <a:t>Wider </a:t>
            </a:r>
            <a:r>
              <a:rPr lang="en-US" dirty="0" err="1"/>
              <a:t>colour</a:t>
            </a:r>
            <a:r>
              <a:rPr lang="en-US" dirty="0"/>
              <a:t> range</a:t>
            </a:r>
          </a:p>
          <a:p>
            <a:endParaRPr lang="en-CA" dirty="0"/>
          </a:p>
        </p:txBody>
      </p:sp>
      <p:sp>
        <p:nvSpPr>
          <p:cNvPr id="4" name="Content Placeholder 3">
            <a:extLst>
              <a:ext uri="{FF2B5EF4-FFF2-40B4-BE49-F238E27FC236}">
                <a16:creationId xmlns:a16="http://schemas.microsoft.com/office/drawing/2014/main" id="{67BEAD12-4DCC-7AA1-BADF-15603F9957AF}"/>
              </a:ext>
            </a:extLst>
          </p:cNvPr>
          <p:cNvSpPr>
            <a:spLocks noGrp="1"/>
          </p:cNvSpPr>
          <p:nvPr>
            <p:ph sz="half" idx="2"/>
          </p:nvPr>
        </p:nvSpPr>
        <p:spPr/>
        <p:txBody>
          <a:bodyPr/>
          <a:lstStyle/>
          <a:p>
            <a:pPr marL="0" indent="0">
              <a:buNone/>
            </a:pPr>
            <a:r>
              <a:rPr lang="en-US" dirty="0"/>
              <a:t>CMYK</a:t>
            </a:r>
          </a:p>
          <a:p>
            <a:r>
              <a:rPr lang="en-US" dirty="0"/>
              <a:t>Print-based</a:t>
            </a:r>
          </a:p>
          <a:p>
            <a:r>
              <a:rPr lang="en-US" dirty="0"/>
              <a:t>Ink-based</a:t>
            </a:r>
          </a:p>
          <a:p>
            <a:r>
              <a:rPr lang="en-US" dirty="0"/>
              <a:t>Smaller </a:t>
            </a:r>
            <a:r>
              <a:rPr lang="en-US" dirty="0" err="1"/>
              <a:t>colour</a:t>
            </a:r>
            <a:r>
              <a:rPr lang="en-US" dirty="0"/>
              <a:t> range</a:t>
            </a:r>
          </a:p>
          <a:p>
            <a:endParaRPr lang="en-CA" dirty="0"/>
          </a:p>
        </p:txBody>
      </p:sp>
      <p:pic>
        <p:nvPicPr>
          <p:cNvPr id="6" name="Picture 5">
            <a:extLst>
              <a:ext uri="{FF2B5EF4-FFF2-40B4-BE49-F238E27FC236}">
                <a16:creationId xmlns:a16="http://schemas.microsoft.com/office/drawing/2014/main" id="{7DFC4093-CCA2-3608-9C8C-35B2FCB09C6A}"/>
              </a:ext>
            </a:extLst>
          </p:cNvPr>
          <p:cNvPicPr>
            <a:picLocks noChangeAspect="1"/>
          </p:cNvPicPr>
          <p:nvPr/>
        </p:nvPicPr>
        <p:blipFill>
          <a:blip r:embed="rId3"/>
          <a:stretch>
            <a:fillRect/>
          </a:stretch>
        </p:blipFill>
        <p:spPr>
          <a:xfrm>
            <a:off x="416805" y="2057401"/>
            <a:ext cx="8132833" cy="4529679"/>
          </a:xfrm>
          <a:prstGeom prst="rect">
            <a:avLst/>
          </a:prstGeom>
        </p:spPr>
      </p:pic>
    </p:spTree>
    <p:extLst>
      <p:ext uri="{BB962C8B-B14F-4D97-AF65-F5344CB8AC3E}">
        <p14:creationId xmlns:p14="http://schemas.microsoft.com/office/powerpoint/2010/main" val="21980545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8B823-A779-6728-2D26-8ED629720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7B2E66-F10B-0BE7-070B-6BE87E9B537A}"/>
              </a:ext>
            </a:extLst>
          </p:cNvPr>
          <p:cNvSpPr>
            <a:spLocks noGrp="1"/>
          </p:cNvSpPr>
          <p:nvPr>
            <p:ph type="title"/>
          </p:nvPr>
        </p:nvSpPr>
        <p:spPr/>
        <p:txBody>
          <a:bodyPr/>
          <a:lstStyle/>
          <a:p>
            <a:r>
              <a:rPr lang="en-CA" dirty="0"/>
              <a:t>RGB vs CMYK: Why Colours Change</a:t>
            </a:r>
          </a:p>
        </p:txBody>
      </p:sp>
      <p:sp>
        <p:nvSpPr>
          <p:cNvPr id="3" name="Content Placeholder 2">
            <a:extLst>
              <a:ext uri="{FF2B5EF4-FFF2-40B4-BE49-F238E27FC236}">
                <a16:creationId xmlns:a16="http://schemas.microsoft.com/office/drawing/2014/main" id="{51C051E6-6D85-024E-5957-25064D154970}"/>
              </a:ext>
            </a:extLst>
          </p:cNvPr>
          <p:cNvSpPr>
            <a:spLocks noGrp="1"/>
          </p:cNvSpPr>
          <p:nvPr>
            <p:ph sz="half" idx="1"/>
          </p:nvPr>
        </p:nvSpPr>
        <p:spPr/>
        <p:txBody>
          <a:bodyPr/>
          <a:lstStyle/>
          <a:p>
            <a:pPr marL="0" indent="0">
              <a:buNone/>
            </a:pPr>
            <a:r>
              <a:rPr lang="en-US" dirty="0"/>
              <a:t>RGB</a:t>
            </a:r>
          </a:p>
          <a:p>
            <a:r>
              <a:rPr lang="en-US" dirty="0"/>
              <a:t>Screen-based</a:t>
            </a:r>
          </a:p>
          <a:p>
            <a:r>
              <a:rPr lang="en-US" dirty="0"/>
              <a:t>Light-producing</a:t>
            </a:r>
          </a:p>
          <a:p>
            <a:r>
              <a:rPr lang="en-US" dirty="0"/>
              <a:t>Wider </a:t>
            </a:r>
            <a:r>
              <a:rPr lang="en-US" dirty="0" err="1"/>
              <a:t>colour</a:t>
            </a:r>
            <a:r>
              <a:rPr lang="en-US" dirty="0"/>
              <a:t> range</a:t>
            </a:r>
          </a:p>
          <a:p>
            <a:endParaRPr lang="en-CA" dirty="0"/>
          </a:p>
        </p:txBody>
      </p:sp>
      <p:sp>
        <p:nvSpPr>
          <p:cNvPr id="4" name="Content Placeholder 3">
            <a:extLst>
              <a:ext uri="{FF2B5EF4-FFF2-40B4-BE49-F238E27FC236}">
                <a16:creationId xmlns:a16="http://schemas.microsoft.com/office/drawing/2014/main" id="{DB351EC4-E1C1-AFF8-FBFC-456AC54FB4B3}"/>
              </a:ext>
            </a:extLst>
          </p:cNvPr>
          <p:cNvSpPr>
            <a:spLocks noGrp="1"/>
          </p:cNvSpPr>
          <p:nvPr>
            <p:ph sz="half" idx="2"/>
          </p:nvPr>
        </p:nvSpPr>
        <p:spPr/>
        <p:txBody>
          <a:bodyPr/>
          <a:lstStyle/>
          <a:p>
            <a:pPr marL="0" indent="0">
              <a:buNone/>
            </a:pPr>
            <a:r>
              <a:rPr lang="en-US" dirty="0"/>
              <a:t>CMYK</a:t>
            </a:r>
          </a:p>
          <a:p>
            <a:r>
              <a:rPr lang="en-US" dirty="0"/>
              <a:t>Print-based</a:t>
            </a:r>
          </a:p>
          <a:p>
            <a:r>
              <a:rPr lang="en-US" dirty="0"/>
              <a:t>Ink-based</a:t>
            </a:r>
          </a:p>
          <a:p>
            <a:r>
              <a:rPr lang="en-US" dirty="0"/>
              <a:t>Smaller </a:t>
            </a:r>
            <a:r>
              <a:rPr lang="en-US" dirty="0" err="1"/>
              <a:t>colour</a:t>
            </a:r>
            <a:r>
              <a:rPr lang="en-US" dirty="0"/>
              <a:t> range</a:t>
            </a:r>
          </a:p>
          <a:p>
            <a:endParaRPr lang="en-CA" dirty="0"/>
          </a:p>
        </p:txBody>
      </p:sp>
      <p:pic>
        <p:nvPicPr>
          <p:cNvPr id="6" name="Picture 5">
            <a:extLst>
              <a:ext uri="{FF2B5EF4-FFF2-40B4-BE49-F238E27FC236}">
                <a16:creationId xmlns:a16="http://schemas.microsoft.com/office/drawing/2014/main" id="{FA8AB525-E225-EC43-3FD0-A98D33D50DAD}"/>
              </a:ext>
            </a:extLst>
          </p:cNvPr>
          <p:cNvPicPr>
            <a:picLocks noChangeAspect="1"/>
          </p:cNvPicPr>
          <p:nvPr/>
        </p:nvPicPr>
        <p:blipFill>
          <a:blip r:embed="rId3"/>
          <a:stretch>
            <a:fillRect/>
          </a:stretch>
        </p:blipFill>
        <p:spPr>
          <a:xfrm>
            <a:off x="2448298" y="3921927"/>
            <a:ext cx="4514850" cy="2514600"/>
          </a:xfrm>
          <a:prstGeom prst="rect">
            <a:avLst/>
          </a:prstGeom>
        </p:spPr>
      </p:pic>
    </p:spTree>
    <p:extLst>
      <p:ext uri="{BB962C8B-B14F-4D97-AF65-F5344CB8AC3E}">
        <p14:creationId xmlns:p14="http://schemas.microsoft.com/office/powerpoint/2010/main" val="41687797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6F5A972-BD18-8988-294D-34D0170D6C67}"/>
              </a:ext>
            </a:extLst>
          </p:cNvPr>
          <p:cNvSpPr>
            <a:spLocks noGrp="1"/>
          </p:cNvSpPr>
          <p:nvPr>
            <p:ph type="title"/>
          </p:nvPr>
        </p:nvSpPr>
        <p:spPr/>
        <p:txBody>
          <a:bodyPr/>
          <a:lstStyle/>
          <a:p>
            <a:r>
              <a:rPr lang="en-CA" dirty="0"/>
              <a:t>RGB vs CMYK Explained</a:t>
            </a:r>
          </a:p>
        </p:txBody>
      </p:sp>
      <p:pic>
        <p:nvPicPr>
          <p:cNvPr id="7" name="Online Media 6" title="RGB vs CMYK Explained, Choose the Right ICC Profile for Accurate Printing">
            <a:hlinkClick r:id="" action="ppaction://media"/>
            <a:extLst>
              <a:ext uri="{FF2B5EF4-FFF2-40B4-BE49-F238E27FC236}">
                <a16:creationId xmlns:a16="http://schemas.microsoft.com/office/drawing/2014/main" id="{D60D42DD-FB6C-6586-7C17-A03F34AA26EA}"/>
              </a:ext>
            </a:extLst>
          </p:cNvPr>
          <p:cNvPicPr>
            <a:picLocks noGrp="1" noRot="1" noChangeAspect="1"/>
          </p:cNvPicPr>
          <p:nvPr>
            <p:ph idx="1"/>
            <a:videoFile r:link="rId1"/>
          </p:nvPr>
        </p:nvPicPr>
        <p:blipFill>
          <a:blip r:embed="rId4"/>
          <a:stretch>
            <a:fillRect/>
          </a:stretch>
        </p:blipFill>
        <p:spPr>
          <a:xfrm>
            <a:off x="966788" y="2193925"/>
            <a:ext cx="7208837" cy="4070350"/>
          </a:xfrm>
          <a:prstGeom prst="rect">
            <a:avLst/>
          </a:prstGeom>
        </p:spPr>
      </p:pic>
    </p:spTree>
    <p:extLst>
      <p:ext uri="{BB962C8B-B14F-4D97-AF65-F5344CB8AC3E}">
        <p14:creationId xmlns:p14="http://schemas.microsoft.com/office/powerpoint/2010/main" val="3361059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is Colour Theory?</a:t>
            </a:r>
          </a:p>
        </p:txBody>
      </p:sp>
      <p:sp>
        <p:nvSpPr>
          <p:cNvPr id="3" name="Content Placeholder 2"/>
          <p:cNvSpPr>
            <a:spLocks noGrp="1"/>
          </p:cNvSpPr>
          <p:nvPr>
            <p:ph idx="1"/>
          </p:nvPr>
        </p:nvSpPr>
        <p:spPr>
          <a:xfrm>
            <a:off x="594360" y="2194560"/>
            <a:ext cx="4066540" cy="4069080"/>
          </a:xfrm>
        </p:spPr>
        <p:txBody>
          <a:bodyPr/>
          <a:lstStyle/>
          <a:p>
            <a:endParaRPr dirty="0"/>
          </a:p>
          <a:p>
            <a:r>
              <a:rPr dirty="0"/>
              <a:t>System for understanding how </a:t>
            </a:r>
            <a:r>
              <a:rPr dirty="0" err="1"/>
              <a:t>colours</a:t>
            </a:r>
            <a:r>
              <a:rPr dirty="0"/>
              <a:t> interact</a:t>
            </a:r>
          </a:p>
          <a:p>
            <a:r>
              <a:rPr dirty="0"/>
              <a:t>Guides mood, balance, and visual impact</a:t>
            </a:r>
          </a:p>
        </p:txBody>
      </p:sp>
      <p:pic>
        <p:nvPicPr>
          <p:cNvPr id="4" name="Picture 2" descr="colour wheel for surface pattern designs">
            <a:extLst>
              <a:ext uri="{FF2B5EF4-FFF2-40B4-BE49-F238E27FC236}">
                <a16:creationId xmlns:a16="http://schemas.microsoft.com/office/drawing/2014/main" id="{869ED13D-83E2-9144-8B01-9BE15DA335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8109" y="2292060"/>
            <a:ext cx="4066539" cy="40665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Terms</a:t>
            </a:r>
          </a:p>
        </p:txBody>
      </p:sp>
      <p:sp>
        <p:nvSpPr>
          <p:cNvPr id="3" name="Content Placeholder 2"/>
          <p:cNvSpPr>
            <a:spLocks noGrp="1"/>
          </p:cNvSpPr>
          <p:nvPr>
            <p:ph idx="1"/>
          </p:nvPr>
        </p:nvSpPr>
        <p:spPr>
          <a:xfrm>
            <a:off x="4203700" y="2194560"/>
            <a:ext cx="4561840" cy="4069080"/>
          </a:xfrm>
        </p:spPr>
        <p:txBody>
          <a:bodyPr/>
          <a:lstStyle/>
          <a:p>
            <a:endParaRPr dirty="0"/>
          </a:p>
          <a:p>
            <a:r>
              <a:rPr dirty="0"/>
              <a:t>Hue – basic </a:t>
            </a:r>
            <a:r>
              <a:rPr dirty="0" err="1"/>
              <a:t>colour</a:t>
            </a:r>
            <a:r>
              <a:rPr dirty="0"/>
              <a:t> name (red, blue, yellow)</a:t>
            </a:r>
          </a:p>
          <a:p>
            <a:r>
              <a:rPr dirty="0"/>
              <a:t>Saturation – intensity of </a:t>
            </a:r>
            <a:r>
              <a:rPr dirty="0" err="1"/>
              <a:t>colour</a:t>
            </a:r>
            <a:endParaRPr dirty="0"/>
          </a:p>
          <a:p>
            <a:r>
              <a:rPr dirty="0"/>
              <a:t>Value – lightness or darkness</a:t>
            </a:r>
          </a:p>
        </p:txBody>
      </p:sp>
      <p:pic>
        <p:nvPicPr>
          <p:cNvPr id="4" name="Picture 9" descr="Picture 4.png">
            <a:extLst>
              <a:ext uri="{FF2B5EF4-FFF2-40B4-BE49-F238E27FC236}">
                <a16:creationId xmlns:a16="http://schemas.microsoft.com/office/drawing/2014/main" id="{FA69F924-9D9C-AD07-C770-DBA7F795002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100" y="0"/>
            <a:ext cx="3924300" cy="6895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1032CAA-D856-CB11-5491-D99A94D89FB2}"/>
              </a:ext>
            </a:extLst>
          </p:cNvPr>
          <p:cNvSpPr>
            <a:spLocks noGrp="1" noChangeArrowheads="1"/>
          </p:cNvSpPr>
          <p:nvPr>
            <p:ph type="title"/>
          </p:nvPr>
        </p:nvSpPr>
        <p:spPr>
          <a:xfrm>
            <a:off x="3873500" y="457200"/>
            <a:ext cx="5168900" cy="960438"/>
          </a:xfrm>
        </p:spPr>
        <p:txBody>
          <a:bodyPr vert="horz" lIns="91440" tIns="45720" rIns="91440" bIns="45720" rtlCol="0" anchor="ctr">
            <a:normAutofit fontScale="90000"/>
          </a:bodyPr>
          <a:lstStyle/>
          <a:p>
            <a:r>
              <a:rPr lang="en-US" altLang="en-US" dirty="0"/>
              <a:t>Properties of </a:t>
            </a:r>
            <a:r>
              <a:rPr lang="en-US" altLang="en-US" dirty="0" err="1"/>
              <a:t>colour</a:t>
            </a:r>
            <a:endParaRPr lang="en-US" altLang="en-US" dirty="0"/>
          </a:p>
        </p:txBody>
      </p:sp>
      <p:pic>
        <p:nvPicPr>
          <p:cNvPr id="9221" name="Picture 7" descr="Picture 3.png">
            <a:extLst>
              <a:ext uri="{FF2B5EF4-FFF2-40B4-BE49-F238E27FC236}">
                <a16:creationId xmlns:a16="http://schemas.microsoft.com/office/drawing/2014/main" id="{DFEF1476-0987-F8DB-E530-02B188AD4EC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6350"/>
            <a:ext cx="5481320" cy="685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2">
            <a:extLst>
              <a:ext uri="{FF2B5EF4-FFF2-40B4-BE49-F238E27FC236}">
                <a16:creationId xmlns:a16="http://schemas.microsoft.com/office/drawing/2014/main" id="{E198A693-6A73-8FFA-1043-798AE43219BA}"/>
              </a:ext>
            </a:extLst>
          </p:cNvPr>
          <p:cNvSpPr>
            <a:spLocks noGrp="1"/>
          </p:cNvSpPr>
          <p:nvPr>
            <p:ph idx="1"/>
          </p:nvPr>
        </p:nvSpPr>
        <p:spPr>
          <a:xfrm>
            <a:off x="5753100" y="1676400"/>
            <a:ext cx="3012440" cy="4851400"/>
          </a:xfrm>
        </p:spPr>
        <p:txBody>
          <a:bodyPr>
            <a:normAutofit fontScale="92500"/>
          </a:bodyPr>
          <a:lstStyle/>
          <a:p>
            <a:r>
              <a:rPr lang="en-CA" b="1" dirty="0"/>
              <a:t>Value change </a:t>
            </a:r>
            <a:r>
              <a:rPr lang="en-CA" dirty="0"/>
              <a:t>happened with addition of black or white</a:t>
            </a:r>
          </a:p>
          <a:p>
            <a:pPr lvl="1"/>
            <a:r>
              <a:rPr lang="en-CA" dirty="0"/>
              <a:t>Add white, hue’s value is lighter and less saturated</a:t>
            </a:r>
          </a:p>
          <a:p>
            <a:pPr lvl="1"/>
            <a:r>
              <a:rPr lang="en-CA" dirty="0"/>
              <a:t>Add black, hue’s value is darker and less saturated</a:t>
            </a:r>
          </a:p>
          <a:p>
            <a:endParaRPr lang="en-CA" dirty="0"/>
          </a:p>
          <a:p>
            <a:r>
              <a:rPr dirty="0"/>
              <a:t>Saturation </a:t>
            </a:r>
            <a:r>
              <a:rPr lang="en-CA" dirty="0"/>
              <a:t>(intensity) is lowered with the addition of gray, BUT value is unchanged</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ounded Rectangle 14">
            <a:extLst>
              <a:ext uri="{FF2B5EF4-FFF2-40B4-BE49-F238E27FC236}">
                <a16:creationId xmlns:a16="http://schemas.microsoft.com/office/drawing/2014/main" id="{1FDFF85F-F105-40D5-9793-90419158C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006" y="0"/>
            <a:ext cx="5666994" cy="6858000"/>
          </a:xfrm>
          <a:prstGeom prst="roundRect">
            <a:avLst>
              <a:gd name="adj" fmla="val 0"/>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1" name="Rectangle 10">
            <a:extLst>
              <a:ext uri="{FF2B5EF4-FFF2-40B4-BE49-F238E27FC236}">
                <a16:creationId xmlns:a16="http://schemas.microsoft.com/office/drawing/2014/main" id="{35AB47A4-BA8C-4250-88BD-D49C68C5F9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77006" cy="6858000"/>
          </a:xfrm>
          <a:prstGeom prst="rect">
            <a:avLst/>
          </a:prstGeom>
          <a:solidFill>
            <a:schemeClr val="tx1"/>
          </a:soli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3" name="Picture 12">
            <a:extLst>
              <a:ext uri="{FF2B5EF4-FFF2-40B4-BE49-F238E27FC236}">
                <a16:creationId xmlns:a16="http://schemas.microsoft.com/office/drawing/2014/main" id="{66C8958D-EB99-414F-B735-863B67BB14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975"/>
          <a:stretch/>
        </p:blipFill>
        <p:spPr>
          <a:xfrm>
            <a:off x="0" y="0"/>
            <a:ext cx="3477006" cy="1441450"/>
          </a:xfrm>
          <a:prstGeom prst="rect">
            <a:avLst/>
          </a:prstGeom>
        </p:spPr>
      </p:pic>
      <p:sp>
        <p:nvSpPr>
          <p:cNvPr id="2" name="Title 1">
            <a:extLst>
              <a:ext uri="{FF2B5EF4-FFF2-40B4-BE49-F238E27FC236}">
                <a16:creationId xmlns:a16="http://schemas.microsoft.com/office/drawing/2014/main" id="{CC428BF8-BE96-4B68-F873-004C00CB53E3}"/>
              </a:ext>
            </a:extLst>
          </p:cNvPr>
          <p:cNvSpPr>
            <a:spLocks noGrp="1"/>
          </p:cNvSpPr>
          <p:nvPr>
            <p:ph type="title"/>
          </p:nvPr>
        </p:nvSpPr>
        <p:spPr>
          <a:xfrm>
            <a:off x="514350" y="764373"/>
            <a:ext cx="2765562" cy="1920372"/>
          </a:xfrm>
        </p:spPr>
        <p:txBody>
          <a:bodyPr>
            <a:normAutofit/>
          </a:bodyPr>
          <a:lstStyle/>
          <a:p>
            <a:pPr algn="l"/>
            <a:r>
              <a:rPr lang="en-CA" sz="3100">
                <a:solidFill>
                  <a:schemeClr val="bg1"/>
                </a:solidFill>
              </a:rPr>
              <a:t>Tints, Shades &amp; Tones</a:t>
            </a:r>
          </a:p>
        </p:txBody>
      </p:sp>
      <p:pic>
        <p:nvPicPr>
          <p:cNvPr id="15" name="Picture 14">
            <a:extLst>
              <a:ext uri="{FF2B5EF4-FFF2-40B4-BE49-F238E27FC236}">
                <a16:creationId xmlns:a16="http://schemas.microsoft.com/office/drawing/2014/main" id="{39E5F3CB-7BDD-4E64-B274-CD900F08C6F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61975"/>
          <a:stretch/>
        </p:blipFill>
        <p:spPr>
          <a:xfrm>
            <a:off x="0" y="4375150"/>
            <a:ext cx="3477006" cy="2482850"/>
          </a:xfrm>
          <a:prstGeom prst="rect">
            <a:avLst/>
          </a:prstGeom>
        </p:spPr>
      </p:pic>
      <p:sp>
        <p:nvSpPr>
          <p:cNvPr id="3" name="Content Placeholder 2">
            <a:extLst>
              <a:ext uri="{FF2B5EF4-FFF2-40B4-BE49-F238E27FC236}">
                <a16:creationId xmlns:a16="http://schemas.microsoft.com/office/drawing/2014/main" id="{0F75FC78-D296-266B-4A19-568CD577C941}"/>
              </a:ext>
            </a:extLst>
          </p:cNvPr>
          <p:cNvSpPr>
            <a:spLocks noGrp="1"/>
          </p:cNvSpPr>
          <p:nvPr>
            <p:ph idx="1"/>
          </p:nvPr>
        </p:nvSpPr>
        <p:spPr>
          <a:xfrm>
            <a:off x="209549" y="2843198"/>
            <a:ext cx="3232653" cy="3148329"/>
          </a:xfrm>
        </p:spPr>
        <p:txBody>
          <a:bodyPr>
            <a:normAutofit/>
          </a:bodyPr>
          <a:lstStyle/>
          <a:p>
            <a:pPr marL="0" lvl="0" indent="0">
              <a:lnSpc>
                <a:spcPct val="150000"/>
              </a:lnSpc>
              <a:buNone/>
            </a:pPr>
            <a:r>
              <a:rPr lang="en-CA" sz="2400" dirty="0">
                <a:solidFill>
                  <a:schemeClr val="bg1"/>
                </a:solidFill>
              </a:rPr>
              <a:t>Tint = Hue + White</a:t>
            </a:r>
          </a:p>
          <a:p>
            <a:pPr marL="0" lvl="0" indent="0">
              <a:lnSpc>
                <a:spcPct val="150000"/>
              </a:lnSpc>
              <a:buNone/>
            </a:pPr>
            <a:r>
              <a:rPr lang="en-CA" sz="2400" dirty="0">
                <a:solidFill>
                  <a:schemeClr val="bg1"/>
                </a:solidFill>
              </a:rPr>
              <a:t>Tone = Hue + Gray</a:t>
            </a:r>
          </a:p>
          <a:p>
            <a:pPr marL="0" indent="0">
              <a:lnSpc>
                <a:spcPct val="150000"/>
              </a:lnSpc>
              <a:buNone/>
            </a:pPr>
            <a:r>
              <a:rPr lang="en-CA" sz="2400" dirty="0">
                <a:solidFill>
                  <a:schemeClr val="bg1"/>
                </a:solidFill>
              </a:rPr>
              <a:t>Shade = Hue + Black</a:t>
            </a:r>
          </a:p>
        </p:txBody>
      </p:sp>
      <p:pic>
        <p:nvPicPr>
          <p:cNvPr id="4" name="Picture 3">
            <a:extLst>
              <a:ext uri="{FF2B5EF4-FFF2-40B4-BE49-F238E27FC236}">
                <a16:creationId xmlns:a16="http://schemas.microsoft.com/office/drawing/2014/main" id="{EB0A0E03-19F2-281E-451F-689EF0302CA3}"/>
              </a:ext>
            </a:extLst>
          </p:cNvPr>
          <p:cNvPicPr>
            <a:picLocks noChangeAspect="1"/>
          </p:cNvPicPr>
          <p:nvPr/>
        </p:nvPicPr>
        <p:blipFill>
          <a:blip r:embed="rId5"/>
          <a:srcRect l="2779" t="6049" r="6999" b="14445"/>
          <a:stretch>
            <a:fillRect/>
          </a:stretch>
        </p:blipFill>
        <p:spPr>
          <a:xfrm>
            <a:off x="3959606" y="2106621"/>
            <a:ext cx="4701793" cy="2644758"/>
          </a:xfrm>
          <a:prstGeom prst="rect">
            <a:avLst/>
          </a:prstGeom>
        </p:spPr>
      </p:pic>
    </p:spTree>
    <p:extLst>
      <p:ext uri="{BB962C8B-B14F-4D97-AF65-F5344CB8AC3E}">
        <p14:creationId xmlns:p14="http://schemas.microsoft.com/office/powerpoint/2010/main" val="3852252486"/>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97AEF2DD-50CD-203B-C0FC-6CC7DB69096A}"/>
              </a:ext>
            </a:extLst>
          </p:cNvPr>
          <p:cNvSpPr>
            <a:spLocks noGrp="1" noChangeArrowheads="1"/>
          </p:cNvSpPr>
          <p:nvPr>
            <p:ph type="title"/>
          </p:nvPr>
        </p:nvSpPr>
        <p:spPr>
          <a:xfrm>
            <a:off x="3348038" y="457200"/>
            <a:ext cx="5338762" cy="960438"/>
          </a:xfrm>
        </p:spPr>
        <p:txBody>
          <a:bodyPr vert="horz" lIns="91440" tIns="45720" rIns="91440" bIns="45720" rtlCol="0" anchor="ctr">
            <a:normAutofit/>
          </a:bodyPr>
          <a:lstStyle/>
          <a:p>
            <a:r>
              <a:rPr lang="en-US" altLang="en-US" dirty="0"/>
              <a:t>Key Terms</a:t>
            </a:r>
          </a:p>
        </p:txBody>
      </p:sp>
      <p:pic>
        <p:nvPicPr>
          <p:cNvPr id="10245" name="Picture 5" descr="Picture 5.png">
            <a:extLst>
              <a:ext uri="{FF2B5EF4-FFF2-40B4-BE49-F238E27FC236}">
                <a16:creationId xmlns:a16="http://schemas.microsoft.com/office/drawing/2014/main" id="{BA679FA7-C57F-92E4-877B-5907BA5CBF7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2699"/>
            <a:ext cx="4038600" cy="691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2">
            <a:extLst>
              <a:ext uri="{FF2B5EF4-FFF2-40B4-BE49-F238E27FC236}">
                <a16:creationId xmlns:a16="http://schemas.microsoft.com/office/drawing/2014/main" id="{1D25E763-0C20-C05D-33F9-38EDF92A70CA}"/>
              </a:ext>
            </a:extLst>
          </p:cNvPr>
          <p:cNvSpPr>
            <a:spLocks noGrp="1"/>
          </p:cNvSpPr>
          <p:nvPr>
            <p:ph idx="1"/>
          </p:nvPr>
        </p:nvSpPr>
        <p:spPr>
          <a:xfrm>
            <a:off x="4511040" y="1862139"/>
            <a:ext cx="4038600" cy="4069080"/>
          </a:xfrm>
        </p:spPr>
        <p:txBody>
          <a:bodyPr/>
          <a:lstStyle/>
          <a:p>
            <a:endParaRPr dirty="0"/>
          </a:p>
          <a:p>
            <a:r>
              <a:rPr dirty="0"/>
              <a:t>Temperature – warm vs. cool </a:t>
            </a:r>
            <a:r>
              <a:rPr dirty="0" err="1"/>
              <a:t>colours</a:t>
            </a:r>
            <a:endParaRPr lang="en-CA" dirty="0"/>
          </a:p>
          <a:p>
            <a:r>
              <a:rPr lang="en-CA" dirty="0"/>
              <a:t>Neutral colours - NOT hues: white, gray, black</a:t>
            </a:r>
          </a:p>
          <a:p>
            <a:r>
              <a:rPr lang="en-CA" dirty="0"/>
              <a:t>High Key/Low Key - </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1EFB08DD-738F-5942-E02C-5AF64EC64B51}"/>
              </a:ext>
            </a:extLst>
          </p:cNvPr>
          <p:cNvSpPr>
            <a:spLocks noGrp="1" noChangeArrowheads="1"/>
          </p:cNvSpPr>
          <p:nvPr>
            <p:ph type="title"/>
          </p:nvPr>
        </p:nvSpPr>
        <p:spPr>
          <a:xfrm>
            <a:off x="457200" y="205581"/>
            <a:ext cx="8229600" cy="960438"/>
          </a:xfrm>
        </p:spPr>
        <p:txBody>
          <a:bodyPr vert="horz" lIns="91440" tIns="45720" rIns="91440" bIns="45720" rtlCol="0" anchor="ctr">
            <a:normAutofit/>
          </a:bodyPr>
          <a:lstStyle/>
          <a:p>
            <a:r>
              <a:rPr lang="en-US" altLang="en-US" dirty="0"/>
              <a:t>12-Step </a:t>
            </a:r>
            <a:r>
              <a:rPr lang="en-US" altLang="en-US" dirty="0" err="1"/>
              <a:t>colour</a:t>
            </a:r>
            <a:r>
              <a:rPr lang="en-US" altLang="en-US" dirty="0"/>
              <a:t> Wheel</a:t>
            </a:r>
          </a:p>
        </p:txBody>
      </p:sp>
      <p:pic>
        <p:nvPicPr>
          <p:cNvPr id="12294" name="Picture 11" descr="Screen shot 2013-11-06 at 11.53.15 AM.png">
            <a:extLst>
              <a:ext uri="{FF2B5EF4-FFF2-40B4-BE49-F238E27FC236}">
                <a16:creationId xmlns:a16="http://schemas.microsoft.com/office/drawing/2014/main" id="{00C9122C-6B50-4862-00FF-A8058196B3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13252" y="1371600"/>
            <a:ext cx="4768668" cy="4760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FED218EA-948A-436E-8BDC-23381130C32F}"/>
              </a:ext>
            </a:extLst>
          </p:cNvPr>
          <p:cNvSpPr>
            <a:spLocks noGrp="1" noChangeArrowheads="1"/>
          </p:cNvSpPr>
          <p:nvPr>
            <p:ph type="title"/>
          </p:nvPr>
        </p:nvSpPr>
        <p:spPr>
          <a:xfrm>
            <a:off x="2641600" y="348162"/>
            <a:ext cx="6377940" cy="1293028"/>
          </a:xfrm>
        </p:spPr>
        <p:txBody>
          <a:bodyPr vert="horz" lIns="91440" tIns="45720" rIns="91440" bIns="45720" rtlCol="0" anchor="ctr">
            <a:normAutofit/>
          </a:bodyPr>
          <a:lstStyle/>
          <a:p>
            <a:r>
              <a:rPr lang="en-US" altLang="en-US" dirty="0"/>
              <a:t>Primary Colours</a:t>
            </a:r>
          </a:p>
        </p:txBody>
      </p:sp>
      <p:pic>
        <p:nvPicPr>
          <p:cNvPr id="20483" name="Picture 5">
            <a:extLst>
              <a:ext uri="{FF2B5EF4-FFF2-40B4-BE49-F238E27FC236}">
                <a16:creationId xmlns:a16="http://schemas.microsoft.com/office/drawing/2014/main" id="{3643915B-BE0B-4389-83A0-ADD6D25B1A7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1963" y="1671638"/>
            <a:ext cx="4668837" cy="438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a:extLst>
              <a:ext uri="{FF2B5EF4-FFF2-40B4-BE49-F238E27FC236}">
                <a16:creationId xmlns:a16="http://schemas.microsoft.com/office/drawing/2014/main" id="{8C010D15-6EC8-4885-9007-61007C2FE3D0}"/>
              </a:ext>
            </a:extLst>
          </p:cNvPr>
          <p:cNvSpPr>
            <a:spLocks noGrp="1" noChangeArrowheads="1"/>
          </p:cNvSpPr>
          <p:nvPr>
            <p:ph idx="1"/>
          </p:nvPr>
        </p:nvSpPr>
        <p:spPr>
          <a:xfrm>
            <a:off x="5364163" y="2743200"/>
            <a:ext cx="3322637" cy="3382963"/>
          </a:xfrm>
        </p:spPr>
        <p:txBody>
          <a:bodyPr/>
          <a:lstStyle/>
          <a:p>
            <a:pPr eaLnBrk="1" hangingPunct="1"/>
            <a:r>
              <a:rPr lang="en-US" altLang="en-US" sz="2400" dirty="0"/>
              <a:t>Yellow, Red and Blue</a:t>
            </a:r>
          </a:p>
        </p:txBody>
      </p:sp>
      <p:grpSp>
        <p:nvGrpSpPr>
          <p:cNvPr id="31" name="Group 30">
            <a:extLst>
              <a:ext uri="{FF2B5EF4-FFF2-40B4-BE49-F238E27FC236}">
                <a16:creationId xmlns:a16="http://schemas.microsoft.com/office/drawing/2014/main" id="{BA5560BA-B8C9-4AC8-96B3-53F4410A8403}"/>
              </a:ext>
            </a:extLst>
          </p:cNvPr>
          <p:cNvGrpSpPr>
            <a:grpSpLocks/>
          </p:cNvGrpSpPr>
          <p:nvPr/>
        </p:nvGrpSpPr>
        <p:grpSpPr bwMode="auto">
          <a:xfrm>
            <a:off x="2205038" y="1766888"/>
            <a:ext cx="1169987" cy="2093912"/>
            <a:chOff x="2195736" y="1737910"/>
            <a:chExt cx="1170073" cy="2093991"/>
          </a:xfrm>
        </p:grpSpPr>
        <p:cxnSp>
          <p:nvCxnSpPr>
            <p:cNvPr id="4" name="Straight Connector 3">
              <a:extLst>
                <a:ext uri="{FF2B5EF4-FFF2-40B4-BE49-F238E27FC236}">
                  <a16:creationId xmlns:a16="http://schemas.microsoft.com/office/drawing/2014/main" id="{7803C952-FBF1-4088-846B-B18A63826E9D}"/>
                </a:ext>
              </a:extLst>
            </p:cNvPr>
            <p:cNvCxnSpPr/>
            <p:nvPr/>
          </p:nvCxnSpPr>
          <p:spPr>
            <a:xfrm flipH="1">
              <a:off x="2210024" y="2595192"/>
              <a:ext cx="576305" cy="936660"/>
            </a:xfrm>
            <a:prstGeom prst="line">
              <a:avLst/>
            </a:prstGeom>
            <a:ln/>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0E40889E-B289-45EC-A60F-476E7E4211E2}"/>
                </a:ext>
              </a:extLst>
            </p:cNvPr>
            <p:cNvCxnSpPr/>
            <p:nvPr/>
          </p:nvCxnSpPr>
          <p:spPr>
            <a:xfrm>
              <a:off x="2789505" y="2565028"/>
              <a:ext cx="576304" cy="936660"/>
            </a:xfrm>
            <a:prstGeom prst="line">
              <a:avLst/>
            </a:prstGeom>
            <a:ln/>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8C1E4675-704E-4B41-A71D-8FF0197EB67E}"/>
                </a:ext>
              </a:extLst>
            </p:cNvPr>
            <p:cNvCxnSpPr/>
            <p:nvPr/>
          </p:nvCxnSpPr>
          <p:spPr>
            <a:xfrm flipH="1" flipV="1">
              <a:off x="2230664" y="3519152"/>
              <a:ext cx="552491" cy="312749"/>
            </a:xfrm>
            <a:prstGeom prst="line">
              <a:avLst/>
            </a:prstGeom>
            <a:ln/>
          </p:spPr>
          <p:style>
            <a:lnRef idx="3">
              <a:schemeClr val="dk1"/>
            </a:lnRef>
            <a:fillRef idx="0">
              <a:schemeClr val="dk1"/>
            </a:fillRef>
            <a:effectRef idx="2">
              <a:schemeClr val="dk1"/>
            </a:effectRef>
            <a:fontRef idx="minor">
              <a:schemeClr val="tx1"/>
            </a:fontRef>
          </p:style>
        </p:cxnSp>
        <p:cxnSp>
          <p:nvCxnSpPr>
            <p:cNvPr id="18" name="Straight Connector 17">
              <a:extLst>
                <a:ext uri="{FF2B5EF4-FFF2-40B4-BE49-F238E27FC236}">
                  <a16:creationId xmlns:a16="http://schemas.microsoft.com/office/drawing/2014/main" id="{5FEA1BA2-9176-46DA-B277-342FFDC6033B}"/>
                </a:ext>
              </a:extLst>
            </p:cNvPr>
            <p:cNvCxnSpPr/>
            <p:nvPr/>
          </p:nvCxnSpPr>
          <p:spPr>
            <a:xfrm flipH="1" flipV="1">
              <a:off x="2195736" y="1750610"/>
              <a:ext cx="263544" cy="849344"/>
            </a:xfrm>
            <a:prstGeom prst="line">
              <a:avLst/>
            </a:prstGeom>
            <a:ln/>
          </p:spPr>
          <p:style>
            <a:lnRef idx="3">
              <a:schemeClr val="dk1"/>
            </a:lnRef>
            <a:fillRef idx="0">
              <a:schemeClr val="dk1"/>
            </a:fillRef>
            <a:effectRef idx="2">
              <a:schemeClr val="dk1"/>
            </a:effectRef>
            <a:fontRef idx="minor">
              <a:schemeClr val="tx1"/>
            </a:fontRef>
          </p:style>
        </p:cxnSp>
        <p:cxnSp>
          <p:nvCxnSpPr>
            <p:cNvPr id="20" name="Straight Connector 19">
              <a:extLst>
                <a:ext uri="{FF2B5EF4-FFF2-40B4-BE49-F238E27FC236}">
                  <a16:creationId xmlns:a16="http://schemas.microsoft.com/office/drawing/2014/main" id="{1F658086-4322-4BFD-B30A-EEBAE0115A56}"/>
                </a:ext>
              </a:extLst>
            </p:cNvPr>
            <p:cNvCxnSpPr/>
            <p:nvPr/>
          </p:nvCxnSpPr>
          <p:spPr>
            <a:xfrm flipV="1">
              <a:off x="3132430" y="1737910"/>
              <a:ext cx="230204" cy="862045"/>
            </a:xfrm>
            <a:prstGeom prst="line">
              <a:avLst/>
            </a:prstGeom>
            <a:ln/>
          </p:spPr>
          <p:style>
            <a:lnRef idx="3">
              <a:schemeClr val="dk1"/>
            </a:lnRef>
            <a:fillRef idx="0">
              <a:schemeClr val="dk1"/>
            </a:fillRef>
            <a:effectRef idx="2">
              <a:schemeClr val="dk1"/>
            </a:effectRef>
            <a:fontRef idx="minor">
              <a:schemeClr val="tx1"/>
            </a:fontRef>
          </p:style>
        </p:cxnSp>
        <p:sp>
          <p:nvSpPr>
            <p:cNvPr id="20505" name="TextBox 29">
              <a:extLst>
                <a:ext uri="{FF2B5EF4-FFF2-40B4-BE49-F238E27FC236}">
                  <a16:creationId xmlns:a16="http://schemas.microsoft.com/office/drawing/2014/main" id="{5FFAC1F1-F91D-433D-85EA-4E983F01EA2C}"/>
                </a:ext>
              </a:extLst>
            </p:cNvPr>
            <p:cNvSpPr txBox="1">
              <a:spLocks noChangeArrowheads="1"/>
            </p:cNvSpPr>
            <p:nvPr/>
          </p:nvSpPr>
          <p:spPr bwMode="auto">
            <a:xfrm>
              <a:off x="2374304" y="1875300"/>
              <a:ext cx="8431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chemeClr val="bg1"/>
                  </a:solidFill>
                </a:rPr>
                <a:t>Yellow</a:t>
              </a:r>
            </a:p>
          </p:txBody>
        </p:sp>
      </p:grpSp>
      <p:grpSp>
        <p:nvGrpSpPr>
          <p:cNvPr id="68" name="Group 67">
            <a:extLst>
              <a:ext uri="{FF2B5EF4-FFF2-40B4-BE49-F238E27FC236}">
                <a16:creationId xmlns:a16="http://schemas.microsoft.com/office/drawing/2014/main" id="{1A84F0DF-2B99-4AF5-82BA-D246995CE205}"/>
              </a:ext>
            </a:extLst>
          </p:cNvPr>
          <p:cNvGrpSpPr>
            <a:grpSpLocks/>
          </p:cNvGrpSpPr>
          <p:nvPr/>
        </p:nvGrpSpPr>
        <p:grpSpPr bwMode="auto">
          <a:xfrm>
            <a:off x="2794000" y="3543300"/>
            <a:ext cx="2192338" cy="1633538"/>
            <a:chOff x="2793350" y="3543988"/>
            <a:chExt cx="2193199" cy="1632945"/>
          </a:xfrm>
        </p:grpSpPr>
        <p:cxnSp>
          <p:nvCxnSpPr>
            <p:cNvPr id="33" name="Straight Connector 32">
              <a:extLst>
                <a:ext uri="{FF2B5EF4-FFF2-40B4-BE49-F238E27FC236}">
                  <a16:creationId xmlns:a16="http://schemas.microsoft.com/office/drawing/2014/main" id="{89A8A4C5-F33D-4512-AB22-9FB7A31B7210}"/>
                </a:ext>
              </a:extLst>
            </p:cNvPr>
            <p:cNvCxnSpPr/>
            <p:nvPr/>
          </p:nvCxnSpPr>
          <p:spPr>
            <a:xfrm flipH="1" flipV="1">
              <a:off x="3373016" y="3543988"/>
              <a:ext cx="559019" cy="936285"/>
            </a:xfrm>
            <a:prstGeom prst="line">
              <a:avLst/>
            </a:prstGeom>
            <a:ln/>
          </p:spPr>
          <p:style>
            <a:lnRef idx="3">
              <a:schemeClr val="dk1"/>
            </a:lnRef>
            <a:fillRef idx="0">
              <a:schemeClr val="dk1"/>
            </a:fillRef>
            <a:effectRef idx="2">
              <a:schemeClr val="dk1"/>
            </a:effectRef>
            <a:fontRef idx="minor">
              <a:schemeClr val="tx1"/>
            </a:fontRef>
          </p:style>
        </p:cxnSp>
        <p:cxnSp>
          <p:nvCxnSpPr>
            <p:cNvPr id="34" name="Straight Connector 33">
              <a:extLst>
                <a:ext uri="{FF2B5EF4-FFF2-40B4-BE49-F238E27FC236}">
                  <a16:creationId xmlns:a16="http://schemas.microsoft.com/office/drawing/2014/main" id="{A05753A7-EA76-485F-9F0D-140EDEC1220E}"/>
                </a:ext>
              </a:extLst>
            </p:cNvPr>
            <p:cNvCxnSpPr/>
            <p:nvPr/>
          </p:nvCxnSpPr>
          <p:spPr>
            <a:xfrm flipH="1" flipV="1">
              <a:off x="2796526" y="4480273"/>
              <a:ext cx="1106923" cy="9522"/>
            </a:xfrm>
            <a:prstGeom prst="line">
              <a:avLst/>
            </a:prstGeom>
            <a:ln/>
          </p:spPr>
          <p:style>
            <a:lnRef idx="3">
              <a:schemeClr val="dk1"/>
            </a:lnRef>
            <a:fillRef idx="0">
              <a:schemeClr val="dk1"/>
            </a:fillRef>
            <a:effectRef idx="2">
              <a:schemeClr val="dk1"/>
            </a:effectRef>
            <a:fontRef idx="minor">
              <a:schemeClr val="tx1"/>
            </a:fontRef>
          </p:style>
        </p:cxnSp>
        <p:cxnSp>
          <p:nvCxnSpPr>
            <p:cNvPr id="35" name="Straight Connector 34">
              <a:extLst>
                <a:ext uri="{FF2B5EF4-FFF2-40B4-BE49-F238E27FC236}">
                  <a16:creationId xmlns:a16="http://schemas.microsoft.com/office/drawing/2014/main" id="{EB2546D1-F914-4C7D-823A-3803629E5FD9}"/>
                </a:ext>
              </a:extLst>
            </p:cNvPr>
            <p:cNvCxnSpPr/>
            <p:nvPr/>
          </p:nvCxnSpPr>
          <p:spPr>
            <a:xfrm flipV="1">
              <a:off x="2817172" y="3551923"/>
              <a:ext cx="566960" cy="311037"/>
            </a:xfrm>
            <a:prstGeom prst="line">
              <a:avLst/>
            </a:prstGeom>
            <a:ln/>
          </p:spPr>
          <p:style>
            <a:lnRef idx="3">
              <a:schemeClr val="dk1"/>
            </a:lnRef>
            <a:fillRef idx="0">
              <a:schemeClr val="dk1"/>
            </a:fillRef>
            <a:effectRef idx="2">
              <a:schemeClr val="dk1"/>
            </a:effectRef>
            <a:fontRef idx="minor">
              <a:schemeClr val="tx1"/>
            </a:fontRef>
          </p:style>
        </p:cxnSp>
        <p:cxnSp>
          <p:nvCxnSpPr>
            <p:cNvPr id="36" name="Straight Connector 35">
              <a:extLst>
                <a:ext uri="{FF2B5EF4-FFF2-40B4-BE49-F238E27FC236}">
                  <a16:creationId xmlns:a16="http://schemas.microsoft.com/office/drawing/2014/main" id="{C650FB67-AB0C-46F5-98F9-7D622357E59A}"/>
                </a:ext>
              </a:extLst>
            </p:cNvPr>
            <p:cNvCxnSpPr/>
            <p:nvPr/>
          </p:nvCxnSpPr>
          <p:spPr>
            <a:xfrm>
              <a:off x="4074966" y="4158128"/>
              <a:ext cx="911583" cy="201539"/>
            </a:xfrm>
            <a:prstGeom prst="line">
              <a:avLst/>
            </a:prstGeom>
            <a:ln/>
          </p:spPr>
          <p:style>
            <a:lnRef idx="3">
              <a:schemeClr val="dk1"/>
            </a:lnRef>
            <a:fillRef idx="0">
              <a:schemeClr val="dk1"/>
            </a:fillRef>
            <a:effectRef idx="2">
              <a:schemeClr val="dk1"/>
            </a:effectRef>
            <a:fontRef idx="minor">
              <a:schemeClr val="tx1"/>
            </a:fontRef>
          </p:style>
        </p:cxnSp>
        <p:cxnSp>
          <p:nvCxnSpPr>
            <p:cNvPr id="37" name="Straight Connector 36">
              <a:extLst>
                <a:ext uri="{FF2B5EF4-FFF2-40B4-BE49-F238E27FC236}">
                  <a16:creationId xmlns:a16="http://schemas.microsoft.com/office/drawing/2014/main" id="{62BCE9CB-B71E-4100-A242-D4260CA861F9}"/>
                </a:ext>
              </a:extLst>
            </p:cNvPr>
            <p:cNvCxnSpPr/>
            <p:nvPr/>
          </p:nvCxnSpPr>
          <p:spPr>
            <a:xfrm rot="7119729" flipV="1">
              <a:off x="3944033" y="4629912"/>
              <a:ext cx="231691" cy="862352"/>
            </a:xfrm>
            <a:prstGeom prst="line">
              <a:avLst/>
            </a:prstGeom>
            <a:ln/>
          </p:spPr>
          <p:style>
            <a:lnRef idx="3">
              <a:schemeClr val="dk1"/>
            </a:lnRef>
            <a:fillRef idx="0">
              <a:schemeClr val="dk1"/>
            </a:fillRef>
            <a:effectRef idx="2">
              <a:schemeClr val="dk1"/>
            </a:effectRef>
            <a:fontRef idx="minor">
              <a:schemeClr val="tx1"/>
            </a:fontRef>
          </p:style>
        </p:cxnSp>
        <p:sp>
          <p:nvSpPr>
            <p:cNvPr id="20498" name="TextBox 37">
              <a:extLst>
                <a:ext uri="{FF2B5EF4-FFF2-40B4-BE49-F238E27FC236}">
                  <a16:creationId xmlns:a16="http://schemas.microsoft.com/office/drawing/2014/main" id="{1B5236F9-DCBD-43EE-8CB5-29709DEFFC91}"/>
                </a:ext>
              </a:extLst>
            </p:cNvPr>
            <p:cNvSpPr txBox="1">
              <a:spLocks noChangeArrowheads="1"/>
            </p:cNvSpPr>
            <p:nvPr/>
          </p:nvSpPr>
          <p:spPr bwMode="auto">
            <a:xfrm rot="7119729">
              <a:off x="4068186" y="4532434"/>
              <a:ext cx="6078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t>Red</a:t>
              </a:r>
            </a:p>
          </p:txBody>
        </p:sp>
        <p:cxnSp>
          <p:nvCxnSpPr>
            <p:cNvPr id="43" name="Straight Connector 42">
              <a:extLst>
                <a:ext uri="{FF2B5EF4-FFF2-40B4-BE49-F238E27FC236}">
                  <a16:creationId xmlns:a16="http://schemas.microsoft.com/office/drawing/2014/main" id="{8A403021-1421-487F-B8E8-AC45171C88EA}"/>
                </a:ext>
              </a:extLst>
            </p:cNvPr>
            <p:cNvCxnSpPr/>
            <p:nvPr/>
          </p:nvCxnSpPr>
          <p:spPr>
            <a:xfrm flipV="1">
              <a:off x="2793350" y="3862960"/>
              <a:ext cx="12705" cy="628422"/>
            </a:xfrm>
            <a:prstGeom prst="line">
              <a:avLst/>
            </a:prstGeom>
            <a:ln/>
          </p:spPr>
          <p:style>
            <a:lnRef idx="3">
              <a:schemeClr val="dk1"/>
            </a:lnRef>
            <a:fillRef idx="0">
              <a:schemeClr val="dk1"/>
            </a:fillRef>
            <a:effectRef idx="2">
              <a:schemeClr val="dk1"/>
            </a:effectRef>
            <a:fontRef idx="minor">
              <a:schemeClr val="tx1"/>
            </a:fontRef>
          </p:style>
        </p:cxnSp>
      </p:grpSp>
      <p:grpSp>
        <p:nvGrpSpPr>
          <p:cNvPr id="69" name="Group 68">
            <a:extLst>
              <a:ext uri="{FF2B5EF4-FFF2-40B4-BE49-F238E27FC236}">
                <a16:creationId xmlns:a16="http://schemas.microsoft.com/office/drawing/2014/main" id="{5FEC906E-0CA6-48F3-8114-EA68C52C42B8}"/>
              </a:ext>
            </a:extLst>
          </p:cNvPr>
          <p:cNvGrpSpPr>
            <a:grpSpLocks/>
          </p:cNvGrpSpPr>
          <p:nvPr/>
        </p:nvGrpSpPr>
        <p:grpSpPr bwMode="auto">
          <a:xfrm>
            <a:off x="627063" y="3532188"/>
            <a:ext cx="2179637" cy="1836737"/>
            <a:chOff x="626285" y="3532957"/>
            <a:chExt cx="2180505" cy="1836570"/>
          </a:xfrm>
        </p:grpSpPr>
        <p:cxnSp>
          <p:nvCxnSpPr>
            <p:cNvPr id="50" name="Straight Connector 49">
              <a:extLst>
                <a:ext uri="{FF2B5EF4-FFF2-40B4-BE49-F238E27FC236}">
                  <a16:creationId xmlns:a16="http://schemas.microsoft.com/office/drawing/2014/main" id="{D2CC72CF-ED05-4727-AABB-013378D33778}"/>
                </a:ext>
              </a:extLst>
            </p:cNvPr>
            <p:cNvCxnSpPr/>
            <p:nvPr/>
          </p:nvCxnSpPr>
          <p:spPr>
            <a:xfrm flipV="1">
              <a:off x="1679216" y="3532957"/>
              <a:ext cx="557435" cy="928603"/>
            </a:xfrm>
            <a:prstGeom prst="line">
              <a:avLst/>
            </a:prstGeom>
            <a:ln/>
          </p:spPr>
          <p:style>
            <a:lnRef idx="3">
              <a:schemeClr val="dk1"/>
            </a:lnRef>
            <a:fillRef idx="0">
              <a:schemeClr val="dk1"/>
            </a:fillRef>
            <a:effectRef idx="2">
              <a:schemeClr val="dk1"/>
            </a:effectRef>
            <a:fontRef idx="minor">
              <a:schemeClr val="tx1"/>
            </a:fontRef>
          </p:style>
        </p:cxnSp>
        <p:cxnSp>
          <p:nvCxnSpPr>
            <p:cNvPr id="52" name="Straight Connector 51">
              <a:extLst>
                <a:ext uri="{FF2B5EF4-FFF2-40B4-BE49-F238E27FC236}">
                  <a16:creationId xmlns:a16="http://schemas.microsoft.com/office/drawing/2014/main" id="{874CBD09-92C2-4671-AA97-620CBB1301BB}"/>
                </a:ext>
              </a:extLst>
            </p:cNvPr>
            <p:cNvCxnSpPr/>
            <p:nvPr/>
          </p:nvCxnSpPr>
          <p:spPr>
            <a:xfrm flipH="1" flipV="1">
              <a:off x="1696686" y="4480608"/>
              <a:ext cx="1110104" cy="9524"/>
            </a:xfrm>
            <a:prstGeom prst="line">
              <a:avLst/>
            </a:prstGeom>
            <a:ln/>
          </p:spPr>
          <p:style>
            <a:lnRef idx="3">
              <a:schemeClr val="dk1"/>
            </a:lnRef>
            <a:fillRef idx="0">
              <a:schemeClr val="dk1"/>
            </a:fillRef>
            <a:effectRef idx="2">
              <a:schemeClr val="dk1"/>
            </a:effectRef>
            <a:fontRef idx="minor">
              <a:schemeClr val="tx1"/>
            </a:fontRef>
          </p:style>
        </p:cxnSp>
        <p:cxnSp>
          <p:nvCxnSpPr>
            <p:cNvPr id="57" name="Straight Connector 56">
              <a:extLst>
                <a:ext uri="{FF2B5EF4-FFF2-40B4-BE49-F238E27FC236}">
                  <a16:creationId xmlns:a16="http://schemas.microsoft.com/office/drawing/2014/main" id="{00424974-6AD4-46D6-AA78-80FCA02EC25B}"/>
                </a:ext>
              </a:extLst>
            </p:cNvPr>
            <p:cNvCxnSpPr/>
            <p:nvPr/>
          </p:nvCxnSpPr>
          <p:spPr>
            <a:xfrm flipH="1">
              <a:off x="1207541" y="4752046"/>
              <a:ext cx="616195" cy="617481"/>
            </a:xfrm>
            <a:prstGeom prst="line">
              <a:avLst/>
            </a:prstGeom>
            <a:ln/>
          </p:spPr>
          <p:style>
            <a:lnRef idx="3">
              <a:schemeClr val="dk1"/>
            </a:lnRef>
            <a:fillRef idx="0">
              <a:schemeClr val="dk1"/>
            </a:fillRef>
            <a:effectRef idx="2">
              <a:schemeClr val="dk1"/>
            </a:effectRef>
            <a:fontRef idx="minor">
              <a:schemeClr val="tx1"/>
            </a:fontRef>
          </p:style>
        </p:cxnSp>
        <p:cxnSp>
          <p:nvCxnSpPr>
            <p:cNvPr id="58" name="Straight Connector 57">
              <a:extLst>
                <a:ext uri="{FF2B5EF4-FFF2-40B4-BE49-F238E27FC236}">
                  <a16:creationId xmlns:a16="http://schemas.microsoft.com/office/drawing/2014/main" id="{E6E45498-5706-4A36-ADA5-FDC246026B0D}"/>
                </a:ext>
              </a:extLst>
            </p:cNvPr>
            <p:cNvCxnSpPr/>
            <p:nvPr/>
          </p:nvCxnSpPr>
          <p:spPr>
            <a:xfrm flipH="1">
              <a:off x="626285" y="4201233"/>
              <a:ext cx="884589" cy="244453"/>
            </a:xfrm>
            <a:prstGeom prst="line">
              <a:avLst/>
            </a:prstGeom>
            <a:ln/>
          </p:spPr>
          <p:style>
            <a:lnRef idx="3">
              <a:schemeClr val="dk1"/>
            </a:lnRef>
            <a:fillRef idx="0">
              <a:schemeClr val="dk1"/>
            </a:fillRef>
            <a:effectRef idx="2">
              <a:schemeClr val="dk1"/>
            </a:effectRef>
            <a:fontRef idx="minor">
              <a:schemeClr val="tx1"/>
            </a:fontRef>
          </p:style>
        </p:cxnSp>
        <p:sp>
          <p:nvSpPr>
            <p:cNvPr id="20492" name="TextBox 62">
              <a:extLst>
                <a:ext uri="{FF2B5EF4-FFF2-40B4-BE49-F238E27FC236}">
                  <a16:creationId xmlns:a16="http://schemas.microsoft.com/office/drawing/2014/main" id="{78B02DC7-12EF-46F3-B267-A7A27B4CC2B1}"/>
                </a:ext>
              </a:extLst>
            </p:cNvPr>
            <p:cNvSpPr txBox="1">
              <a:spLocks noChangeArrowheads="1"/>
            </p:cNvSpPr>
            <p:nvPr/>
          </p:nvSpPr>
          <p:spPr bwMode="auto">
            <a:xfrm rot="-7555026">
              <a:off x="923476" y="4532433"/>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t>Blue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16582E48-BAF5-44CD-B9C3-964C0B2A27CB}"/>
              </a:ext>
            </a:extLst>
          </p:cNvPr>
          <p:cNvSpPr>
            <a:spLocks noGrp="1" noChangeArrowheads="1"/>
          </p:cNvSpPr>
          <p:nvPr>
            <p:ph type="title"/>
          </p:nvPr>
        </p:nvSpPr>
        <p:spPr>
          <a:xfrm>
            <a:off x="2654580" y="349112"/>
            <a:ext cx="6377940" cy="1293028"/>
          </a:xfrm>
        </p:spPr>
        <p:txBody>
          <a:bodyPr vert="horz" lIns="91440" tIns="45720" rIns="91440" bIns="45720" rtlCol="0" anchor="ctr">
            <a:normAutofit/>
          </a:bodyPr>
          <a:lstStyle/>
          <a:p>
            <a:r>
              <a:rPr lang="en-US" altLang="en-US" dirty="0"/>
              <a:t>Secondary Colours</a:t>
            </a:r>
          </a:p>
        </p:txBody>
      </p:sp>
      <p:pic>
        <p:nvPicPr>
          <p:cNvPr id="22531" name="Picture 5">
            <a:extLst>
              <a:ext uri="{FF2B5EF4-FFF2-40B4-BE49-F238E27FC236}">
                <a16:creationId xmlns:a16="http://schemas.microsoft.com/office/drawing/2014/main" id="{CAD16B68-BA1B-4551-AD51-55E4D864DA7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1963" y="1671638"/>
            <a:ext cx="4668837" cy="438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a:extLst>
              <a:ext uri="{FF2B5EF4-FFF2-40B4-BE49-F238E27FC236}">
                <a16:creationId xmlns:a16="http://schemas.microsoft.com/office/drawing/2014/main" id="{64AABA10-B097-4FB5-AB20-4B41C3FD3FEA}"/>
              </a:ext>
            </a:extLst>
          </p:cNvPr>
          <p:cNvSpPr>
            <a:spLocks noGrp="1" noChangeArrowheads="1"/>
          </p:cNvSpPr>
          <p:nvPr>
            <p:ph idx="1"/>
          </p:nvPr>
        </p:nvSpPr>
        <p:spPr>
          <a:xfrm>
            <a:off x="5360633" y="2226468"/>
            <a:ext cx="3671887" cy="4525963"/>
          </a:xfrm>
        </p:spPr>
        <p:txBody>
          <a:bodyPr/>
          <a:lstStyle/>
          <a:p>
            <a:pPr eaLnBrk="1" hangingPunct="1"/>
            <a:r>
              <a:rPr lang="en-US" altLang="en-US" sz="2400" dirty="0"/>
              <a:t>Created by mixing equal parts of two primary colours</a:t>
            </a:r>
          </a:p>
          <a:p>
            <a:pPr eaLnBrk="1" hangingPunct="1"/>
            <a:r>
              <a:rPr lang="en-US" altLang="en-US" sz="2400" dirty="0"/>
              <a:t>Green = Yellow + Blue</a:t>
            </a:r>
          </a:p>
          <a:p>
            <a:pPr eaLnBrk="1" hangingPunct="1"/>
            <a:r>
              <a:rPr lang="en-US" altLang="en-US" sz="2400" dirty="0"/>
              <a:t>Orange = Yellow + Red</a:t>
            </a:r>
          </a:p>
          <a:p>
            <a:pPr eaLnBrk="1" hangingPunct="1"/>
            <a:r>
              <a:rPr lang="en-US" altLang="en-US" sz="2400" dirty="0"/>
              <a:t>Violet = Blue + Red</a:t>
            </a:r>
          </a:p>
          <a:p>
            <a:pPr eaLnBrk="1" hangingPunct="1"/>
            <a:endParaRPr lang="en-US" altLang="en-US" sz="2400" dirty="0"/>
          </a:p>
          <a:p>
            <a:pPr eaLnBrk="1" hangingPunct="1"/>
            <a:endParaRPr lang="en-US" altLang="en-US" sz="2400" dirty="0"/>
          </a:p>
        </p:txBody>
      </p:sp>
      <p:grpSp>
        <p:nvGrpSpPr>
          <p:cNvPr id="62" name="Group 61">
            <a:extLst>
              <a:ext uri="{FF2B5EF4-FFF2-40B4-BE49-F238E27FC236}">
                <a16:creationId xmlns:a16="http://schemas.microsoft.com/office/drawing/2014/main" id="{B75CD64E-294D-4AE1-B2CA-39B986615E64}"/>
              </a:ext>
            </a:extLst>
          </p:cNvPr>
          <p:cNvGrpSpPr>
            <a:grpSpLocks/>
          </p:cNvGrpSpPr>
          <p:nvPr/>
        </p:nvGrpSpPr>
        <p:grpSpPr bwMode="auto">
          <a:xfrm>
            <a:off x="601663" y="2349500"/>
            <a:ext cx="4384675" cy="3584575"/>
            <a:chOff x="600896" y="2349312"/>
            <a:chExt cx="4385653" cy="3585552"/>
          </a:xfrm>
        </p:grpSpPr>
        <p:cxnSp>
          <p:nvCxnSpPr>
            <p:cNvPr id="34" name="Straight Connector 33">
              <a:extLst>
                <a:ext uri="{FF2B5EF4-FFF2-40B4-BE49-F238E27FC236}">
                  <a16:creationId xmlns:a16="http://schemas.microsoft.com/office/drawing/2014/main" id="{4B51A0E2-A6A9-45A4-BBBE-2289E73CABE8}"/>
                </a:ext>
              </a:extLst>
            </p:cNvPr>
            <p:cNvCxnSpPr/>
            <p:nvPr/>
          </p:nvCxnSpPr>
          <p:spPr>
            <a:xfrm flipH="1" flipV="1">
              <a:off x="1685400" y="4472378"/>
              <a:ext cx="2218233" cy="17467"/>
            </a:xfrm>
            <a:prstGeom prst="line">
              <a:avLst/>
            </a:prstGeom>
            <a:ln/>
          </p:spPr>
          <p:style>
            <a:lnRef idx="3">
              <a:schemeClr val="dk1"/>
            </a:lnRef>
            <a:fillRef idx="0">
              <a:schemeClr val="dk1"/>
            </a:fillRef>
            <a:effectRef idx="2">
              <a:schemeClr val="dk1"/>
            </a:effectRef>
            <a:fontRef idx="minor">
              <a:schemeClr val="tx1"/>
            </a:fontRef>
          </p:style>
        </p:cxnSp>
        <p:cxnSp>
          <p:nvCxnSpPr>
            <p:cNvPr id="35" name="Straight Connector 34">
              <a:extLst>
                <a:ext uri="{FF2B5EF4-FFF2-40B4-BE49-F238E27FC236}">
                  <a16:creationId xmlns:a16="http://schemas.microsoft.com/office/drawing/2014/main" id="{8F250F5B-1301-451B-ACC5-3824ABA23616}"/>
                </a:ext>
              </a:extLst>
            </p:cNvPr>
            <p:cNvCxnSpPr/>
            <p:nvPr/>
          </p:nvCxnSpPr>
          <p:spPr>
            <a:xfrm flipV="1">
              <a:off x="2814365" y="4489845"/>
              <a:ext cx="1082916" cy="597063"/>
            </a:xfrm>
            <a:prstGeom prst="line">
              <a:avLst/>
            </a:prstGeom>
            <a:ln/>
          </p:spPr>
          <p:style>
            <a:lnRef idx="3">
              <a:schemeClr val="dk1"/>
            </a:lnRef>
            <a:fillRef idx="0">
              <a:schemeClr val="dk1"/>
            </a:fillRef>
            <a:effectRef idx="2">
              <a:schemeClr val="dk1"/>
            </a:effectRef>
            <a:fontRef idx="minor">
              <a:schemeClr val="tx1"/>
            </a:fontRef>
          </p:style>
        </p:cxnSp>
        <p:cxnSp>
          <p:nvCxnSpPr>
            <p:cNvPr id="43" name="Straight Connector 42">
              <a:extLst>
                <a:ext uri="{FF2B5EF4-FFF2-40B4-BE49-F238E27FC236}">
                  <a16:creationId xmlns:a16="http://schemas.microsoft.com/office/drawing/2014/main" id="{48E8B508-516E-4F6B-ADD5-13E5630B8DE6}"/>
                </a:ext>
              </a:extLst>
            </p:cNvPr>
            <p:cNvCxnSpPr/>
            <p:nvPr/>
          </p:nvCxnSpPr>
          <p:spPr>
            <a:xfrm flipH="1" flipV="1">
              <a:off x="1696515" y="4489845"/>
              <a:ext cx="1084504" cy="597063"/>
            </a:xfrm>
            <a:prstGeom prst="line">
              <a:avLst/>
            </a:prstGeom>
            <a:ln/>
          </p:spPr>
          <p:style>
            <a:lnRef idx="3">
              <a:schemeClr val="dk1"/>
            </a:lnRef>
            <a:fillRef idx="0">
              <a:schemeClr val="dk1"/>
            </a:fillRef>
            <a:effectRef idx="2">
              <a:schemeClr val="dk1"/>
            </a:effectRef>
            <a:fontRef idx="minor">
              <a:schemeClr val="tx1"/>
            </a:fontRef>
          </p:style>
        </p:cxnSp>
        <p:cxnSp>
          <p:nvCxnSpPr>
            <p:cNvPr id="4" name="Straight Connector 3">
              <a:extLst>
                <a:ext uri="{FF2B5EF4-FFF2-40B4-BE49-F238E27FC236}">
                  <a16:creationId xmlns:a16="http://schemas.microsoft.com/office/drawing/2014/main" id="{06C751DA-E89B-4AE5-B120-1B0A90B11BFB}"/>
                </a:ext>
              </a:extLst>
            </p:cNvPr>
            <p:cNvCxnSpPr/>
            <p:nvPr/>
          </p:nvCxnSpPr>
          <p:spPr>
            <a:xfrm>
              <a:off x="2804837" y="2627201"/>
              <a:ext cx="1127376" cy="1835650"/>
            </a:xfrm>
            <a:prstGeom prst="line">
              <a:avLst/>
            </a:prstGeom>
            <a:ln/>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A45CB2AF-924E-4F20-909C-10226BC9730F}"/>
                </a:ext>
              </a:extLst>
            </p:cNvPr>
            <p:cNvCxnSpPr/>
            <p:nvPr/>
          </p:nvCxnSpPr>
          <p:spPr>
            <a:xfrm>
              <a:off x="2815952" y="2627201"/>
              <a:ext cx="1116262" cy="624057"/>
            </a:xfrm>
            <a:prstGeom prst="line">
              <a:avLst/>
            </a:prstGeom>
            <a:ln/>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79359DE3-6FFC-48E9-8290-AA9D88FBCF2F}"/>
                </a:ext>
              </a:extLst>
            </p:cNvPr>
            <p:cNvCxnSpPr/>
            <p:nvPr/>
          </p:nvCxnSpPr>
          <p:spPr>
            <a:xfrm flipV="1">
              <a:off x="1677461" y="2644667"/>
              <a:ext cx="1113085" cy="606590"/>
            </a:xfrm>
            <a:prstGeom prst="line">
              <a:avLst/>
            </a:prstGeom>
            <a:ln/>
          </p:spPr>
          <p:style>
            <a:lnRef idx="3">
              <a:schemeClr val="dk1"/>
            </a:lnRef>
            <a:fillRef idx="0">
              <a:schemeClr val="dk1"/>
            </a:fillRef>
            <a:effectRef idx="2">
              <a:schemeClr val="dk1"/>
            </a:effectRef>
            <a:fontRef idx="minor">
              <a:schemeClr val="tx1"/>
            </a:fontRef>
          </p:style>
        </p:cxnSp>
        <p:cxnSp>
          <p:nvCxnSpPr>
            <p:cNvPr id="18" name="Straight Connector 17">
              <a:extLst>
                <a:ext uri="{FF2B5EF4-FFF2-40B4-BE49-F238E27FC236}">
                  <a16:creationId xmlns:a16="http://schemas.microsoft.com/office/drawing/2014/main" id="{3E5A4CEA-B753-409D-9687-4A136E82A36D}"/>
                </a:ext>
              </a:extLst>
            </p:cNvPr>
            <p:cNvCxnSpPr/>
            <p:nvPr/>
          </p:nvCxnSpPr>
          <p:spPr>
            <a:xfrm flipV="1">
              <a:off x="3762313" y="2349312"/>
              <a:ext cx="670074" cy="617706"/>
            </a:xfrm>
            <a:prstGeom prst="line">
              <a:avLst/>
            </a:prstGeom>
            <a:ln/>
          </p:spPr>
          <p:style>
            <a:lnRef idx="3">
              <a:schemeClr val="dk1"/>
            </a:lnRef>
            <a:fillRef idx="0">
              <a:schemeClr val="dk1"/>
            </a:fillRef>
            <a:effectRef idx="2">
              <a:schemeClr val="dk1"/>
            </a:effectRef>
            <a:fontRef idx="minor">
              <a:schemeClr val="tx1"/>
            </a:fontRef>
          </p:style>
        </p:cxnSp>
        <p:cxnSp>
          <p:nvCxnSpPr>
            <p:cNvPr id="20" name="Straight Connector 19">
              <a:extLst>
                <a:ext uri="{FF2B5EF4-FFF2-40B4-BE49-F238E27FC236}">
                  <a16:creationId xmlns:a16="http://schemas.microsoft.com/office/drawing/2014/main" id="{32326E1C-BF0A-46B1-9876-2F8AE7181879}"/>
                </a:ext>
              </a:extLst>
            </p:cNvPr>
            <p:cNvCxnSpPr/>
            <p:nvPr/>
          </p:nvCxnSpPr>
          <p:spPr>
            <a:xfrm flipV="1">
              <a:off x="4075121" y="3289368"/>
              <a:ext cx="911428" cy="250893"/>
            </a:xfrm>
            <a:prstGeom prst="line">
              <a:avLst/>
            </a:prstGeom>
            <a:ln/>
          </p:spPr>
          <p:style>
            <a:lnRef idx="3">
              <a:schemeClr val="dk1"/>
            </a:lnRef>
            <a:fillRef idx="0">
              <a:schemeClr val="dk1"/>
            </a:fillRef>
            <a:effectRef idx="2">
              <a:schemeClr val="dk1"/>
            </a:effectRef>
            <a:fontRef idx="minor">
              <a:schemeClr val="tx1"/>
            </a:fontRef>
          </p:style>
        </p:cxnSp>
        <p:sp>
          <p:nvSpPr>
            <p:cNvPr id="22542" name="TextBox 29">
              <a:extLst>
                <a:ext uri="{FF2B5EF4-FFF2-40B4-BE49-F238E27FC236}">
                  <a16:creationId xmlns:a16="http://schemas.microsoft.com/office/drawing/2014/main" id="{6B2FAB0C-77A0-4E6A-AD92-373DBFEC64E0}"/>
                </a:ext>
              </a:extLst>
            </p:cNvPr>
            <p:cNvSpPr txBox="1">
              <a:spLocks noChangeArrowheads="1"/>
            </p:cNvSpPr>
            <p:nvPr/>
          </p:nvSpPr>
          <p:spPr bwMode="auto">
            <a:xfrm rot="3582638">
              <a:off x="3919389" y="2791448"/>
              <a:ext cx="9541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t>Orange</a:t>
              </a:r>
            </a:p>
          </p:txBody>
        </p:sp>
        <p:cxnSp>
          <p:nvCxnSpPr>
            <p:cNvPr id="33" name="Straight Connector 32">
              <a:extLst>
                <a:ext uri="{FF2B5EF4-FFF2-40B4-BE49-F238E27FC236}">
                  <a16:creationId xmlns:a16="http://schemas.microsoft.com/office/drawing/2014/main" id="{4FFBF8A0-099E-47B7-8205-02D870CF1B0A}"/>
                </a:ext>
              </a:extLst>
            </p:cNvPr>
            <p:cNvCxnSpPr/>
            <p:nvPr/>
          </p:nvCxnSpPr>
          <p:spPr>
            <a:xfrm flipH="1" flipV="1">
              <a:off x="3932214" y="3238554"/>
              <a:ext cx="0" cy="1241763"/>
            </a:xfrm>
            <a:prstGeom prst="line">
              <a:avLst/>
            </a:prstGeom>
            <a:ln/>
          </p:spPr>
          <p:style>
            <a:lnRef idx="3">
              <a:schemeClr val="dk1"/>
            </a:lnRef>
            <a:fillRef idx="0">
              <a:schemeClr val="dk1"/>
            </a:fillRef>
            <a:effectRef idx="2">
              <a:schemeClr val="dk1"/>
            </a:effectRef>
            <a:fontRef idx="minor">
              <a:schemeClr val="tx1"/>
            </a:fontRef>
          </p:style>
        </p:cxnSp>
        <p:cxnSp>
          <p:nvCxnSpPr>
            <p:cNvPr id="36" name="Straight Connector 35">
              <a:extLst>
                <a:ext uri="{FF2B5EF4-FFF2-40B4-BE49-F238E27FC236}">
                  <a16:creationId xmlns:a16="http://schemas.microsoft.com/office/drawing/2014/main" id="{B48BF870-6919-44D7-8752-7A484155E757}"/>
                </a:ext>
              </a:extLst>
            </p:cNvPr>
            <p:cNvCxnSpPr/>
            <p:nvPr/>
          </p:nvCxnSpPr>
          <p:spPr>
            <a:xfrm>
              <a:off x="3131935" y="5072617"/>
              <a:ext cx="236590" cy="862247"/>
            </a:xfrm>
            <a:prstGeom prst="line">
              <a:avLst/>
            </a:prstGeom>
            <a:ln/>
          </p:spPr>
          <p:style>
            <a:lnRef idx="3">
              <a:schemeClr val="dk1"/>
            </a:lnRef>
            <a:fillRef idx="0">
              <a:schemeClr val="dk1"/>
            </a:fillRef>
            <a:effectRef idx="2">
              <a:schemeClr val="dk1"/>
            </a:effectRef>
            <a:fontRef idx="minor">
              <a:schemeClr val="tx1"/>
            </a:fontRef>
          </p:style>
        </p:cxnSp>
        <p:cxnSp>
          <p:nvCxnSpPr>
            <p:cNvPr id="37" name="Straight Connector 36">
              <a:extLst>
                <a:ext uri="{FF2B5EF4-FFF2-40B4-BE49-F238E27FC236}">
                  <a16:creationId xmlns:a16="http://schemas.microsoft.com/office/drawing/2014/main" id="{6B74D671-EA37-4F83-98DC-D12B638E080B}"/>
                </a:ext>
              </a:extLst>
            </p:cNvPr>
            <p:cNvCxnSpPr/>
            <p:nvPr/>
          </p:nvCxnSpPr>
          <p:spPr>
            <a:xfrm flipH="1">
              <a:off x="2195102" y="5072617"/>
              <a:ext cx="269935" cy="862247"/>
            </a:xfrm>
            <a:prstGeom prst="line">
              <a:avLst/>
            </a:prstGeom>
            <a:ln/>
          </p:spPr>
          <p:style>
            <a:lnRef idx="3">
              <a:schemeClr val="dk1"/>
            </a:lnRef>
            <a:fillRef idx="0">
              <a:schemeClr val="dk1"/>
            </a:fillRef>
            <a:effectRef idx="2">
              <a:schemeClr val="dk1"/>
            </a:effectRef>
            <a:fontRef idx="minor">
              <a:schemeClr val="tx1"/>
            </a:fontRef>
          </p:style>
        </p:cxnSp>
        <p:sp>
          <p:nvSpPr>
            <p:cNvPr id="22546" name="TextBox 37">
              <a:extLst>
                <a:ext uri="{FF2B5EF4-FFF2-40B4-BE49-F238E27FC236}">
                  <a16:creationId xmlns:a16="http://schemas.microsoft.com/office/drawing/2014/main" id="{CF2703D0-9865-486D-9DBA-85A118552C15}"/>
                </a:ext>
              </a:extLst>
            </p:cNvPr>
            <p:cNvSpPr txBox="1">
              <a:spLocks noChangeArrowheads="1"/>
            </p:cNvSpPr>
            <p:nvPr/>
          </p:nvSpPr>
          <p:spPr bwMode="auto">
            <a:xfrm rot="10800000">
              <a:off x="2426402" y="5394938"/>
              <a:ext cx="7575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t>Violet</a:t>
              </a:r>
            </a:p>
          </p:txBody>
        </p:sp>
        <p:cxnSp>
          <p:nvCxnSpPr>
            <p:cNvPr id="50" name="Straight Connector 49">
              <a:extLst>
                <a:ext uri="{FF2B5EF4-FFF2-40B4-BE49-F238E27FC236}">
                  <a16:creationId xmlns:a16="http://schemas.microsoft.com/office/drawing/2014/main" id="{CAC69876-81FB-45BD-A58E-AC2C32D4B66F}"/>
                </a:ext>
              </a:extLst>
            </p:cNvPr>
            <p:cNvCxnSpPr/>
            <p:nvPr/>
          </p:nvCxnSpPr>
          <p:spPr>
            <a:xfrm flipV="1">
              <a:off x="1679048" y="2662135"/>
              <a:ext cx="1111498" cy="1800716"/>
            </a:xfrm>
            <a:prstGeom prst="line">
              <a:avLst/>
            </a:prstGeom>
            <a:ln/>
          </p:spPr>
          <p:style>
            <a:lnRef idx="3">
              <a:schemeClr val="dk1"/>
            </a:lnRef>
            <a:fillRef idx="0">
              <a:schemeClr val="dk1"/>
            </a:fillRef>
            <a:effectRef idx="2">
              <a:schemeClr val="dk1"/>
            </a:effectRef>
            <a:fontRef idx="minor">
              <a:schemeClr val="tx1"/>
            </a:fontRef>
          </p:style>
        </p:cxnSp>
        <p:cxnSp>
          <p:nvCxnSpPr>
            <p:cNvPr id="52" name="Straight Connector 51">
              <a:extLst>
                <a:ext uri="{FF2B5EF4-FFF2-40B4-BE49-F238E27FC236}">
                  <a16:creationId xmlns:a16="http://schemas.microsoft.com/office/drawing/2014/main" id="{52BC598B-0F49-48A2-9CD0-9B6F16F942A4}"/>
                </a:ext>
              </a:extLst>
            </p:cNvPr>
            <p:cNvCxnSpPr/>
            <p:nvPr/>
          </p:nvCxnSpPr>
          <p:spPr>
            <a:xfrm>
              <a:off x="1677461" y="3251258"/>
              <a:ext cx="19054" cy="1229060"/>
            </a:xfrm>
            <a:prstGeom prst="line">
              <a:avLst/>
            </a:prstGeom>
            <a:ln/>
          </p:spPr>
          <p:style>
            <a:lnRef idx="3">
              <a:schemeClr val="dk1"/>
            </a:lnRef>
            <a:fillRef idx="0">
              <a:schemeClr val="dk1"/>
            </a:fillRef>
            <a:effectRef idx="2">
              <a:schemeClr val="dk1"/>
            </a:effectRef>
            <a:fontRef idx="minor">
              <a:schemeClr val="tx1"/>
            </a:fontRef>
          </p:style>
        </p:cxnSp>
        <p:cxnSp>
          <p:nvCxnSpPr>
            <p:cNvPr id="57" name="Straight Connector 56">
              <a:extLst>
                <a:ext uri="{FF2B5EF4-FFF2-40B4-BE49-F238E27FC236}">
                  <a16:creationId xmlns:a16="http://schemas.microsoft.com/office/drawing/2014/main" id="{A0DA67C0-1929-4CDE-8DEF-E2912CC624E0}"/>
                </a:ext>
              </a:extLst>
            </p:cNvPr>
            <p:cNvCxnSpPr/>
            <p:nvPr/>
          </p:nvCxnSpPr>
          <p:spPr>
            <a:xfrm flipH="1" flipV="1">
              <a:off x="600896" y="3289368"/>
              <a:ext cx="930482" cy="233427"/>
            </a:xfrm>
            <a:prstGeom prst="line">
              <a:avLst/>
            </a:prstGeom>
            <a:ln/>
          </p:spPr>
          <p:style>
            <a:lnRef idx="3">
              <a:schemeClr val="dk1"/>
            </a:lnRef>
            <a:fillRef idx="0">
              <a:schemeClr val="dk1"/>
            </a:fillRef>
            <a:effectRef idx="2">
              <a:schemeClr val="dk1"/>
            </a:effectRef>
            <a:fontRef idx="minor">
              <a:schemeClr val="tx1"/>
            </a:fontRef>
          </p:style>
        </p:cxnSp>
        <p:cxnSp>
          <p:nvCxnSpPr>
            <p:cNvPr id="58" name="Straight Connector 57">
              <a:extLst>
                <a:ext uri="{FF2B5EF4-FFF2-40B4-BE49-F238E27FC236}">
                  <a16:creationId xmlns:a16="http://schemas.microsoft.com/office/drawing/2014/main" id="{BE93366B-04A6-4FD4-82A2-30658D2A57A2}"/>
                </a:ext>
              </a:extLst>
            </p:cNvPr>
            <p:cNvCxnSpPr/>
            <p:nvPr/>
          </p:nvCxnSpPr>
          <p:spPr>
            <a:xfrm flipH="1" flipV="1">
              <a:off x="1207456" y="2349312"/>
              <a:ext cx="633553" cy="589124"/>
            </a:xfrm>
            <a:prstGeom prst="line">
              <a:avLst/>
            </a:prstGeom>
            <a:ln/>
          </p:spPr>
          <p:style>
            <a:lnRef idx="3">
              <a:schemeClr val="dk1"/>
            </a:lnRef>
            <a:fillRef idx="0">
              <a:schemeClr val="dk1"/>
            </a:fillRef>
            <a:effectRef idx="2">
              <a:schemeClr val="dk1"/>
            </a:effectRef>
            <a:fontRef idx="minor">
              <a:schemeClr val="tx1"/>
            </a:fontRef>
          </p:style>
        </p:cxnSp>
        <p:sp>
          <p:nvSpPr>
            <p:cNvPr id="22551" name="TextBox 62">
              <a:extLst>
                <a:ext uri="{FF2B5EF4-FFF2-40B4-BE49-F238E27FC236}">
                  <a16:creationId xmlns:a16="http://schemas.microsoft.com/office/drawing/2014/main" id="{7EE1FC65-5D5D-4B28-8595-FD59A5AF639E}"/>
                </a:ext>
              </a:extLst>
            </p:cNvPr>
            <p:cNvSpPr txBox="1">
              <a:spLocks noChangeArrowheads="1"/>
            </p:cNvSpPr>
            <p:nvPr/>
          </p:nvSpPr>
          <p:spPr bwMode="auto">
            <a:xfrm rot="-3424781">
              <a:off x="797267" y="2772207"/>
              <a:ext cx="8258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t>Green</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 calcmode="lin" valueType="num">
                                      <p:cBhvr additive="base">
                                        <p:cTn id="1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 calcmode="lin" valueType="num">
                                      <p:cBhvr additive="base">
                                        <p:cTn id="1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 calcmode="lin" valueType="num">
                                      <p:cBhvr additive="base">
                                        <p:cTn id="21"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B210D00E-FB7E-4862-9859-CC1C6FA63BEB}"/>
              </a:ext>
            </a:extLst>
          </p:cNvPr>
          <p:cNvSpPr>
            <a:spLocks noGrp="1" noChangeArrowheads="1"/>
          </p:cNvSpPr>
          <p:nvPr>
            <p:ph type="title"/>
          </p:nvPr>
        </p:nvSpPr>
        <p:spPr>
          <a:xfrm>
            <a:off x="2175193" y="346964"/>
            <a:ext cx="6377940" cy="1293028"/>
          </a:xfrm>
        </p:spPr>
        <p:txBody>
          <a:bodyPr/>
          <a:lstStyle/>
          <a:p>
            <a:pPr eaLnBrk="1" hangingPunct="1"/>
            <a:r>
              <a:rPr lang="en-US" altLang="en-US" dirty="0"/>
              <a:t>Tertiary Colours</a:t>
            </a:r>
          </a:p>
        </p:txBody>
      </p:sp>
      <p:pic>
        <p:nvPicPr>
          <p:cNvPr id="24579" name="Picture 5">
            <a:extLst>
              <a:ext uri="{FF2B5EF4-FFF2-40B4-BE49-F238E27FC236}">
                <a16:creationId xmlns:a16="http://schemas.microsoft.com/office/drawing/2014/main" id="{FD282B1E-6B0B-46D3-8925-D6DA65DE547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1963" y="1671638"/>
            <a:ext cx="4668837" cy="438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a:extLst>
              <a:ext uri="{FF2B5EF4-FFF2-40B4-BE49-F238E27FC236}">
                <a16:creationId xmlns:a16="http://schemas.microsoft.com/office/drawing/2014/main" id="{416CDEEE-9650-44E2-8936-EE3DBF26A0B6}"/>
              </a:ext>
            </a:extLst>
          </p:cNvPr>
          <p:cNvSpPr>
            <a:spLocks noGrp="1" noChangeArrowheads="1"/>
          </p:cNvSpPr>
          <p:nvPr>
            <p:ph idx="1"/>
          </p:nvPr>
        </p:nvSpPr>
        <p:spPr>
          <a:xfrm>
            <a:off x="5364163" y="1697038"/>
            <a:ext cx="3671887" cy="4525963"/>
          </a:xfrm>
        </p:spPr>
        <p:txBody>
          <a:bodyPr/>
          <a:lstStyle/>
          <a:p>
            <a:pPr eaLnBrk="1" hangingPunct="1"/>
            <a:r>
              <a:rPr lang="en-US" altLang="en-US" sz="2400" dirty="0"/>
              <a:t>Created by mixing one secondary colour and one primary colour</a:t>
            </a:r>
          </a:p>
          <a:p>
            <a:pPr eaLnBrk="1" hangingPunct="1"/>
            <a:r>
              <a:rPr lang="en-US" altLang="en-US" sz="2400" dirty="0"/>
              <a:t>When naming tertiary colours, primary colour is listed first and secondary colour is listed second</a:t>
            </a:r>
          </a:p>
        </p:txBody>
      </p:sp>
      <p:grpSp>
        <p:nvGrpSpPr>
          <p:cNvPr id="21" name="Group 20">
            <a:extLst>
              <a:ext uri="{FF2B5EF4-FFF2-40B4-BE49-F238E27FC236}">
                <a16:creationId xmlns:a16="http://schemas.microsoft.com/office/drawing/2014/main" id="{7BCF29FD-4447-4A58-BD0C-1F74D77DD3E7}"/>
              </a:ext>
            </a:extLst>
          </p:cNvPr>
          <p:cNvGrpSpPr>
            <a:grpSpLocks/>
          </p:cNvGrpSpPr>
          <p:nvPr/>
        </p:nvGrpSpPr>
        <p:grpSpPr bwMode="auto">
          <a:xfrm>
            <a:off x="671513" y="2024063"/>
            <a:ext cx="4252912" cy="3659187"/>
            <a:chOff x="671631" y="2023580"/>
            <a:chExt cx="4252441" cy="3659883"/>
          </a:xfrm>
        </p:grpSpPr>
        <p:sp>
          <p:nvSpPr>
            <p:cNvPr id="24582" name="TextBox 37">
              <a:extLst>
                <a:ext uri="{FF2B5EF4-FFF2-40B4-BE49-F238E27FC236}">
                  <a16:creationId xmlns:a16="http://schemas.microsoft.com/office/drawing/2014/main" id="{BC9F366C-BD0B-40C3-9B5A-BC917FF298D9}"/>
                </a:ext>
              </a:extLst>
            </p:cNvPr>
            <p:cNvSpPr txBox="1">
              <a:spLocks noChangeArrowheads="1"/>
            </p:cNvSpPr>
            <p:nvPr/>
          </p:nvSpPr>
          <p:spPr bwMode="auto">
            <a:xfrm rot="8951698">
              <a:off x="3315906" y="5017551"/>
              <a:ext cx="75758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t>Red </a:t>
              </a:r>
            </a:p>
            <a:p>
              <a:pPr eaLnBrk="1" hangingPunct="1">
                <a:spcBef>
                  <a:spcPct val="0"/>
                </a:spcBef>
                <a:buFontTx/>
                <a:buNone/>
              </a:pPr>
              <a:r>
                <a:rPr lang="en-US" altLang="en-US" sz="1800" dirty="0"/>
                <a:t>Violet</a:t>
              </a:r>
            </a:p>
          </p:txBody>
        </p:sp>
        <p:sp>
          <p:nvSpPr>
            <p:cNvPr id="24583" name="TextBox 62">
              <a:extLst>
                <a:ext uri="{FF2B5EF4-FFF2-40B4-BE49-F238E27FC236}">
                  <a16:creationId xmlns:a16="http://schemas.microsoft.com/office/drawing/2014/main" id="{C12E109C-042A-4A3A-81CB-6F40A1BC6307}"/>
                </a:ext>
              </a:extLst>
            </p:cNvPr>
            <p:cNvSpPr txBox="1">
              <a:spLocks noChangeArrowheads="1"/>
            </p:cNvSpPr>
            <p:nvPr/>
          </p:nvSpPr>
          <p:spPr bwMode="auto">
            <a:xfrm rot="5400000">
              <a:off x="4123853" y="3540015"/>
              <a:ext cx="95410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dirty="0"/>
                <a:t>Red</a:t>
              </a:r>
            </a:p>
            <a:p>
              <a:pPr algn="ctr" eaLnBrk="1" hangingPunct="1">
                <a:spcBef>
                  <a:spcPct val="0"/>
                </a:spcBef>
                <a:buFontTx/>
                <a:buNone/>
              </a:pPr>
              <a:r>
                <a:rPr lang="en-US" altLang="en-US" sz="1800" dirty="0"/>
                <a:t>Orange</a:t>
              </a:r>
            </a:p>
          </p:txBody>
        </p:sp>
        <p:sp>
          <p:nvSpPr>
            <p:cNvPr id="24584" name="TextBox 39">
              <a:extLst>
                <a:ext uri="{FF2B5EF4-FFF2-40B4-BE49-F238E27FC236}">
                  <a16:creationId xmlns:a16="http://schemas.microsoft.com/office/drawing/2014/main" id="{C210DC12-3DAD-49FB-A3E0-9AF4A15A3396}"/>
                </a:ext>
              </a:extLst>
            </p:cNvPr>
            <p:cNvSpPr txBox="1">
              <a:spLocks noChangeArrowheads="1"/>
            </p:cNvSpPr>
            <p:nvPr/>
          </p:nvSpPr>
          <p:spPr bwMode="auto">
            <a:xfrm rot="1819540">
              <a:off x="3250987" y="2062363"/>
              <a:ext cx="95410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dirty="0"/>
                <a:t>Yellow</a:t>
              </a:r>
            </a:p>
            <a:p>
              <a:pPr algn="ctr" eaLnBrk="1" hangingPunct="1">
                <a:spcBef>
                  <a:spcPct val="0"/>
                </a:spcBef>
                <a:buFontTx/>
                <a:buNone/>
              </a:pPr>
              <a:r>
                <a:rPr lang="en-US" altLang="en-US" sz="1800" dirty="0"/>
                <a:t>Orange</a:t>
              </a:r>
            </a:p>
          </p:txBody>
        </p:sp>
        <p:sp>
          <p:nvSpPr>
            <p:cNvPr id="24585" name="TextBox 40">
              <a:extLst>
                <a:ext uri="{FF2B5EF4-FFF2-40B4-BE49-F238E27FC236}">
                  <a16:creationId xmlns:a16="http://schemas.microsoft.com/office/drawing/2014/main" id="{3612B4C5-5DC3-4D1C-95FA-9D59DC92CB89}"/>
                </a:ext>
              </a:extLst>
            </p:cNvPr>
            <p:cNvSpPr txBox="1">
              <a:spLocks noChangeArrowheads="1"/>
            </p:cNvSpPr>
            <p:nvPr/>
          </p:nvSpPr>
          <p:spPr bwMode="auto">
            <a:xfrm rot="-1899709">
              <a:off x="1463290" y="2023580"/>
              <a:ext cx="84318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dirty="0"/>
                <a:t>Yellow</a:t>
              </a:r>
            </a:p>
            <a:p>
              <a:pPr algn="ctr" eaLnBrk="1" hangingPunct="1">
                <a:spcBef>
                  <a:spcPct val="0"/>
                </a:spcBef>
                <a:buFontTx/>
                <a:buNone/>
              </a:pPr>
              <a:r>
                <a:rPr lang="en-US" altLang="en-US" sz="1800" dirty="0"/>
                <a:t>Green</a:t>
              </a:r>
            </a:p>
          </p:txBody>
        </p:sp>
        <p:sp>
          <p:nvSpPr>
            <p:cNvPr id="24586" name="TextBox 41">
              <a:extLst>
                <a:ext uri="{FF2B5EF4-FFF2-40B4-BE49-F238E27FC236}">
                  <a16:creationId xmlns:a16="http://schemas.microsoft.com/office/drawing/2014/main" id="{5E1D32D2-5A57-4C9E-9B90-44F9BCC493C1}"/>
                </a:ext>
              </a:extLst>
            </p:cNvPr>
            <p:cNvSpPr txBox="1">
              <a:spLocks noChangeArrowheads="1"/>
            </p:cNvSpPr>
            <p:nvPr/>
          </p:nvSpPr>
          <p:spPr bwMode="auto">
            <a:xfrm rot="-5400000">
              <a:off x="573207" y="3540013"/>
              <a:ext cx="84318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dirty="0"/>
                <a:t>Blue</a:t>
              </a:r>
            </a:p>
            <a:p>
              <a:pPr algn="ctr" eaLnBrk="1" hangingPunct="1">
                <a:spcBef>
                  <a:spcPct val="0"/>
                </a:spcBef>
                <a:buFontTx/>
                <a:buNone/>
              </a:pPr>
              <a:r>
                <a:rPr lang="en-US" altLang="en-US" sz="1800" dirty="0"/>
                <a:t>Green</a:t>
              </a:r>
            </a:p>
          </p:txBody>
        </p:sp>
        <p:sp>
          <p:nvSpPr>
            <p:cNvPr id="24587" name="TextBox 43">
              <a:extLst>
                <a:ext uri="{FF2B5EF4-FFF2-40B4-BE49-F238E27FC236}">
                  <a16:creationId xmlns:a16="http://schemas.microsoft.com/office/drawing/2014/main" id="{C16AA27C-FEAE-44B7-994A-906B52BF4374}"/>
                </a:ext>
              </a:extLst>
            </p:cNvPr>
            <p:cNvSpPr txBox="1">
              <a:spLocks noChangeArrowheads="1"/>
            </p:cNvSpPr>
            <p:nvPr/>
          </p:nvSpPr>
          <p:spPr bwMode="auto">
            <a:xfrm rot="-8991970">
              <a:off x="1504467" y="5037132"/>
              <a:ext cx="75758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dirty="0"/>
                <a:t>Blue</a:t>
              </a:r>
            </a:p>
            <a:p>
              <a:pPr algn="ctr" eaLnBrk="1" hangingPunct="1">
                <a:spcBef>
                  <a:spcPct val="0"/>
                </a:spcBef>
                <a:buFontTx/>
                <a:buNone/>
              </a:pPr>
              <a:r>
                <a:rPr lang="en-US" altLang="en-US" sz="1800" dirty="0"/>
                <a:t>Violet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 calcmode="lin" valueType="num">
                                      <p:cBhvr additive="base">
                                        <p:cTn id="1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 calcmode="lin" valueType="num">
                                      <p:cBhvr additive="base">
                                        <p:cTn id="1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FAC36-E74D-5EE8-0061-0C3BA6F5C130}"/>
              </a:ext>
            </a:extLst>
          </p:cNvPr>
          <p:cNvSpPr>
            <a:spLocks noGrp="1"/>
          </p:cNvSpPr>
          <p:nvPr>
            <p:ph type="title"/>
          </p:nvPr>
        </p:nvSpPr>
        <p:spPr>
          <a:xfrm>
            <a:off x="514349" y="764373"/>
            <a:ext cx="2983229" cy="1600200"/>
          </a:xfrm>
        </p:spPr>
        <p:txBody>
          <a:bodyPr anchor="b">
            <a:normAutofit/>
          </a:bodyPr>
          <a:lstStyle/>
          <a:p>
            <a:pPr algn="l"/>
            <a:r>
              <a:rPr lang="en-CA" sz="2800"/>
              <a:t>Activity: Colour Wheel</a:t>
            </a:r>
          </a:p>
        </p:txBody>
      </p:sp>
      <p:sp>
        <p:nvSpPr>
          <p:cNvPr id="9" name="Content Placeholder 8">
            <a:extLst>
              <a:ext uri="{FF2B5EF4-FFF2-40B4-BE49-F238E27FC236}">
                <a16:creationId xmlns:a16="http://schemas.microsoft.com/office/drawing/2014/main" id="{A629B5A6-C38A-D938-B5ED-2D07ED4CC28A}"/>
              </a:ext>
            </a:extLst>
          </p:cNvPr>
          <p:cNvSpPr>
            <a:spLocks noGrp="1"/>
          </p:cNvSpPr>
          <p:nvPr>
            <p:ph idx="1"/>
          </p:nvPr>
        </p:nvSpPr>
        <p:spPr>
          <a:xfrm>
            <a:off x="514350" y="2364573"/>
            <a:ext cx="2983229" cy="3854112"/>
          </a:xfrm>
        </p:spPr>
        <p:txBody>
          <a:bodyPr>
            <a:normAutofit/>
          </a:bodyPr>
          <a:lstStyle/>
          <a:p>
            <a:endParaRPr lang="en-US" sz="1400"/>
          </a:p>
        </p:txBody>
      </p:sp>
      <p:sp useBgFill="1">
        <p:nvSpPr>
          <p:cNvPr id="12" name="Rectangle 11">
            <a:extLst>
              <a:ext uri="{FF2B5EF4-FFF2-40B4-BE49-F238E27FC236}">
                <a16:creationId xmlns:a16="http://schemas.microsoft.com/office/drawing/2014/main" id="{8D25211A-4CA0-4B53-82BB-1EE7C7F3C7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3534" y="0"/>
            <a:ext cx="543046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BEA5FFB0-FD9D-B8AB-111C-51144F097D6D}"/>
              </a:ext>
            </a:extLst>
          </p:cNvPr>
          <p:cNvPicPr>
            <a:picLocks noChangeAspect="1"/>
          </p:cNvPicPr>
          <p:nvPr/>
        </p:nvPicPr>
        <p:blipFill>
          <a:blip r:embed="rId3"/>
          <a:srcRect r="2" b="436"/>
          <a:stretch>
            <a:fillRect/>
          </a:stretch>
        </p:blipFill>
        <p:spPr>
          <a:xfrm>
            <a:off x="3978110" y="10"/>
            <a:ext cx="5165890" cy="6857990"/>
          </a:xfrm>
          <a:prstGeom prst="rect">
            <a:avLst/>
          </a:prstGeom>
        </p:spPr>
      </p:pic>
    </p:spTree>
    <p:extLst>
      <p:ext uri="{BB962C8B-B14F-4D97-AF65-F5344CB8AC3E}">
        <p14:creationId xmlns:p14="http://schemas.microsoft.com/office/powerpoint/2010/main" val="958836988"/>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Vapor Trail</Template>
  <TotalTime>1666</TotalTime>
  <Words>2755</Words>
  <Application>Microsoft Office PowerPoint</Application>
  <PresentationFormat>On-screen Show (4:3)</PresentationFormat>
  <Paragraphs>346</Paragraphs>
  <Slides>24</Slides>
  <Notes>23</Notes>
  <HiddenSlides>0</HiddenSlides>
  <MMClips>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Arial</vt:lpstr>
      <vt:lpstr>Century Gothic</vt:lpstr>
      <vt:lpstr>Vapor Trail</vt:lpstr>
      <vt:lpstr>The Science of Colour</vt:lpstr>
      <vt:lpstr>Colour Theory</vt:lpstr>
      <vt:lpstr>Seeing in colour</vt:lpstr>
      <vt:lpstr>How the Eye Sees Colour</vt:lpstr>
      <vt:lpstr>The Brain Interprets Colour</vt:lpstr>
      <vt:lpstr>TED-Ed: How We See Colour </vt:lpstr>
      <vt:lpstr>The Dress Phenomenon</vt:lpstr>
      <vt:lpstr>What #TheDress Tells Us About Color Perception</vt:lpstr>
      <vt:lpstr>Additive Mixing (RGB)</vt:lpstr>
      <vt:lpstr>Subtractive Mixing (CMYK)</vt:lpstr>
      <vt:lpstr>Subtractive Mixing (RYB)</vt:lpstr>
      <vt:lpstr>RGB vs CMYK: Why Colours Change</vt:lpstr>
      <vt:lpstr>RGB vs CMYK: Why Colours Change</vt:lpstr>
      <vt:lpstr>RGB vs CMYK Explained</vt:lpstr>
      <vt:lpstr>What is Colour Theory?</vt:lpstr>
      <vt:lpstr>Key Terms</vt:lpstr>
      <vt:lpstr>Properties of colour</vt:lpstr>
      <vt:lpstr>Tints, Shades &amp; Tones</vt:lpstr>
      <vt:lpstr>Key Terms</vt:lpstr>
      <vt:lpstr>12-Step colour Wheel</vt:lpstr>
      <vt:lpstr>Primary Colours</vt:lpstr>
      <vt:lpstr>Secondary Colours</vt:lpstr>
      <vt:lpstr>Tertiary Colours</vt:lpstr>
      <vt:lpstr>Activity: Colour Wheel</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Croney, Aynslie (NBCC)</cp:lastModifiedBy>
  <cp:revision>3</cp:revision>
  <cp:lastPrinted>2025-09-23T13:23:59Z</cp:lastPrinted>
  <dcterms:created xsi:type="dcterms:W3CDTF">2013-01-27T09:14:16Z</dcterms:created>
  <dcterms:modified xsi:type="dcterms:W3CDTF">2026-10-21T13:24:12Z</dcterms:modified>
  <cp:category/>
</cp:coreProperties>
</file>