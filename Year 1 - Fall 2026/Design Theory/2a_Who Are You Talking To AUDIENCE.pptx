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10"/>
  </p:notesMasterIdLst>
  <p:sldIdLst>
    <p:sldId id="256" r:id="rId2"/>
    <p:sldId id="257" r:id="rId3"/>
    <p:sldId id="270" r:id="rId4"/>
    <p:sldId id="272" r:id="rId5"/>
    <p:sldId id="258" r:id="rId6"/>
    <p:sldId id="260" r:id="rId7"/>
    <p:sldId id="259" r:id="rId8"/>
    <p:sldId id="269" r:id="rId9"/>
  </p:sldIdLst>
  <p:sldSz cx="9144000" cy="6858000" type="screen4x3"/>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4CA5A4-9660-440C-9B87-4D6A5F080968}" v="13" dt="2026-09-16T13:27:50.5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9281" autoAdjust="0"/>
  </p:normalViewPr>
  <p:slideViewPr>
    <p:cSldViewPr snapToGrid="0" snapToObjects="1">
      <p:cViewPr varScale="1">
        <p:scale>
          <a:sx n="55" d="100"/>
          <a:sy n="55" d="100"/>
        </p:scale>
        <p:origin x="42" y="462"/>
      </p:cViewPr>
      <p:guideLst/>
    </p:cSldViewPr>
  </p:slideViewPr>
  <p:notesTextViewPr>
    <p:cViewPr>
      <p:scale>
        <a:sx n="1" d="1"/>
        <a:sy n="1" d="1"/>
      </p:scale>
      <p:origin x="0" y="0"/>
    </p:cViewPr>
  </p:notesTextViewPr>
  <p:notesViewPr>
    <p:cSldViewPr snapToGrid="0" snapToObjects="1">
      <p:cViewPr varScale="1">
        <p:scale>
          <a:sx n="61" d="100"/>
          <a:sy n="61" d="100"/>
        </p:scale>
        <p:origin x="690"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oney, Aynslie (NBCC)" userId="5b4b8641-5be5-4a22-b80a-b2335657ba3c" providerId="ADAL" clId="{37570E6E-2003-4D91-B5AC-B452EC7E0FA7}"/>
    <pc:docChg chg="undo custSel addSld delSld modSld sldOrd modNotesMaster">
      <pc:chgData name="Croney, Aynslie (NBCC)" userId="5b4b8641-5be5-4a22-b80a-b2335657ba3c" providerId="ADAL" clId="{37570E6E-2003-4D91-B5AC-B452EC7E0FA7}" dt="2026-09-16T13:28:44.628" v="106" actId="1076"/>
      <pc:docMkLst>
        <pc:docMk/>
      </pc:docMkLst>
      <pc:sldChg chg="modSp modNotes">
        <pc:chgData name="Croney, Aynslie (NBCC)" userId="5b4b8641-5be5-4a22-b80a-b2335657ba3c" providerId="ADAL" clId="{37570E6E-2003-4D91-B5AC-B452EC7E0FA7}" dt="2026-09-16T13:27:50.578" v="100"/>
        <pc:sldMkLst>
          <pc:docMk/>
          <pc:sldMk cId="0" sldId="256"/>
        </pc:sldMkLst>
        <pc:spChg chg="mod">
          <ac:chgData name="Croney, Aynslie (NBCC)" userId="5b4b8641-5be5-4a22-b80a-b2335657ba3c" providerId="ADAL" clId="{37570E6E-2003-4D91-B5AC-B452EC7E0FA7}" dt="2026-09-16T13:27:50.578" v="100"/>
          <ac:spMkLst>
            <pc:docMk/>
            <pc:sldMk cId="0" sldId="256"/>
            <ac:spMk id="3" creationId="{00000000-0000-0000-0000-000000000000}"/>
          </ac:spMkLst>
        </pc:spChg>
        <pc:spChg chg="mod">
          <ac:chgData name="Croney, Aynslie (NBCC)" userId="5b4b8641-5be5-4a22-b80a-b2335657ba3c" providerId="ADAL" clId="{37570E6E-2003-4D91-B5AC-B452EC7E0FA7}" dt="2026-09-16T13:27:50.578" v="100"/>
          <ac:spMkLst>
            <pc:docMk/>
            <pc:sldMk cId="0" sldId="256"/>
            <ac:spMk id="4" creationId="{00000000-0000-0000-0000-000000000000}"/>
          </ac:spMkLst>
        </pc:spChg>
        <pc:spChg chg="mod">
          <ac:chgData name="Croney, Aynslie (NBCC)" userId="5b4b8641-5be5-4a22-b80a-b2335657ba3c" providerId="ADAL" clId="{37570E6E-2003-4D91-B5AC-B452EC7E0FA7}" dt="2026-09-16T13:27:50.578" v="100"/>
          <ac:spMkLst>
            <pc:docMk/>
            <pc:sldMk cId="0" sldId="256"/>
            <ac:spMk id="5" creationId="{00000000-0000-0000-0000-000000000000}"/>
          </ac:spMkLst>
        </pc:spChg>
        <pc:spChg chg="mod">
          <ac:chgData name="Croney, Aynslie (NBCC)" userId="5b4b8641-5be5-4a22-b80a-b2335657ba3c" providerId="ADAL" clId="{37570E6E-2003-4D91-B5AC-B452EC7E0FA7}" dt="2026-09-16T13:27:50.578" v="100"/>
          <ac:spMkLst>
            <pc:docMk/>
            <pc:sldMk cId="0" sldId="256"/>
            <ac:spMk id="6" creationId="{00000000-0000-0000-0000-000000000000}"/>
          </ac:spMkLst>
        </pc:spChg>
        <pc:spChg chg="mod">
          <ac:chgData name="Croney, Aynslie (NBCC)" userId="5b4b8641-5be5-4a22-b80a-b2335657ba3c" providerId="ADAL" clId="{37570E6E-2003-4D91-B5AC-B452EC7E0FA7}" dt="2026-09-16T13:27:50.578" v="100"/>
          <ac:spMkLst>
            <pc:docMk/>
            <pc:sldMk cId="0" sldId="256"/>
            <ac:spMk id="7" creationId="{00000000-0000-0000-0000-000000000000}"/>
          </ac:spMkLst>
        </pc:spChg>
        <pc:spChg chg="mod">
          <ac:chgData name="Croney, Aynslie (NBCC)" userId="5b4b8641-5be5-4a22-b80a-b2335657ba3c" providerId="ADAL" clId="{37570E6E-2003-4D91-B5AC-B452EC7E0FA7}" dt="2026-09-16T13:27:50.578" v="100"/>
          <ac:spMkLst>
            <pc:docMk/>
            <pc:sldMk cId="0" sldId="256"/>
            <ac:spMk id="9" creationId="{00000000-0000-0000-0000-000000000000}"/>
          </ac:spMkLst>
        </pc:spChg>
        <pc:picChg chg="mod">
          <ac:chgData name="Croney, Aynslie (NBCC)" userId="5b4b8641-5be5-4a22-b80a-b2335657ba3c" providerId="ADAL" clId="{37570E6E-2003-4D91-B5AC-B452EC7E0FA7}" dt="2026-09-16T13:27:50.578" v="100"/>
          <ac:picMkLst>
            <pc:docMk/>
            <pc:sldMk cId="0" sldId="256"/>
            <ac:picMk id="2" creationId="{00000000-0000-0000-0000-000000000000}"/>
          </ac:picMkLst>
        </pc:picChg>
      </pc:sldChg>
      <pc:sldChg chg="modSp modNotes">
        <pc:chgData name="Croney, Aynslie (NBCC)" userId="5b4b8641-5be5-4a22-b80a-b2335657ba3c" providerId="ADAL" clId="{37570E6E-2003-4D91-B5AC-B452EC7E0FA7}" dt="2026-09-16T13:27:50.578" v="100"/>
        <pc:sldMkLst>
          <pc:docMk/>
          <pc:sldMk cId="0" sldId="257"/>
        </pc:sldMkLst>
        <pc:spChg chg="mod">
          <ac:chgData name="Croney, Aynslie (NBCC)" userId="5b4b8641-5be5-4a22-b80a-b2335657ba3c" providerId="ADAL" clId="{37570E6E-2003-4D91-B5AC-B452EC7E0FA7}" dt="2026-09-16T13:27:50.578" v="100"/>
          <ac:spMkLst>
            <pc:docMk/>
            <pc:sldMk cId="0" sldId="257"/>
            <ac:spMk id="2" creationId="{00000000-0000-0000-0000-000000000000}"/>
          </ac:spMkLst>
        </pc:spChg>
        <pc:spChg chg="mod">
          <ac:chgData name="Croney, Aynslie (NBCC)" userId="5b4b8641-5be5-4a22-b80a-b2335657ba3c" providerId="ADAL" clId="{37570E6E-2003-4D91-B5AC-B452EC7E0FA7}" dt="2026-09-16T13:27:50.578" v="100"/>
          <ac:spMkLst>
            <pc:docMk/>
            <pc:sldMk cId="0" sldId="257"/>
            <ac:spMk id="3" creationId="{00000000-0000-0000-0000-000000000000}"/>
          </ac:spMkLst>
        </pc:spChg>
        <pc:spChg chg="mod">
          <ac:chgData name="Croney, Aynslie (NBCC)" userId="5b4b8641-5be5-4a22-b80a-b2335657ba3c" providerId="ADAL" clId="{37570E6E-2003-4D91-B5AC-B452EC7E0FA7}" dt="2026-09-16T13:27:50.578" v="100"/>
          <ac:spMkLst>
            <pc:docMk/>
            <pc:sldMk cId="0" sldId="257"/>
            <ac:spMk id="5" creationId="{00000000-0000-0000-0000-000000000000}"/>
          </ac:spMkLst>
        </pc:spChg>
        <pc:spChg chg="mod">
          <ac:chgData name="Croney, Aynslie (NBCC)" userId="5b4b8641-5be5-4a22-b80a-b2335657ba3c" providerId="ADAL" clId="{37570E6E-2003-4D91-B5AC-B452EC7E0FA7}" dt="2026-09-16T13:27:50.578" v="100"/>
          <ac:spMkLst>
            <pc:docMk/>
            <pc:sldMk cId="0" sldId="257"/>
            <ac:spMk id="6" creationId="{00000000-0000-0000-0000-000000000000}"/>
          </ac:spMkLst>
        </pc:spChg>
        <pc:spChg chg="mod">
          <ac:chgData name="Croney, Aynslie (NBCC)" userId="5b4b8641-5be5-4a22-b80a-b2335657ba3c" providerId="ADAL" clId="{37570E6E-2003-4D91-B5AC-B452EC7E0FA7}" dt="2026-09-16T13:27:50.578" v="100"/>
          <ac:spMkLst>
            <pc:docMk/>
            <pc:sldMk cId="0" sldId="257"/>
            <ac:spMk id="9" creationId="{00000000-0000-0000-0000-000000000000}"/>
          </ac:spMkLst>
        </pc:spChg>
        <pc:spChg chg="mod">
          <ac:chgData name="Croney, Aynslie (NBCC)" userId="5b4b8641-5be5-4a22-b80a-b2335657ba3c" providerId="ADAL" clId="{37570E6E-2003-4D91-B5AC-B452EC7E0FA7}" dt="2026-09-16T13:27:50.578" v="100"/>
          <ac:spMkLst>
            <pc:docMk/>
            <pc:sldMk cId="0" sldId="257"/>
            <ac:spMk id="11" creationId="{00000000-0000-0000-0000-000000000000}"/>
          </ac:spMkLst>
        </pc:spChg>
        <pc:spChg chg="mod">
          <ac:chgData name="Croney, Aynslie (NBCC)" userId="5b4b8641-5be5-4a22-b80a-b2335657ba3c" providerId="ADAL" clId="{37570E6E-2003-4D91-B5AC-B452EC7E0FA7}" dt="2026-09-16T13:27:50.578" v="100"/>
          <ac:spMkLst>
            <pc:docMk/>
            <pc:sldMk cId="0" sldId="257"/>
            <ac:spMk id="13" creationId="{00000000-0000-0000-0000-000000000000}"/>
          </ac:spMkLst>
        </pc:spChg>
        <pc:spChg chg="mod">
          <ac:chgData name="Croney, Aynslie (NBCC)" userId="5b4b8641-5be5-4a22-b80a-b2335657ba3c" providerId="ADAL" clId="{37570E6E-2003-4D91-B5AC-B452EC7E0FA7}" dt="2026-09-16T13:27:50.578" v="100"/>
          <ac:spMkLst>
            <pc:docMk/>
            <pc:sldMk cId="0" sldId="257"/>
            <ac:spMk id="14" creationId="{00000000-0000-0000-0000-000000000000}"/>
          </ac:spMkLst>
        </pc:spChg>
        <pc:spChg chg="mod">
          <ac:chgData name="Croney, Aynslie (NBCC)" userId="5b4b8641-5be5-4a22-b80a-b2335657ba3c" providerId="ADAL" clId="{37570E6E-2003-4D91-B5AC-B452EC7E0FA7}" dt="2026-09-16T13:27:50.578" v="100"/>
          <ac:spMkLst>
            <pc:docMk/>
            <pc:sldMk cId="0" sldId="257"/>
            <ac:spMk id="16" creationId="{00000000-0000-0000-0000-000000000000}"/>
          </ac:spMkLst>
        </pc:spChg>
        <pc:spChg chg="mod">
          <ac:chgData name="Croney, Aynslie (NBCC)" userId="5b4b8641-5be5-4a22-b80a-b2335657ba3c" providerId="ADAL" clId="{37570E6E-2003-4D91-B5AC-B452EC7E0FA7}" dt="2026-09-16T13:27:50.578" v="100"/>
          <ac:spMkLst>
            <pc:docMk/>
            <pc:sldMk cId="0" sldId="257"/>
            <ac:spMk id="18" creationId="{00000000-0000-0000-0000-000000000000}"/>
          </ac:spMkLst>
        </pc:spChg>
      </pc:sldChg>
      <pc:sldChg chg="addSp delSp modSp mod modNotes modNotesTx">
        <pc:chgData name="Croney, Aynslie (NBCC)" userId="5b4b8641-5be5-4a22-b80a-b2335657ba3c" providerId="ADAL" clId="{37570E6E-2003-4D91-B5AC-B452EC7E0FA7}" dt="2026-09-16T13:27:50.578" v="100"/>
        <pc:sldMkLst>
          <pc:docMk/>
          <pc:sldMk cId="0" sldId="258"/>
        </pc:sldMkLst>
        <pc:spChg chg="mod">
          <ac:chgData name="Croney, Aynslie (NBCC)" userId="5b4b8641-5be5-4a22-b80a-b2335657ba3c" providerId="ADAL" clId="{37570E6E-2003-4D91-B5AC-B452EC7E0FA7}" dt="2026-09-16T13:27:50.578" v="100"/>
          <ac:spMkLst>
            <pc:docMk/>
            <pc:sldMk cId="0" sldId="258"/>
            <ac:spMk id="2" creationId="{00000000-0000-0000-0000-000000000000}"/>
          </ac:spMkLst>
        </pc:spChg>
        <pc:spChg chg="mod">
          <ac:chgData name="Croney, Aynslie (NBCC)" userId="5b4b8641-5be5-4a22-b80a-b2335657ba3c" providerId="ADAL" clId="{37570E6E-2003-4D91-B5AC-B452EC7E0FA7}" dt="2026-09-16T13:27:50.578" v="100"/>
          <ac:spMkLst>
            <pc:docMk/>
            <pc:sldMk cId="0" sldId="258"/>
            <ac:spMk id="3" creationId="{00000000-0000-0000-0000-000000000000}"/>
          </ac:spMkLst>
        </pc:spChg>
        <pc:spChg chg="mod">
          <ac:chgData name="Croney, Aynslie (NBCC)" userId="5b4b8641-5be5-4a22-b80a-b2335657ba3c" providerId="ADAL" clId="{37570E6E-2003-4D91-B5AC-B452EC7E0FA7}" dt="2026-09-16T13:27:50.578" v="100"/>
          <ac:spMkLst>
            <pc:docMk/>
            <pc:sldMk cId="0" sldId="258"/>
            <ac:spMk id="4" creationId="{00000000-0000-0000-0000-000000000000}"/>
          </ac:spMkLst>
        </pc:spChg>
        <pc:spChg chg="del">
          <ac:chgData name="Croney, Aynslie (NBCC)" userId="5b4b8641-5be5-4a22-b80a-b2335657ba3c" providerId="ADAL" clId="{37570E6E-2003-4D91-B5AC-B452EC7E0FA7}" dt="2026-09-16T13:23:15.402" v="59" actId="478"/>
          <ac:spMkLst>
            <pc:docMk/>
            <pc:sldMk cId="0" sldId="258"/>
            <ac:spMk id="5" creationId="{00000000-0000-0000-0000-000000000000}"/>
          </ac:spMkLst>
        </pc:spChg>
        <pc:spChg chg="mod">
          <ac:chgData name="Croney, Aynslie (NBCC)" userId="5b4b8641-5be5-4a22-b80a-b2335657ba3c" providerId="ADAL" clId="{37570E6E-2003-4D91-B5AC-B452EC7E0FA7}" dt="2026-09-16T13:27:50.578" v="100"/>
          <ac:spMkLst>
            <pc:docMk/>
            <pc:sldMk cId="0" sldId="258"/>
            <ac:spMk id="7" creationId="{00000000-0000-0000-0000-000000000000}"/>
          </ac:spMkLst>
        </pc:spChg>
        <pc:spChg chg="mod">
          <ac:chgData name="Croney, Aynslie (NBCC)" userId="5b4b8641-5be5-4a22-b80a-b2335657ba3c" providerId="ADAL" clId="{37570E6E-2003-4D91-B5AC-B452EC7E0FA7}" dt="2026-09-16T13:27:50.578" v="100"/>
          <ac:spMkLst>
            <pc:docMk/>
            <pc:sldMk cId="0" sldId="258"/>
            <ac:spMk id="8" creationId="{00000000-0000-0000-0000-000000000000}"/>
          </ac:spMkLst>
        </pc:spChg>
        <pc:spChg chg="mod">
          <ac:chgData name="Croney, Aynslie (NBCC)" userId="5b4b8641-5be5-4a22-b80a-b2335657ba3c" providerId="ADAL" clId="{37570E6E-2003-4D91-B5AC-B452EC7E0FA7}" dt="2026-09-16T13:27:50.578" v="100"/>
          <ac:spMkLst>
            <pc:docMk/>
            <pc:sldMk cId="0" sldId="258"/>
            <ac:spMk id="9" creationId="{00000000-0000-0000-0000-000000000000}"/>
          </ac:spMkLst>
        </pc:spChg>
        <pc:spChg chg="mod">
          <ac:chgData name="Croney, Aynslie (NBCC)" userId="5b4b8641-5be5-4a22-b80a-b2335657ba3c" providerId="ADAL" clId="{37570E6E-2003-4D91-B5AC-B452EC7E0FA7}" dt="2026-09-16T13:27:50.578" v="100"/>
          <ac:spMkLst>
            <pc:docMk/>
            <pc:sldMk cId="0" sldId="258"/>
            <ac:spMk id="10" creationId="{00000000-0000-0000-0000-000000000000}"/>
          </ac:spMkLst>
        </pc:spChg>
        <pc:spChg chg="mod">
          <ac:chgData name="Croney, Aynslie (NBCC)" userId="5b4b8641-5be5-4a22-b80a-b2335657ba3c" providerId="ADAL" clId="{37570E6E-2003-4D91-B5AC-B452EC7E0FA7}" dt="2026-09-16T13:27:50.578" v="100"/>
          <ac:spMkLst>
            <pc:docMk/>
            <pc:sldMk cId="0" sldId="258"/>
            <ac:spMk id="11" creationId="{00000000-0000-0000-0000-000000000000}"/>
          </ac:spMkLst>
        </pc:spChg>
        <pc:spChg chg="mod">
          <ac:chgData name="Croney, Aynslie (NBCC)" userId="5b4b8641-5be5-4a22-b80a-b2335657ba3c" providerId="ADAL" clId="{37570E6E-2003-4D91-B5AC-B452EC7E0FA7}" dt="2026-09-16T13:27:50.578" v="100"/>
          <ac:spMkLst>
            <pc:docMk/>
            <pc:sldMk cId="0" sldId="258"/>
            <ac:spMk id="12" creationId="{00000000-0000-0000-0000-000000000000}"/>
          </ac:spMkLst>
        </pc:spChg>
        <pc:spChg chg="add mod">
          <ac:chgData name="Croney, Aynslie (NBCC)" userId="5b4b8641-5be5-4a22-b80a-b2335657ba3c" providerId="ADAL" clId="{37570E6E-2003-4D91-B5AC-B452EC7E0FA7}" dt="2026-09-16T13:27:50.578" v="100"/>
          <ac:spMkLst>
            <pc:docMk/>
            <pc:sldMk cId="0" sldId="258"/>
            <ac:spMk id="14" creationId="{A2BB2F49-ECD5-A100-069D-C37D6CB33174}"/>
          </ac:spMkLst>
        </pc:spChg>
        <pc:spChg chg="add del">
          <ac:chgData name="Croney, Aynslie (NBCC)" userId="5b4b8641-5be5-4a22-b80a-b2335657ba3c" providerId="ADAL" clId="{37570E6E-2003-4D91-B5AC-B452EC7E0FA7}" dt="2026-09-16T13:25:00.251" v="74" actId="22"/>
          <ac:spMkLst>
            <pc:docMk/>
            <pc:sldMk cId="0" sldId="258"/>
            <ac:spMk id="16" creationId="{A05D05A7-21E8-989D-E4AD-866A62E88022}"/>
          </ac:spMkLst>
        </pc:spChg>
      </pc:sldChg>
      <pc:sldChg chg="modSp add del setBg modNotes modNotesTx">
        <pc:chgData name="Croney, Aynslie (NBCC)" userId="5b4b8641-5be5-4a22-b80a-b2335657ba3c" providerId="ADAL" clId="{37570E6E-2003-4D91-B5AC-B452EC7E0FA7}" dt="2026-09-16T13:27:50.578" v="100"/>
        <pc:sldMkLst>
          <pc:docMk/>
          <pc:sldMk cId="0" sldId="259"/>
        </pc:sldMkLst>
        <pc:spChg chg="mod">
          <ac:chgData name="Croney, Aynslie (NBCC)" userId="5b4b8641-5be5-4a22-b80a-b2335657ba3c" providerId="ADAL" clId="{37570E6E-2003-4D91-B5AC-B452EC7E0FA7}" dt="2026-09-16T13:27:50.578" v="100"/>
          <ac:spMkLst>
            <pc:docMk/>
            <pc:sldMk cId="0" sldId="259"/>
            <ac:spMk id="5" creationId="{00000000-0000-0000-0000-000000000000}"/>
          </ac:spMkLst>
        </pc:spChg>
        <pc:spChg chg="mod">
          <ac:chgData name="Croney, Aynslie (NBCC)" userId="5b4b8641-5be5-4a22-b80a-b2335657ba3c" providerId="ADAL" clId="{37570E6E-2003-4D91-B5AC-B452EC7E0FA7}" dt="2026-09-16T13:27:50.578" v="100"/>
          <ac:spMkLst>
            <pc:docMk/>
            <pc:sldMk cId="0" sldId="259"/>
            <ac:spMk id="11" creationId="{00000000-0000-0000-0000-000000000000}"/>
          </ac:spMkLst>
        </pc:spChg>
        <pc:picChg chg="mod">
          <ac:chgData name="Croney, Aynslie (NBCC)" userId="5b4b8641-5be5-4a22-b80a-b2335657ba3c" providerId="ADAL" clId="{37570E6E-2003-4D91-B5AC-B452EC7E0FA7}" dt="2026-09-16T13:27:50.578" v="100"/>
          <ac:picMkLst>
            <pc:docMk/>
            <pc:sldMk cId="0" sldId="259"/>
            <ac:picMk id="2" creationId="{00000000-0000-0000-0000-000000000000}"/>
          </ac:picMkLst>
        </pc:picChg>
        <pc:picChg chg="mod">
          <ac:chgData name="Croney, Aynslie (NBCC)" userId="5b4b8641-5be5-4a22-b80a-b2335657ba3c" providerId="ADAL" clId="{37570E6E-2003-4D91-B5AC-B452EC7E0FA7}" dt="2026-09-16T13:27:50.578" v="100"/>
          <ac:picMkLst>
            <pc:docMk/>
            <pc:sldMk cId="0" sldId="259"/>
            <ac:picMk id="4" creationId="{00000000-0000-0000-0000-000000000000}"/>
          </ac:picMkLst>
        </pc:picChg>
      </pc:sldChg>
      <pc:sldChg chg="delSp modSp mod modNotes modNotesTx">
        <pc:chgData name="Croney, Aynslie (NBCC)" userId="5b4b8641-5be5-4a22-b80a-b2335657ba3c" providerId="ADAL" clId="{37570E6E-2003-4D91-B5AC-B452EC7E0FA7}" dt="2026-09-16T13:27:50.701" v="103" actId="27636"/>
        <pc:sldMkLst>
          <pc:docMk/>
          <pc:sldMk cId="0" sldId="260"/>
        </pc:sldMkLst>
        <pc:spChg chg="mod">
          <ac:chgData name="Croney, Aynslie (NBCC)" userId="5b4b8641-5be5-4a22-b80a-b2335657ba3c" providerId="ADAL" clId="{37570E6E-2003-4D91-B5AC-B452EC7E0FA7}" dt="2026-09-16T13:27:50.578" v="100"/>
          <ac:spMkLst>
            <pc:docMk/>
            <pc:sldMk cId="0" sldId="260"/>
            <ac:spMk id="3" creationId="{00000000-0000-0000-0000-000000000000}"/>
          </ac:spMkLst>
        </pc:spChg>
        <pc:spChg chg="mod">
          <ac:chgData name="Croney, Aynslie (NBCC)" userId="5b4b8641-5be5-4a22-b80a-b2335657ba3c" providerId="ADAL" clId="{37570E6E-2003-4D91-B5AC-B452EC7E0FA7}" dt="2026-09-16T13:27:50.578" v="100"/>
          <ac:spMkLst>
            <pc:docMk/>
            <pc:sldMk cId="0" sldId="260"/>
            <ac:spMk id="7" creationId="{00000000-0000-0000-0000-000000000000}"/>
          </ac:spMkLst>
        </pc:spChg>
        <pc:spChg chg="mod">
          <ac:chgData name="Croney, Aynslie (NBCC)" userId="5b4b8641-5be5-4a22-b80a-b2335657ba3c" providerId="ADAL" clId="{37570E6E-2003-4D91-B5AC-B452EC7E0FA7}" dt="2026-09-16T13:27:50.578" v="100"/>
          <ac:spMkLst>
            <pc:docMk/>
            <pc:sldMk cId="0" sldId="260"/>
            <ac:spMk id="8" creationId="{00000000-0000-0000-0000-000000000000}"/>
          </ac:spMkLst>
        </pc:spChg>
        <pc:spChg chg="mod">
          <ac:chgData name="Croney, Aynslie (NBCC)" userId="5b4b8641-5be5-4a22-b80a-b2335657ba3c" providerId="ADAL" clId="{37570E6E-2003-4D91-B5AC-B452EC7E0FA7}" dt="2026-09-16T13:27:50.578" v="100"/>
          <ac:spMkLst>
            <pc:docMk/>
            <pc:sldMk cId="0" sldId="260"/>
            <ac:spMk id="9" creationId="{00000000-0000-0000-0000-000000000000}"/>
          </ac:spMkLst>
        </pc:spChg>
        <pc:spChg chg="mod">
          <ac:chgData name="Croney, Aynslie (NBCC)" userId="5b4b8641-5be5-4a22-b80a-b2335657ba3c" providerId="ADAL" clId="{37570E6E-2003-4D91-B5AC-B452EC7E0FA7}" dt="2026-09-16T13:27:50.578" v="100"/>
          <ac:spMkLst>
            <pc:docMk/>
            <pc:sldMk cId="0" sldId="260"/>
            <ac:spMk id="12" creationId="{00000000-0000-0000-0000-000000000000}"/>
          </ac:spMkLst>
        </pc:spChg>
        <pc:spChg chg="mod">
          <ac:chgData name="Croney, Aynslie (NBCC)" userId="5b4b8641-5be5-4a22-b80a-b2335657ba3c" providerId="ADAL" clId="{37570E6E-2003-4D91-B5AC-B452EC7E0FA7}" dt="2026-09-16T13:27:50.578" v="100"/>
          <ac:spMkLst>
            <pc:docMk/>
            <pc:sldMk cId="0" sldId="260"/>
            <ac:spMk id="13" creationId="{00000000-0000-0000-0000-000000000000}"/>
          </ac:spMkLst>
        </pc:spChg>
        <pc:spChg chg="mod">
          <ac:chgData name="Croney, Aynslie (NBCC)" userId="5b4b8641-5be5-4a22-b80a-b2335657ba3c" providerId="ADAL" clId="{37570E6E-2003-4D91-B5AC-B452EC7E0FA7}" dt="2026-09-16T13:27:50.701" v="101" actId="27636"/>
          <ac:spMkLst>
            <pc:docMk/>
            <pc:sldMk cId="0" sldId="260"/>
            <ac:spMk id="14" creationId="{00000000-0000-0000-0000-000000000000}"/>
          </ac:spMkLst>
        </pc:spChg>
        <pc:spChg chg="mod">
          <ac:chgData name="Croney, Aynslie (NBCC)" userId="5b4b8641-5be5-4a22-b80a-b2335657ba3c" providerId="ADAL" clId="{37570E6E-2003-4D91-B5AC-B452EC7E0FA7}" dt="2026-09-16T13:27:50.578" v="100"/>
          <ac:spMkLst>
            <pc:docMk/>
            <pc:sldMk cId="0" sldId="260"/>
            <ac:spMk id="15" creationId="{00000000-0000-0000-0000-000000000000}"/>
          </ac:spMkLst>
        </pc:spChg>
        <pc:spChg chg="mod">
          <ac:chgData name="Croney, Aynslie (NBCC)" userId="5b4b8641-5be5-4a22-b80a-b2335657ba3c" providerId="ADAL" clId="{37570E6E-2003-4D91-B5AC-B452EC7E0FA7}" dt="2026-09-16T13:27:50.701" v="102" actId="27636"/>
          <ac:spMkLst>
            <pc:docMk/>
            <pc:sldMk cId="0" sldId="260"/>
            <ac:spMk id="17" creationId="{00000000-0000-0000-0000-000000000000}"/>
          </ac:spMkLst>
        </pc:spChg>
        <pc:spChg chg="mod">
          <ac:chgData name="Croney, Aynslie (NBCC)" userId="5b4b8641-5be5-4a22-b80a-b2335657ba3c" providerId="ADAL" clId="{37570E6E-2003-4D91-B5AC-B452EC7E0FA7}" dt="2026-09-16T13:27:50.578" v="100"/>
          <ac:spMkLst>
            <pc:docMk/>
            <pc:sldMk cId="0" sldId="260"/>
            <ac:spMk id="18" creationId="{00000000-0000-0000-0000-000000000000}"/>
          </ac:spMkLst>
        </pc:spChg>
        <pc:spChg chg="mod">
          <ac:chgData name="Croney, Aynslie (NBCC)" userId="5b4b8641-5be5-4a22-b80a-b2335657ba3c" providerId="ADAL" clId="{37570E6E-2003-4D91-B5AC-B452EC7E0FA7}" dt="2026-09-16T13:27:50.701" v="103" actId="27636"/>
          <ac:spMkLst>
            <pc:docMk/>
            <pc:sldMk cId="0" sldId="260"/>
            <ac:spMk id="20" creationId="{00000000-0000-0000-0000-000000000000}"/>
          </ac:spMkLst>
        </pc:spChg>
        <pc:spChg chg="del">
          <ac:chgData name="Croney, Aynslie (NBCC)" userId="5b4b8641-5be5-4a22-b80a-b2335657ba3c" providerId="ADAL" clId="{37570E6E-2003-4D91-B5AC-B452EC7E0FA7}" dt="2026-09-16T13:26:10.822" v="86" actId="478"/>
          <ac:spMkLst>
            <pc:docMk/>
            <pc:sldMk cId="0" sldId="260"/>
            <ac:spMk id="21" creationId="{00000000-0000-0000-0000-000000000000}"/>
          </ac:spMkLst>
        </pc:spChg>
        <pc:spChg chg="del">
          <ac:chgData name="Croney, Aynslie (NBCC)" userId="5b4b8641-5be5-4a22-b80a-b2335657ba3c" providerId="ADAL" clId="{37570E6E-2003-4D91-B5AC-B452EC7E0FA7}" dt="2026-09-16T13:26:17.441" v="87" actId="478"/>
          <ac:spMkLst>
            <pc:docMk/>
            <pc:sldMk cId="0" sldId="260"/>
            <ac:spMk id="22" creationId="{00000000-0000-0000-0000-000000000000}"/>
          </ac:spMkLst>
        </pc:spChg>
        <pc:spChg chg="del">
          <ac:chgData name="Croney, Aynslie (NBCC)" userId="5b4b8641-5be5-4a22-b80a-b2335657ba3c" providerId="ADAL" clId="{37570E6E-2003-4D91-B5AC-B452EC7E0FA7}" dt="2026-09-16T13:26:19.331" v="88" actId="478"/>
          <ac:spMkLst>
            <pc:docMk/>
            <pc:sldMk cId="0" sldId="260"/>
            <ac:spMk id="23" creationId="{00000000-0000-0000-0000-000000000000}"/>
          </ac:spMkLst>
        </pc:spChg>
        <pc:spChg chg="del">
          <ac:chgData name="Croney, Aynslie (NBCC)" userId="5b4b8641-5be5-4a22-b80a-b2335657ba3c" providerId="ADAL" clId="{37570E6E-2003-4D91-B5AC-B452EC7E0FA7}" dt="2026-09-16T13:26:20.905" v="89" actId="478"/>
          <ac:spMkLst>
            <pc:docMk/>
            <pc:sldMk cId="0" sldId="260"/>
            <ac:spMk id="24" creationId="{00000000-0000-0000-0000-000000000000}"/>
          </ac:spMkLst>
        </pc:spChg>
        <pc:spChg chg="del">
          <ac:chgData name="Croney, Aynslie (NBCC)" userId="5b4b8641-5be5-4a22-b80a-b2335657ba3c" providerId="ADAL" clId="{37570E6E-2003-4D91-B5AC-B452EC7E0FA7}" dt="2026-09-16T13:26:22.142" v="90" actId="478"/>
          <ac:spMkLst>
            <pc:docMk/>
            <pc:sldMk cId="0" sldId="260"/>
            <ac:spMk id="25" creationId="{00000000-0000-0000-0000-000000000000}"/>
          </ac:spMkLst>
        </pc:spChg>
        <pc:spChg chg="del">
          <ac:chgData name="Croney, Aynslie (NBCC)" userId="5b4b8641-5be5-4a22-b80a-b2335657ba3c" providerId="ADAL" clId="{37570E6E-2003-4D91-B5AC-B452EC7E0FA7}" dt="2026-09-16T13:26:24.111" v="91" actId="478"/>
          <ac:spMkLst>
            <pc:docMk/>
            <pc:sldMk cId="0" sldId="260"/>
            <ac:spMk id="26" creationId="{00000000-0000-0000-0000-000000000000}"/>
          </ac:spMkLst>
        </pc:spChg>
      </pc:sldChg>
      <pc:sldChg chg="del">
        <pc:chgData name="Croney, Aynslie (NBCC)" userId="5b4b8641-5be5-4a22-b80a-b2335657ba3c" providerId="ADAL" clId="{37570E6E-2003-4D91-B5AC-B452EC7E0FA7}" dt="2026-09-16T13:15:15.829" v="0" actId="47"/>
        <pc:sldMkLst>
          <pc:docMk/>
          <pc:sldMk cId="0" sldId="261"/>
        </pc:sldMkLst>
      </pc:sldChg>
      <pc:sldChg chg="del">
        <pc:chgData name="Croney, Aynslie (NBCC)" userId="5b4b8641-5be5-4a22-b80a-b2335657ba3c" providerId="ADAL" clId="{37570E6E-2003-4D91-B5AC-B452EC7E0FA7}" dt="2026-09-16T13:15:15.829" v="0" actId="47"/>
        <pc:sldMkLst>
          <pc:docMk/>
          <pc:sldMk cId="0" sldId="262"/>
        </pc:sldMkLst>
      </pc:sldChg>
      <pc:sldChg chg="del">
        <pc:chgData name="Croney, Aynslie (NBCC)" userId="5b4b8641-5be5-4a22-b80a-b2335657ba3c" providerId="ADAL" clId="{37570E6E-2003-4D91-B5AC-B452EC7E0FA7}" dt="2026-09-16T13:15:15.829" v="0" actId="47"/>
        <pc:sldMkLst>
          <pc:docMk/>
          <pc:sldMk cId="0" sldId="263"/>
        </pc:sldMkLst>
      </pc:sldChg>
      <pc:sldChg chg="del">
        <pc:chgData name="Croney, Aynslie (NBCC)" userId="5b4b8641-5be5-4a22-b80a-b2335657ba3c" providerId="ADAL" clId="{37570E6E-2003-4D91-B5AC-B452EC7E0FA7}" dt="2026-09-16T13:15:15.829" v="0" actId="47"/>
        <pc:sldMkLst>
          <pc:docMk/>
          <pc:sldMk cId="0" sldId="264"/>
        </pc:sldMkLst>
      </pc:sldChg>
      <pc:sldChg chg="del">
        <pc:chgData name="Croney, Aynslie (NBCC)" userId="5b4b8641-5be5-4a22-b80a-b2335657ba3c" providerId="ADAL" clId="{37570E6E-2003-4D91-B5AC-B452EC7E0FA7}" dt="2026-09-16T13:15:15.829" v="0" actId="47"/>
        <pc:sldMkLst>
          <pc:docMk/>
          <pc:sldMk cId="0" sldId="265"/>
        </pc:sldMkLst>
      </pc:sldChg>
      <pc:sldChg chg="del">
        <pc:chgData name="Croney, Aynslie (NBCC)" userId="5b4b8641-5be5-4a22-b80a-b2335657ba3c" providerId="ADAL" clId="{37570E6E-2003-4D91-B5AC-B452EC7E0FA7}" dt="2026-09-16T13:15:15.829" v="0" actId="47"/>
        <pc:sldMkLst>
          <pc:docMk/>
          <pc:sldMk cId="0" sldId="266"/>
        </pc:sldMkLst>
      </pc:sldChg>
      <pc:sldChg chg="del">
        <pc:chgData name="Croney, Aynslie (NBCC)" userId="5b4b8641-5be5-4a22-b80a-b2335657ba3c" providerId="ADAL" clId="{37570E6E-2003-4D91-B5AC-B452EC7E0FA7}" dt="2026-09-16T13:15:15.829" v="0" actId="47"/>
        <pc:sldMkLst>
          <pc:docMk/>
          <pc:sldMk cId="0" sldId="267"/>
        </pc:sldMkLst>
      </pc:sldChg>
      <pc:sldChg chg="del">
        <pc:chgData name="Croney, Aynslie (NBCC)" userId="5b4b8641-5be5-4a22-b80a-b2335657ba3c" providerId="ADAL" clId="{37570E6E-2003-4D91-B5AC-B452EC7E0FA7}" dt="2026-09-16T13:15:15.829" v="0" actId="47"/>
        <pc:sldMkLst>
          <pc:docMk/>
          <pc:sldMk cId="0" sldId="268"/>
        </pc:sldMkLst>
      </pc:sldChg>
      <pc:sldChg chg="modSp modNotes">
        <pc:chgData name="Croney, Aynslie (NBCC)" userId="5b4b8641-5be5-4a22-b80a-b2335657ba3c" providerId="ADAL" clId="{37570E6E-2003-4D91-B5AC-B452EC7E0FA7}" dt="2026-09-16T13:27:50.578" v="100"/>
        <pc:sldMkLst>
          <pc:docMk/>
          <pc:sldMk cId="0" sldId="269"/>
        </pc:sldMkLst>
        <pc:spChg chg="mod">
          <ac:chgData name="Croney, Aynslie (NBCC)" userId="5b4b8641-5be5-4a22-b80a-b2335657ba3c" providerId="ADAL" clId="{37570E6E-2003-4D91-B5AC-B452EC7E0FA7}" dt="2026-09-16T13:27:50.578" v="100"/>
          <ac:spMkLst>
            <pc:docMk/>
            <pc:sldMk cId="0" sldId="269"/>
            <ac:spMk id="2" creationId="{00000000-0000-0000-0000-000000000000}"/>
          </ac:spMkLst>
        </pc:spChg>
        <pc:spChg chg="mod">
          <ac:chgData name="Croney, Aynslie (NBCC)" userId="5b4b8641-5be5-4a22-b80a-b2335657ba3c" providerId="ADAL" clId="{37570E6E-2003-4D91-B5AC-B452EC7E0FA7}" dt="2026-09-16T13:27:50.578" v="100"/>
          <ac:spMkLst>
            <pc:docMk/>
            <pc:sldMk cId="0" sldId="269"/>
            <ac:spMk id="3" creationId="{00000000-0000-0000-0000-000000000000}"/>
          </ac:spMkLst>
        </pc:spChg>
        <pc:spChg chg="mod">
          <ac:chgData name="Croney, Aynslie (NBCC)" userId="5b4b8641-5be5-4a22-b80a-b2335657ba3c" providerId="ADAL" clId="{37570E6E-2003-4D91-B5AC-B452EC7E0FA7}" dt="2026-09-16T13:27:50.578" v="100"/>
          <ac:spMkLst>
            <pc:docMk/>
            <pc:sldMk cId="0" sldId="269"/>
            <ac:spMk id="4" creationId="{00000000-0000-0000-0000-000000000000}"/>
          </ac:spMkLst>
        </pc:spChg>
        <pc:spChg chg="mod">
          <ac:chgData name="Croney, Aynslie (NBCC)" userId="5b4b8641-5be5-4a22-b80a-b2335657ba3c" providerId="ADAL" clId="{37570E6E-2003-4D91-B5AC-B452EC7E0FA7}" dt="2026-09-16T13:27:50.578" v="100"/>
          <ac:spMkLst>
            <pc:docMk/>
            <pc:sldMk cId="0" sldId="269"/>
            <ac:spMk id="5" creationId="{00000000-0000-0000-0000-000000000000}"/>
          </ac:spMkLst>
        </pc:spChg>
        <pc:spChg chg="mod">
          <ac:chgData name="Croney, Aynslie (NBCC)" userId="5b4b8641-5be5-4a22-b80a-b2335657ba3c" providerId="ADAL" clId="{37570E6E-2003-4D91-B5AC-B452EC7E0FA7}" dt="2026-09-16T13:27:50.578" v="100"/>
          <ac:spMkLst>
            <pc:docMk/>
            <pc:sldMk cId="0" sldId="269"/>
            <ac:spMk id="6" creationId="{00000000-0000-0000-0000-000000000000}"/>
          </ac:spMkLst>
        </pc:spChg>
        <pc:spChg chg="mod">
          <ac:chgData name="Croney, Aynslie (NBCC)" userId="5b4b8641-5be5-4a22-b80a-b2335657ba3c" providerId="ADAL" clId="{37570E6E-2003-4D91-B5AC-B452EC7E0FA7}" dt="2026-09-16T13:27:50.578" v="100"/>
          <ac:spMkLst>
            <pc:docMk/>
            <pc:sldMk cId="0" sldId="269"/>
            <ac:spMk id="7" creationId="{00000000-0000-0000-0000-000000000000}"/>
          </ac:spMkLst>
        </pc:spChg>
        <pc:spChg chg="mod">
          <ac:chgData name="Croney, Aynslie (NBCC)" userId="5b4b8641-5be5-4a22-b80a-b2335657ba3c" providerId="ADAL" clId="{37570E6E-2003-4D91-B5AC-B452EC7E0FA7}" dt="2026-09-16T13:27:50.578" v="100"/>
          <ac:spMkLst>
            <pc:docMk/>
            <pc:sldMk cId="0" sldId="269"/>
            <ac:spMk id="8" creationId="{00000000-0000-0000-0000-000000000000}"/>
          </ac:spMkLst>
        </pc:spChg>
      </pc:sldChg>
      <pc:sldChg chg="addSp delSp modSp add mod ord modNotes modNotesTx">
        <pc:chgData name="Croney, Aynslie (NBCC)" userId="5b4b8641-5be5-4a22-b80a-b2335657ba3c" providerId="ADAL" clId="{37570E6E-2003-4D91-B5AC-B452EC7E0FA7}" dt="2026-09-16T13:27:50.578" v="100"/>
        <pc:sldMkLst>
          <pc:docMk/>
          <pc:sldMk cId="273047085" sldId="270"/>
        </pc:sldMkLst>
        <pc:spChg chg="mod">
          <ac:chgData name="Croney, Aynslie (NBCC)" userId="5b4b8641-5be5-4a22-b80a-b2335657ba3c" providerId="ADAL" clId="{37570E6E-2003-4D91-B5AC-B452EC7E0FA7}" dt="2026-09-16T13:27:50.578" v="100"/>
          <ac:spMkLst>
            <pc:docMk/>
            <pc:sldMk cId="273047085" sldId="270"/>
            <ac:spMk id="3" creationId="{5291C31A-E03D-EAE2-FF19-B7420F5FF4E4}"/>
          </ac:spMkLst>
        </pc:spChg>
        <pc:spChg chg="mod">
          <ac:chgData name="Croney, Aynslie (NBCC)" userId="5b4b8641-5be5-4a22-b80a-b2335657ba3c" providerId="ADAL" clId="{37570E6E-2003-4D91-B5AC-B452EC7E0FA7}" dt="2026-09-16T13:27:50.578" v="100"/>
          <ac:spMkLst>
            <pc:docMk/>
            <pc:sldMk cId="273047085" sldId="270"/>
            <ac:spMk id="4" creationId="{1877ACEA-71E7-EB29-394E-6958185DA52B}"/>
          </ac:spMkLst>
        </pc:spChg>
        <pc:spChg chg="mod">
          <ac:chgData name="Croney, Aynslie (NBCC)" userId="5b4b8641-5be5-4a22-b80a-b2335657ba3c" providerId="ADAL" clId="{37570E6E-2003-4D91-B5AC-B452EC7E0FA7}" dt="2026-09-16T13:27:50.578" v="100"/>
          <ac:spMkLst>
            <pc:docMk/>
            <pc:sldMk cId="273047085" sldId="270"/>
            <ac:spMk id="5" creationId="{505CBE46-7969-DF1A-C795-C5814F70768C}"/>
          </ac:spMkLst>
        </pc:spChg>
        <pc:spChg chg="mod">
          <ac:chgData name="Croney, Aynslie (NBCC)" userId="5b4b8641-5be5-4a22-b80a-b2335657ba3c" providerId="ADAL" clId="{37570E6E-2003-4D91-B5AC-B452EC7E0FA7}" dt="2026-09-16T13:27:50.578" v="100"/>
          <ac:spMkLst>
            <pc:docMk/>
            <pc:sldMk cId="273047085" sldId="270"/>
            <ac:spMk id="6" creationId="{E5961A5D-F843-2A69-2129-0FC9975CA852}"/>
          </ac:spMkLst>
        </pc:spChg>
        <pc:spChg chg="mod">
          <ac:chgData name="Croney, Aynslie (NBCC)" userId="5b4b8641-5be5-4a22-b80a-b2335657ba3c" providerId="ADAL" clId="{37570E6E-2003-4D91-B5AC-B452EC7E0FA7}" dt="2026-09-16T13:27:50.578" v="100"/>
          <ac:spMkLst>
            <pc:docMk/>
            <pc:sldMk cId="273047085" sldId="270"/>
            <ac:spMk id="7" creationId="{F37E2BFC-901E-E364-1005-C1CDB1B64F1E}"/>
          </ac:spMkLst>
        </pc:spChg>
        <pc:spChg chg="del">
          <ac:chgData name="Croney, Aynslie (NBCC)" userId="5b4b8641-5be5-4a22-b80a-b2335657ba3c" providerId="ADAL" clId="{37570E6E-2003-4D91-B5AC-B452EC7E0FA7}" dt="2026-09-16T13:16:01.930" v="26" actId="478"/>
          <ac:spMkLst>
            <pc:docMk/>
            <pc:sldMk cId="273047085" sldId="270"/>
            <ac:spMk id="9" creationId="{5C38247D-2163-1FCC-5C7F-89159C5C9DFF}"/>
          </ac:spMkLst>
        </pc:spChg>
        <pc:picChg chg="mod">
          <ac:chgData name="Croney, Aynslie (NBCC)" userId="5b4b8641-5be5-4a22-b80a-b2335657ba3c" providerId="ADAL" clId="{37570E6E-2003-4D91-B5AC-B452EC7E0FA7}" dt="2026-09-16T13:27:50.578" v="100"/>
          <ac:picMkLst>
            <pc:docMk/>
            <pc:sldMk cId="273047085" sldId="270"/>
            <ac:picMk id="2" creationId="{56F49843-B28E-C2AB-C838-472B50D14B31}"/>
          </ac:picMkLst>
        </pc:picChg>
        <pc:picChg chg="add mod">
          <ac:chgData name="Croney, Aynslie (NBCC)" userId="5b4b8641-5be5-4a22-b80a-b2335657ba3c" providerId="ADAL" clId="{37570E6E-2003-4D91-B5AC-B452EC7E0FA7}" dt="2026-09-16T13:27:50.578" v="100"/>
          <ac:picMkLst>
            <pc:docMk/>
            <pc:sldMk cId="273047085" sldId="270"/>
            <ac:picMk id="10" creationId="{5423AD62-963C-E179-F786-C81D17FD0242}"/>
          </ac:picMkLst>
        </pc:picChg>
      </pc:sldChg>
      <pc:sldChg chg="modSp add del mod setBg">
        <pc:chgData name="Croney, Aynslie (NBCC)" userId="5b4b8641-5be5-4a22-b80a-b2335657ba3c" providerId="ADAL" clId="{37570E6E-2003-4D91-B5AC-B452EC7E0FA7}" dt="2026-09-16T13:21:02.442" v="50" actId="47"/>
        <pc:sldMkLst>
          <pc:docMk/>
          <pc:sldMk cId="0" sldId="271"/>
        </pc:sldMkLst>
        <pc:picChg chg="mod modVis">
          <ac:chgData name="Croney, Aynslie (NBCC)" userId="5b4b8641-5be5-4a22-b80a-b2335657ba3c" providerId="ADAL" clId="{37570E6E-2003-4D91-B5AC-B452EC7E0FA7}" dt="2026-09-16T13:19:26.527" v="41" actId="14430"/>
          <ac:picMkLst>
            <pc:docMk/>
            <pc:sldMk cId="0" sldId="271"/>
            <ac:picMk id="2" creationId="{00000000-0000-0000-0000-000000000000}"/>
          </ac:picMkLst>
        </pc:picChg>
      </pc:sldChg>
      <pc:sldChg chg="addSp delSp modSp add mod ord modNotes">
        <pc:chgData name="Croney, Aynslie (NBCC)" userId="5b4b8641-5be5-4a22-b80a-b2335657ba3c" providerId="ADAL" clId="{37570E6E-2003-4D91-B5AC-B452EC7E0FA7}" dt="2026-09-16T13:27:50.578" v="100"/>
        <pc:sldMkLst>
          <pc:docMk/>
          <pc:sldMk cId="1963830900" sldId="272"/>
        </pc:sldMkLst>
        <pc:spChg chg="mod">
          <ac:chgData name="Croney, Aynslie (NBCC)" userId="5b4b8641-5be5-4a22-b80a-b2335657ba3c" providerId="ADAL" clId="{37570E6E-2003-4D91-B5AC-B452EC7E0FA7}" dt="2026-09-16T13:27:50.578" v="100"/>
          <ac:spMkLst>
            <pc:docMk/>
            <pc:sldMk cId="1963830900" sldId="272"/>
            <ac:spMk id="2" creationId="{01789EC4-E38E-99CF-2AD5-4B5895E8A0F1}"/>
          </ac:spMkLst>
        </pc:spChg>
        <pc:spChg chg="mod">
          <ac:chgData name="Croney, Aynslie (NBCC)" userId="5b4b8641-5be5-4a22-b80a-b2335657ba3c" providerId="ADAL" clId="{37570E6E-2003-4D91-B5AC-B452EC7E0FA7}" dt="2026-09-16T13:27:50.578" v="100"/>
          <ac:spMkLst>
            <pc:docMk/>
            <pc:sldMk cId="1963830900" sldId="272"/>
            <ac:spMk id="3" creationId="{36690B7B-2371-B2AF-F29F-A2678B6F9CA4}"/>
          </ac:spMkLst>
        </pc:spChg>
        <pc:spChg chg="del mod">
          <ac:chgData name="Croney, Aynslie (NBCC)" userId="5b4b8641-5be5-4a22-b80a-b2335657ba3c" providerId="ADAL" clId="{37570E6E-2003-4D91-B5AC-B452EC7E0FA7}" dt="2026-09-16T13:20:00.878" v="44" actId="478"/>
          <ac:spMkLst>
            <pc:docMk/>
            <pc:sldMk cId="1963830900" sldId="272"/>
            <ac:spMk id="4" creationId="{C46C3A60-A92C-7DD5-7A66-D74630600D8D}"/>
          </ac:spMkLst>
        </pc:spChg>
        <pc:spChg chg="mod">
          <ac:chgData name="Croney, Aynslie (NBCC)" userId="5b4b8641-5be5-4a22-b80a-b2335657ba3c" providerId="ADAL" clId="{37570E6E-2003-4D91-B5AC-B452EC7E0FA7}" dt="2026-09-16T13:27:50.578" v="100"/>
          <ac:spMkLst>
            <pc:docMk/>
            <pc:sldMk cId="1963830900" sldId="272"/>
            <ac:spMk id="5" creationId="{92FF6E38-7FD4-93C9-310A-C7C3974792A5}"/>
          </ac:spMkLst>
        </pc:spChg>
        <pc:spChg chg="del">
          <ac:chgData name="Croney, Aynslie (NBCC)" userId="5b4b8641-5be5-4a22-b80a-b2335657ba3c" providerId="ADAL" clId="{37570E6E-2003-4D91-B5AC-B452EC7E0FA7}" dt="2026-09-16T13:18:52.464" v="34" actId="478"/>
          <ac:spMkLst>
            <pc:docMk/>
            <pc:sldMk cId="1963830900" sldId="272"/>
            <ac:spMk id="7" creationId="{A3F12A05-9F41-5452-442B-4675F244E5D7}"/>
          </ac:spMkLst>
        </pc:spChg>
        <pc:spChg chg="del">
          <ac:chgData name="Croney, Aynslie (NBCC)" userId="5b4b8641-5be5-4a22-b80a-b2335657ba3c" providerId="ADAL" clId="{37570E6E-2003-4D91-B5AC-B452EC7E0FA7}" dt="2026-09-16T13:18:56.138" v="36" actId="478"/>
          <ac:spMkLst>
            <pc:docMk/>
            <pc:sldMk cId="1963830900" sldId="272"/>
            <ac:spMk id="8" creationId="{95DFDD41-E59E-3BBF-4FBF-F8340205A39A}"/>
          </ac:spMkLst>
        </pc:spChg>
        <pc:spChg chg="del">
          <ac:chgData name="Croney, Aynslie (NBCC)" userId="5b4b8641-5be5-4a22-b80a-b2335657ba3c" providerId="ADAL" clId="{37570E6E-2003-4D91-B5AC-B452EC7E0FA7}" dt="2026-09-16T13:18:54.323" v="35" actId="478"/>
          <ac:spMkLst>
            <pc:docMk/>
            <pc:sldMk cId="1963830900" sldId="272"/>
            <ac:spMk id="9" creationId="{13C01E5C-F8F0-872B-658E-3DA1A5945A5C}"/>
          </ac:spMkLst>
        </pc:spChg>
        <pc:spChg chg="del">
          <ac:chgData name="Croney, Aynslie (NBCC)" userId="5b4b8641-5be5-4a22-b80a-b2335657ba3c" providerId="ADAL" clId="{37570E6E-2003-4D91-B5AC-B452EC7E0FA7}" dt="2026-09-16T13:18:58.603" v="37" actId="478"/>
          <ac:spMkLst>
            <pc:docMk/>
            <pc:sldMk cId="1963830900" sldId="272"/>
            <ac:spMk id="10" creationId="{80753ED3-3D75-5635-B953-50E58CB02638}"/>
          </ac:spMkLst>
        </pc:spChg>
        <pc:spChg chg="del">
          <ac:chgData name="Croney, Aynslie (NBCC)" userId="5b4b8641-5be5-4a22-b80a-b2335657ba3c" providerId="ADAL" clId="{37570E6E-2003-4D91-B5AC-B452EC7E0FA7}" dt="2026-09-16T13:19:00.810" v="38" actId="478"/>
          <ac:spMkLst>
            <pc:docMk/>
            <pc:sldMk cId="1963830900" sldId="272"/>
            <ac:spMk id="11" creationId="{0155D4D8-C8D7-AD22-709F-9B614473B96C}"/>
          </ac:spMkLst>
        </pc:spChg>
        <pc:spChg chg="del">
          <ac:chgData name="Croney, Aynslie (NBCC)" userId="5b4b8641-5be5-4a22-b80a-b2335657ba3c" providerId="ADAL" clId="{37570E6E-2003-4D91-B5AC-B452EC7E0FA7}" dt="2026-09-16T13:19:03.211" v="39" actId="478"/>
          <ac:spMkLst>
            <pc:docMk/>
            <pc:sldMk cId="1963830900" sldId="272"/>
            <ac:spMk id="12" creationId="{0B73F0AB-5801-BA31-3893-F9E9F83C9D8A}"/>
          </ac:spMkLst>
        </pc:spChg>
        <pc:spChg chg="add mod">
          <ac:chgData name="Croney, Aynslie (NBCC)" userId="5b4b8641-5be5-4a22-b80a-b2335657ba3c" providerId="ADAL" clId="{37570E6E-2003-4D91-B5AC-B452EC7E0FA7}" dt="2026-09-16T13:27:50.578" v="100"/>
          <ac:spMkLst>
            <pc:docMk/>
            <pc:sldMk cId="1963830900" sldId="272"/>
            <ac:spMk id="18" creationId="{4576CD76-BF28-9B48-DCF1-4D60B27BDE8B}"/>
          </ac:spMkLst>
        </pc:spChg>
        <pc:spChg chg="add mod">
          <ac:chgData name="Croney, Aynslie (NBCC)" userId="5b4b8641-5be5-4a22-b80a-b2335657ba3c" providerId="ADAL" clId="{37570E6E-2003-4D91-B5AC-B452EC7E0FA7}" dt="2026-09-16T13:27:50.578" v="100"/>
          <ac:spMkLst>
            <pc:docMk/>
            <pc:sldMk cId="1963830900" sldId="272"/>
            <ac:spMk id="20" creationId="{65B833A6-D420-349B-1A71-4093023B1A7E}"/>
          </ac:spMkLst>
        </pc:spChg>
        <pc:spChg chg="add mod">
          <ac:chgData name="Croney, Aynslie (NBCC)" userId="5b4b8641-5be5-4a22-b80a-b2335657ba3c" providerId="ADAL" clId="{37570E6E-2003-4D91-B5AC-B452EC7E0FA7}" dt="2026-09-16T13:27:50.578" v="100"/>
          <ac:spMkLst>
            <pc:docMk/>
            <pc:sldMk cId="1963830900" sldId="272"/>
            <ac:spMk id="22" creationId="{7AFDC576-6462-FEEC-B0B1-18F9005E6FCC}"/>
          </ac:spMkLst>
        </pc:spChg>
        <pc:spChg chg="add mod">
          <ac:chgData name="Croney, Aynslie (NBCC)" userId="5b4b8641-5be5-4a22-b80a-b2335657ba3c" providerId="ADAL" clId="{37570E6E-2003-4D91-B5AC-B452EC7E0FA7}" dt="2026-09-16T13:27:50.578" v="100"/>
          <ac:spMkLst>
            <pc:docMk/>
            <pc:sldMk cId="1963830900" sldId="272"/>
            <ac:spMk id="24" creationId="{DA8036CD-4FD3-1903-88E9-CF5E3381EE83}"/>
          </ac:spMkLst>
        </pc:spChg>
        <pc:spChg chg="add mod">
          <ac:chgData name="Croney, Aynslie (NBCC)" userId="5b4b8641-5be5-4a22-b80a-b2335657ba3c" providerId="ADAL" clId="{37570E6E-2003-4D91-B5AC-B452EC7E0FA7}" dt="2026-09-16T13:27:50.578" v="100"/>
          <ac:spMkLst>
            <pc:docMk/>
            <pc:sldMk cId="1963830900" sldId="272"/>
            <ac:spMk id="26" creationId="{2ABE2D3B-2683-6960-4BF7-34D3E5258C3D}"/>
          </ac:spMkLst>
        </pc:spChg>
        <pc:spChg chg="add mod">
          <ac:chgData name="Croney, Aynslie (NBCC)" userId="5b4b8641-5be5-4a22-b80a-b2335657ba3c" providerId="ADAL" clId="{37570E6E-2003-4D91-B5AC-B452EC7E0FA7}" dt="2026-09-16T13:27:50.578" v="100"/>
          <ac:spMkLst>
            <pc:docMk/>
            <pc:sldMk cId="1963830900" sldId="272"/>
            <ac:spMk id="28" creationId="{920120DF-3B19-2CD1-3B34-00BFAA439550}"/>
          </ac:spMkLst>
        </pc:spChg>
        <pc:spChg chg="add mod">
          <ac:chgData name="Croney, Aynslie (NBCC)" userId="5b4b8641-5be5-4a22-b80a-b2335657ba3c" providerId="ADAL" clId="{37570E6E-2003-4D91-B5AC-B452EC7E0FA7}" dt="2026-09-16T13:27:50.578" v="100"/>
          <ac:spMkLst>
            <pc:docMk/>
            <pc:sldMk cId="1963830900" sldId="272"/>
            <ac:spMk id="30" creationId="{FB2E27B6-EACF-D6C0-EAD5-D812B18D7627}"/>
          </ac:spMkLst>
        </pc:spChg>
        <pc:picChg chg="del">
          <ac:chgData name="Croney, Aynslie (NBCC)" userId="5b4b8641-5be5-4a22-b80a-b2335657ba3c" providerId="ADAL" clId="{37570E6E-2003-4D91-B5AC-B452EC7E0FA7}" dt="2026-09-16T13:19:05.165" v="40" actId="478"/>
          <ac:picMkLst>
            <pc:docMk/>
            <pc:sldMk cId="1963830900" sldId="272"/>
            <ac:picMk id="6" creationId="{C84E6449-D144-1E19-59B5-003496D2C89E}"/>
          </ac:picMkLst>
        </pc:picChg>
        <pc:picChg chg="add">
          <ac:chgData name="Croney, Aynslie (NBCC)" userId="5b4b8641-5be5-4a22-b80a-b2335657ba3c" providerId="ADAL" clId="{37570E6E-2003-4D91-B5AC-B452EC7E0FA7}" dt="2026-09-16T13:19:44.649" v="42" actId="22"/>
          <ac:picMkLst>
            <pc:docMk/>
            <pc:sldMk cId="1963830900" sldId="272"/>
            <ac:picMk id="14" creationId="{F80AB070-43E0-E23F-EC61-66CEF2B3186E}"/>
          </ac:picMkLst>
        </pc:picChg>
        <pc:picChg chg="add">
          <ac:chgData name="Croney, Aynslie (NBCC)" userId="5b4b8641-5be5-4a22-b80a-b2335657ba3c" providerId="ADAL" clId="{37570E6E-2003-4D91-B5AC-B452EC7E0FA7}" dt="2026-09-16T13:19:44.649" v="42" actId="22"/>
          <ac:picMkLst>
            <pc:docMk/>
            <pc:sldMk cId="1963830900" sldId="272"/>
            <ac:picMk id="16" creationId="{AD78A958-0BB1-F5A1-2A5B-404DB35A4622}"/>
          </ac:picMkLst>
        </pc:picChg>
      </pc:sldChg>
      <pc:sldMasterChg chg="delSldLayout">
        <pc:chgData name="Croney, Aynslie (NBCC)" userId="5b4b8641-5be5-4a22-b80a-b2335657ba3c" providerId="ADAL" clId="{37570E6E-2003-4D91-B5AC-B452EC7E0FA7}" dt="2026-09-16T13:21:02.442" v="50" actId="47"/>
        <pc:sldMasterMkLst>
          <pc:docMk/>
          <pc:sldMasterMk cId="0" sldId="2147483648"/>
        </pc:sldMasterMkLst>
        <pc:sldLayoutChg chg="del">
          <pc:chgData name="Croney, Aynslie (NBCC)" userId="5b4b8641-5be5-4a22-b80a-b2335657ba3c" providerId="ADAL" clId="{37570E6E-2003-4D91-B5AC-B452EC7E0FA7}" dt="2026-09-16T13:21:02.442" v="50" actId="47"/>
          <pc:sldLayoutMkLst>
            <pc:docMk/>
            <pc:sldMasterMk cId="0" sldId="2147483648"/>
            <pc:sldLayoutMk cId="3654081145" sldId="214748365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F3FFC27-FD42-0DA3-991B-9309ABE22FD2}"/>
              </a:ext>
            </a:extLst>
          </p:cNvPr>
          <p:cNvSpPr>
            <a:spLocks noGrp="1"/>
          </p:cNvSpPr>
          <p:nvPr>
            <p:ph type="body" sz="quarter" idx="3"/>
          </p:nvPr>
        </p:nvSpPr>
        <p:spPr>
          <a:xfrm>
            <a:off x="685800" y="3062452"/>
            <a:ext cx="5486400" cy="6067096"/>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3" name="Slide Image Placeholder 2">
            <a:extLst>
              <a:ext uri="{FF2B5EF4-FFF2-40B4-BE49-F238E27FC236}">
                <a16:creationId xmlns:a16="http://schemas.microsoft.com/office/drawing/2014/main" id="{9677125C-A336-F78E-92E0-AA69342EBF31}"/>
              </a:ext>
            </a:extLst>
          </p:cNvPr>
          <p:cNvSpPr>
            <a:spLocks noGrp="1" noRot="1" noChangeAspect="1"/>
          </p:cNvSpPr>
          <p:nvPr>
            <p:ph type="sldImg" idx="2"/>
          </p:nvPr>
        </p:nvSpPr>
        <p:spPr>
          <a:xfrm>
            <a:off x="1585913" y="184150"/>
            <a:ext cx="3686175" cy="2763838"/>
          </a:xfrm>
          <a:prstGeom prst="rect">
            <a:avLst/>
          </a:prstGeom>
          <a:noFill/>
          <a:ln w="12700">
            <a:solidFill>
              <a:prstClr val="black"/>
            </a:solidFill>
          </a:ln>
        </p:spPr>
        <p:txBody>
          <a:bodyPr vert="horz" lIns="91440" tIns="45720" rIns="91440" bIns="45720" rtlCol="0" anchor="ctr"/>
          <a:lstStyle/>
          <a:p>
            <a:endParaRPr lang="en-CA"/>
          </a:p>
        </p:txBody>
      </p:sp>
      <p:sp>
        <p:nvSpPr>
          <p:cNvPr id="4" name="Slide Number Placeholder 3">
            <a:extLst>
              <a:ext uri="{FF2B5EF4-FFF2-40B4-BE49-F238E27FC236}">
                <a16:creationId xmlns:a16="http://schemas.microsoft.com/office/drawing/2014/main" id="{3EEC7663-99D4-31B0-8CC5-86FBAF2500E0}"/>
              </a:ext>
            </a:extLst>
          </p:cNvPr>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237ACDCE-7ADE-4047-9AFB-4C5D0CC6C08B}" type="slidenum">
              <a:rPr lang="en-CA" smtClean="0"/>
              <a:t>‹#›</a:t>
            </a:fld>
            <a:endParaRPr lang="en-CA"/>
          </a:p>
        </p:txBody>
      </p:sp>
    </p:spTree>
    <p:extLst>
      <p:ext uri="{BB962C8B-B14F-4D97-AF65-F5344CB8AC3E}">
        <p14:creationId xmlns:p14="http://schemas.microsoft.com/office/powerpoint/2010/main" val="1594614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85913" y="184150"/>
            <a:ext cx="3686175" cy="2763838"/>
          </a:xfrm>
        </p:spPr>
      </p:sp>
      <p:sp>
        <p:nvSpPr>
          <p:cNvPr id="3" name="Notes Placeholder 2"/>
          <p:cNvSpPr>
            <a:spLocks noGrp="1"/>
          </p:cNvSpPr>
          <p:nvPr>
            <p:ph type="body" idx="1"/>
          </p:nvPr>
        </p:nvSpPr>
        <p:spPr/>
        <p:txBody>
          <a:bodyPr/>
          <a:lstStyle/>
          <a:p>
            <a:r>
              <a:rPr lang="en-US" dirty="0"/>
              <a:t>Welcome students and frame today as a practical decision-making lesson, not a software lesson.
Before we choose typefaces, colours, photos, layout, or format, we need to ask: Who is this for? What should they understand, feel, or do? Where will they see it?</a:t>
            </a:r>
          </a:p>
          <a:p>
            <a:r>
              <a:rPr lang="en-US" dirty="0"/>
              <a:t>
Image: AI-generated classroom illustration. No external visual source used.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85913" y="184150"/>
            <a:ext cx="3686175" cy="2763838"/>
          </a:xfrm>
        </p:spPr>
      </p:sp>
      <p:sp>
        <p:nvSpPr>
          <p:cNvPr id="3" name="Notes Placeholder 2"/>
          <p:cNvSpPr>
            <a:spLocks noGrp="1"/>
          </p:cNvSpPr>
          <p:nvPr>
            <p:ph type="body" idx="1"/>
          </p:nvPr>
        </p:nvSpPr>
        <p:spPr/>
        <p:txBody>
          <a:bodyPr/>
          <a:lstStyle/>
          <a:p>
            <a:r>
              <a:rPr lang="en-US" dirty="0"/>
              <a:t>Emphasize that the topics connect: audience informs persona; persona is tested against context and medium.
Opening question: “Think of a poster, app, sign, or social post that confused you. Was the problem the message, the audience, or the place you saw it?”
</a:t>
            </a:r>
          </a:p>
          <a:p>
            <a:pPr lvl="0"/>
            <a:r>
              <a:rPr lang="en-CA" sz="1200" kern="1200" dirty="0">
                <a:solidFill>
                  <a:schemeClr val="tx1"/>
                </a:solidFill>
                <a:effectLst/>
                <a:latin typeface="+mn-lt"/>
                <a:ea typeface="+mn-ea"/>
                <a:cs typeface="+mn-cs"/>
              </a:rPr>
              <a:t>Distinguish between the </a:t>
            </a:r>
            <a:r>
              <a:rPr lang="en-CA" sz="1200" b="1" kern="1200" dirty="0">
                <a:solidFill>
                  <a:schemeClr val="tx1"/>
                </a:solidFill>
                <a:effectLst/>
                <a:latin typeface="+mn-lt"/>
                <a:ea typeface="+mn-ea"/>
                <a:cs typeface="+mn-cs"/>
              </a:rPr>
              <a:t>Intended Message</a:t>
            </a:r>
            <a:r>
              <a:rPr lang="en-CA" sz="1200" kern="1200" dirty="0">
                <a:solidFill>
                  <a:schemeClr val="tx1"/>
                </a:solidFill>
                <a:effectLst/>
                <a:latin typeface="+mn-lt"/>
                <a:ea typeface="+mn-ea"/>
                <a:cs typeface="+mn-cs"/>
              </a:rPr>
              <a:t> (what the designer encodes) and the </a:t>
            </a:r>
            <a:r>
              <a:rPr lang="en-CA" sz="1200" b="1" kern="1200" dirty="0">
                <a:solidFill>
                  <a:schemeClr val="tx1"/>
                </a:solidFill>
                <a:effectLst/>
                <a:latin typeface="+mn-lt"/>
                <a:ea typeface="+mn-ea"/>
                <a:cs typeface="+mn-cs"/>
              </a:rPr>
              <a:t>Perceived Message</a:t>
            </a:r>
            <a:r>
              <a:rPr lang="en-CA" sz="1200" kern="1200" dirty="0">
                <a:solidFill>
                  <a:schemeClr val="tx1"/>
                </a:solidFill>
                <a:effectLst/>
                <a:latin typeface="+mn-lt"/>
                <a:ea typeface="+mn-ea"/>
                <a:cs typeface="+mn-cs"/>
              </a:rPr>
              <a:t> (what the audience decodes).</a:t>
            </a:r>
          </a:p>
          <a:p>
            <a:r>
              <a:rPr lang="en-CA"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Understand why graphic design is a two-way form of communication, not just self-expression.</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Identify potential visual "noise" that distorts a message.</a:t>
            </a:r>
          </a:p>
          <a:p>
            <a:pPr marL="171450" lvl="0" indent="-171450">
              <a:buFont typeface="Arial" panose="020B0604020202020204" pitchFamily="34" charset="0"/>
              <a:buChar char="•"/>
            </a:pPr>
            <a:endParaRPr lang="en-CA" sz="1200" kern="1200" dirty="0">
              <a:solidFill>
                <a:schemeClr val="tx1"/>
              </a:solidFill>
              <a:effectLst/>
              <a:latin typeface="+mn-lt"/>
              <a:ea typeface="+mn-ea"/>
              <a:cs typeface="+mn-cs"/>
            </a:endParaRPr>
          </a:p>
          <a:p>
            <a:pPr lvl="0"/>
            <a:r>
              <a:rPr lang="en-CA" sz="1200" kern="1200" dirty="0">
                <a:solidFill>
                  <a:schemeClr val="tx1"/>
                </a:solidFill>
                <a:effectLst/>
                <a:latin typeface="+mn-lt"/>
                <a:ea typeface="+mn-ea"/>
                <a:cs typeface="+mn-cs"/>
              </a:rPr>
              <a:t>Understand the concept of the </a:t>
            </a:r>
            <a:r>
              <a:rPr lang="en-CA" sz="1200" b="1" kern="1200" dirty="0">
                <a:solidFill>
                  <a:schemeClr val="tx1"/>
                </a:solidFill>
                <a:effectLst/>
                <a:latin typeface="+mn-lt"/>
                <a:ea typeface="+mn-ea"/>
                <a:cs typeface="+mn-cs"/>
              </a:rPr>
              <a:t>User Persona</a:t>
            </a:r>
            <a:r>
              <a:rPr lang="en-CA" sz="1200" kern="1200" dirty="0">
                <a:solidFill>
                  <a:schemeClr val="tx1"/>
                </a:solidFill>
                <a:effectLst/>
                <a:latin typeface="+mn-lt"/>
                <a:ea typeface="+mn-ea"/>
                <a:cs typeface="+mn-cs"/>
              </a:rPr>
              <a:t> pioneered by Alan Cooper.</a:t>
            </a:r>
          </a:p>
          <a:p>
            <a:pPr marL="171450" indent="-171450">
              <a:buFont typeface="Arial" panose="020B0604020202020204" pitchFamily="34" charset="0"/>
              <a:buChar char="•"/>
            </a:pPr>
            <a:r>
              <a:rPr lang="en-CA" sz="1200" kern="1200" dirty="0">
                <a:solidFill>
                  <a:schemeClr val="tx1"/>
                </a:solidFill>
                <a:effectLst/>
                <a:latin typeface="+mn-lt"/>
                <a:ea typeface="+mn-ea"/>
                <a:cs typeface="+mn-cs"/>
              </a:rPr>
              <a:t> Recognise why "designing for everybody means designing for nobody."</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Learn how to synthesize demographic and psychographic data into actionable design criteria.</a:t>
            </a:r>
          </a:p>
          <a:p>
            <a:pPr marL="171450" lvl="0" indent="-171450">
              <a:buFont typeface="Arial" panose="020B0604020202020204" pitchFamily="34" charset="0"/>
              <a:buChar char="•"/>
            </a:pPr>
            <a:endParaRPr lang="en-CA" sz="1200" kern="1200" dirty="0">
              <a:solidFill>
                <a:schemeClr val="tx1"/>
              </a:solidFill>
              <a:effectLst/>
              <a:latin typeface="+mn-lt"/>
              <a:ea typeface="+mn-ea"/>
              <a:cs typeface="+mn-cs"/>
            </a:endParaRPr>
          </a:p>
          <a:p>
            <a:pPr lvl="0"/>
            <a:r>
              <a:rPr lang="en-CA" sz="1200" kern="1200" dirty="0">
                <a:solidFill>
                  <a:schemeClr val="tx1"/>
                </a:solidFill>
                <a:effectLst/>
                <a:latin typeface="+mn-lt"/>
                <a:ea typeface="+mn-ea"/>
                <a:cs typeface="+mn-cs"/>
              </a:rPr>
              <a:t>Apply Marshall McLuhan’s media theory (</a:t>
            </a:r>
            <a:r>
              <a:rPr lang="en-CA" sz="1200" i="1" kern="1200" dirty="0">
                <a:solidFill>
                  <a:schemeClr val="tx1"/>
                </a:solidFill>
                <a:effectLst/>
                <a:latin typeface="+mn-lt"/>
                <a:ea typeface="+mn-ea"/>
                <a:cs typeface="+mn-cs"/>
              </a:rPr>
              <a:t>"The medium is the message"</a:t>
            </a:r>
            <a:r>
              <a:rPr lang="en-CA" sz="1200" kern="1200" dirty="0">
                <a:solidFill>
                  <a:schemeClr val="tx1"/>
                </a:solidFill>
                <a:effectLst/>
                <a:latin typeface="+mn-lt"/>
                <a:ea typeface="+mn-ea"/>
                <a:cs typeface="+mn-cs"/>
              </a:rPr>
              <a:t>) to modern graphic design.</a:t>
            </a:r>
          </a:p>
          <a:p>
            <a:pPr marL="171450" indent="-171450">
              <a:buFont typeface="Arial" panose="020B0604020202020204" pitchFamily="34" charset="0"/>
              <a:buChar char="•"/>
            </a:pPr>
            <a:r>
              <a:rPr lang="en-CA" sz="1200" kern="1200" dirty="0">
                <a:solidFill>
                  <a:schemeClr val="tx1"/>
                </a:solidFill>
                <a:effectLst/>
                <a:latin typeface="+mn-lt"/>
                <a:ea typeface="+mn-ea"/>
                <a:cs typeface="+mn-cs"/>
              </a:rPr>
              <a:t>Contrast physical (environmental, print) context with digital (screen, UX/UI) context.</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Evaluate how viewing distance, lighting, and platform constraints dictate visual hierarchy.</a:t>
            </a:r>
            <a:endParaRPr lang="en-US" dirty="0"/>
          </a:p>
          <a:p>
            <a:endParaRPr lang="en-US" dirty="0"/>
          </a:p>
          <a:p>
            <a:endParaRPr lang="en-US" dirty="0"/>
          </a:p>
          <a:p>
            <a:r>
              <a:rPr lang="en-US" dirty="0"/>
              <a:t>To recap: design communication so the intended audience can find, understand, and use information; user-centred design sources emphasize designing around user needs.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16667-0065-89FC-C49D-A2FA3E0E8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2D06B9-C517-2814-6F11-8497A8A216E2}"/>
              </a:ext>
            </a:extLst>
          </p:cNvPr>
          <p:cNvSpPr>
            <a:spLocks noGrp="1" noRot="1" noChangeAspect="1"/>
          </p:cNvSpPr>
          <p:nvPr>
            <p:ph type="sldImg"/>
          </p:nvPr>
        </p:nvSpPr>
        <p:spPr>
          <a:xfrm>
            <a:off x="1585913" y="184150"/>
            <a:ext cx="3686175" cy="2763838"/>
          </a:xfrm>
        </p:spPr>
      </p:sp>
      <p:sp>
        <p:nvSpPr>
          <p:cNvPr id="3" name="Notes Placeholder 2">
            <a:extLst>
              <a:ext uri="{FF2B5EF4-FFF2-40B4-BE49-F238E27FC236}">
                <a16:creationId xmlns:a16="http://schemas.microsoft.com/office/drawing/2014/main" id="{27EC4D4F-7FA4-AB9A-D5D5-319D922A69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i="1" kern="1200" dirty="0">
                <a:solidFill>
                  <a:schemeClr val="tx1"/>
                </a:solidFill>
                <a:effectLst/>
                <a:latin typeface="+mn-lt"/>
                <a:ea typeface="+mn-ea"/>
                <a:cs typeface="+mn-cs"/>
              </a:rPr>
              <a:t>Begin by asking the class: "Is graphic design art?" Let them answer briefly before setting the foundation.</a:t>
            </a:r>
            <a:endParaRPr lang="en-CA" sz="1200" kern="1200" dirty="0">
              <a:solidFill>
                <a:schemeClr val="tx1"/>
              </a:solidFill>
              <a:effectLst/>
              <a:latin typeface="+mn-lt"/>
              <a:ea typeface="+mn-ea"/>
              <a:cs typeface="+mn-cs"/>
            </a:endParaRPr>
          </a:p>
          <a:p>
            <a:endParaRPr lang="en-CA" dirty="0"/>
          </a:p>
          <a:p>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kern="1200" dirty="0">
                <a:solidFill>
                  <a:schemeClr val="tx1"/>
                </a:solidFill>
                <a:effectLst/>
                <a:latin typeface="+mn-lt"/>
                <a:ea typeface="+mn-ea"/>
                <a:cs typeface="+mn-cs"/>
              </a:rPr>
              <a:t>Design vs. Fine Art:</a:t>
            </a:r>
            <a:r>
              <a:rPr lang="en-CA" sz="12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Fine art can be self-referential or open to infinite interpretation.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Graphic design, however, must fulfill a purpose: it is </a:t>
            </a:r>
            <a:r>
              <a:rPr lang="en-CA" sz="1200" b="1" kern="1200" dirty="0">
                <a:solidFill>
                  <a:schemeClr val="tx1"/>
                </a:solidFill>
                <a:effectLst/>
                <a:latin typeface="+mn-lt"/>
                <a:ea typeface="+mn-ea"/>
                <a:cs typeface="+mn-cs"/>
              </a:rPr>
              <a:t>communication with intent</a:t>
            </a:r>
            <a:r>
              <a:rPr lang="en-CA" sz="12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If your audience does not decode the message as intended, the design has failed—regardless of how aesthetically pleasing it looks.</a:t>
            </a:r>
          </a:p>
          <a:p>
            <a:endParaRPr lang="en-CA" dirty="0"/>
          </a:p>
          <a:p>
            <a:endParaRPr lang="en-US" dirty="0"/>
          </a:p>
        </p:txBody>
      </p:sp>
      <p:sp>
        <p:nvSpPr>
          <p:cNvPr id="4" name="Slide Number Placeholder 3">
            <a:extLst>
              <a:ext uri="{FF2B5EF4-FFF2-40B4-BE49-F238E27FC236}">
                <a16:creationId xmlns:a16="http://schemas.microsoft.com/office/drawing/2014/main" id="{7BC55B4B-0E56-177B-9336-02CE04C8FF7D}"/>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3459396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B1E99-31DB-67E0-B0B8-0DA2EE4573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E6769F-4D2F-E50F-DC51-578E09A01079}"/>
              </a:ext>
            </a:extLst>
          </p:cNvPr>
          <p:cNvSpPr>
            <a:spLocks noGrp="1" noRot="1" noChangeAspect="1"/>
          </p:cNvSpPr>
          <p:nvPr>
            <p:ph type="sldImg"/>
          </p:nvPr>
        </p:nvSpPr>
        <p:spPr>
          <a:xfrm>
            <a:off x="1585913" y="184150"/>
            <a:ext cx="3686175" cy="2763838"/>
          </a:xfrm>
        </p:spPr>
      </p:sp>
      <p:sp>
        <p:nvSpPr>
          <p:cNvPr id="3" name="Notes Placeholder 2">
            <a:extLst>
              <a:ext uri="{FF2B5EF4-FFF2-40B4-BE49-F238E27FC236}">
                <a16:creationId xmlns:a16="http://schemas.microsoft.com/office/drawing/2014/main" id="{102BDD7C-F5DB-6ABD-D189-DC9133A71220}"/>
              </a:ext>
            </a:extLst>
          </p:cNvPr>
          <p:cNvSpPr>
            <a:spLocks noGrp="1"/>
          </p:cNvSpPr>
          <p:nvPr>
            <p:ph type="body" idx="1"/>
          </p:nvPr>
        </p:nvSpPr>
        <p:spPr/>
        <p:txBody>
          <a:bodyPr/>
          <a:lstStyle/>
          <a:p>
            <a:r>
              <a:rPr lang="en-CA" dirty="0"/>
              <a:t>The Designer</a:t>
            </a:r>
          </a:p>
          <a:p>
            <a:r>
              <a:rPr lang="en-CA" sz="1200" b="1" kern="1200" dirty="0">
                <a:solidFill>
                  <a:schemeClr val="tx1"/>
                </a:solidFill>
                <a:effectLst/>
                <a:latin typeface="+mn-lt"/>
                <a:ea typeface="+mn-ea"/>
                <a:cs typeface="+mn-cs"/>
              </a:rPr>
              <a:t>Encoding:</a:t>
            </a:r>
            <a:r>
              <a:rPr lang="en-CA" sz="1200" kern="1200" dirty="0">
                <a:solidFill>
                  <a:schemeClr val="tx1"/>
                </a:solidFill>
                <a:effectLst/>
                <a:latin typeface="+mn-lt"/>
                <a:ea typeface="+mn-ea"/>
                <a:cs typeface="+mn-cs"/>
              </a:rPr>
              <a:t> As designers, we construct visual messages using color palettes, typography, spatial layout, imagery, and cultural symbols.</a:t>
            </a:r>
          </a:p>
          <a:p>
            <a:endParaRPr lang="en-CA" dirty="0"/>
          </a:p>
          <a:p>
            <a:endParaRPr lang="en-CA" dirty="0"/>
          </a:p>
          <a:p>
            <a:r>
              <a:rPr lang="en-CA" dirty="0"/>
              <a:t>The Audience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kern="1200" dirty="0">
                <a:solidFill>
                  <a:schemeClr val="tx1"/>
                </a:solidFill>
                <a:effectLst/>
                <a:latin typeface="+mn-lt"/>
                <a:ea typeface="+mn-ea"/>
                <a:cs typeface="+mn-cs"/>
              </a:rPr>
              <a:t>Decoding:</a:t>
            </a:r>
            <a:r>
              <a:rPr lang="en-CA" sz="1200" kern="1200" dirty="0">
                <a:solidFill>
                  <a:schemeClr val="tx1"/>
                </a:solidFill>
                <a:effectLst/>
                <a:latin typeface="+mn-lt"/>
                <a:ea typeface="+mn-ea"/>
                <a:cs typeface="+mn-cs"/>
              </a:rPr>
              <a:t> The audience interprets those visual cues based on their cultural background, personal experiences, language, and context.</a:t>
            </a:r>
          </a:p>
          <a:p>
            <a:endParaRPr lang="en-CA" dirty="0"/>
          </a:p>
          <a:p>
            <a:endParaRPr lang="en-CA" dirty="0"/>
          </a:p>
          <a:p>
            <a:r>
              <a:rPr lang="en-CA" dirty="0"/>
              <a:t>Why the Audience Matters</a:t>
            </a:r>
          </a:p>
          <a:p>
            <a:pPr marL="0" indent="0">
              <a:buNone/>
            </a:pPr>
            <a:r>
              <a:rPr lang="en-US" sz="1200" dirty="0">
                <a:solidFill>
                  <a:srgbClr val="000000"/>
                </a:solidFill>
              </a:rPr>
              <a:t>• Design is communication</a:t>
            </a:r>
            <a:endParaRPr lang="en-US" sz="1200" dirty="0"/>
          </a:p>
          <a:p>
            <a:pPr marL="0" indent="0">
              <a:buNone/>
            </a:pPr>
            <a:r>
              <a:rPr lang="en-US" sz="1200" dirty="0">
                <a:solidFill>
                  <a:srgbClr val="000000"/>
                </a:solidFill>
              </a:rPr>
              <a:t>• Every design has a target audience</a:t>
            </a:r>
            <a:endParaRPr lang="en-US" sz="1200" dirty="0"/>
          </a:p>
          <a:p>
            <a:pPr marL="0" indent="0">
              <a:buNone/>
            </a:pPr>
            <a:r>
              <a:rPr lang="en-US" sz="1200" dirty="0">
                <a:solidFill>
                  <a:srgbClr val="000000"/>
                </a:solidFill>
              </a:rPr>
              <a:t>• Good design solves audience needs not designer preferences</a:t>
            </a:r>
            <a:endParaRPr lang="en-US" sz="1200" dirty="0"/>
          </a:p>
          <a:p>
            <a:endParaRPr lang="en-CA" dirty="0"/>
          </a:p>
          <a:p>
            <a:endParaRPr lang="en-CA" dirty="0"/>
          </a:p>
          <a:p>
            <a:pPr marL="0" indent="0">
              <a:buNone/>
            </a:pPr>
            <a:r>
              <a:rPr lang="en-US" sz="1200" b="1" dirty="0">
                <a:solidFill>
                  <a:srgbClr val="003366"/>
                </a:solidFill>
              </a:rPr>
              <a:t>Interactive Question/Activity:</a:t>
            </a:r>
            <a:endParaRPr lang="en-US" sz="1200" b="1" dirty="0"/>
          </a:p>
          <a:p>
            <a:pPr marL="0" indent="0">
              <a:buNone/>
            </a:pPr>
            <a:r>
              <a:rPr lang="en-US" sz="1200" dirty="0">
                <a:solidFill>
                  <a:srgbClr val="003366"/>
                </a:solidFill>
              </a:rPr>
              <a:t>Ask: Who is the audience for a campus event poster?</a:t>
            </a:r>
            <a:endParaRPr lang="en-US" sz="1200" dirty="0"/>
          </a:p>
          <a:p>
            <a:endParaRPr lang="en-CA" dirty="0"/>
          </a:p>
          <a:p>
            <a:endParaRPr lang="en-US" dirty="0"/>
          </a:p>
        </p:txBody>
      </p:sp>
      <p:sp>
        <p:nvSpPr>
          <p:cNvPr id="4" name="Slide Number Placeholder 3">
            <a:extLst>
              <a:ext uri="{FF2B5EF4-FFF2-40B4-BE49-F238E27FC236}">
                <a16:creationId xmlns:a16="http://schemas.microsoft.com/office/drawing/2014/main" id="{36CD0590-8D97-3FE5-68CA-CB5F936FA064}"/>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248040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85913" y="184150"/>
            <a:ext cx="3686175" cy="2763838"/>
          </a:xfrm>
        </p:spPr>
      </p:sp>
      <p:sp>
        <p:nvSpPr>
          <p:cNvPr id="3" name="Notes Placeholder 2"/>
          <p:cNvSpPr>
            <a:spLocks noGrp="1"/>
          </p:cNvSpPr>
          <p:nvPr>
            <p:ph type="body" idx="1"/>
          </p:nvPr>
        </p:nvSpPr>
        <p:spPr/>
        <p:txBody>
          <a:bodyPr/>
          <a:lstStyle/>
          <a:p>
            <a:r>
              <a:rPr lang="en-US" dirty="0"/>
              <a:t>When students say, ‘I want it to appeal to everyone,’ gently push back. In professional design, ‘everyone’ is too vague to guide choices. The more clearly we define the audience, the more confident our design decisions become.</a:t>
            </a:r>
          </a:p>
          <a:p>
            <a:r>
              <a:rPr lang="en-US" dirty="0"/>
              <a:t>
Question: What would change if the same message were designed for: a teenager, a parent, a new Canadian, or a business sponsor?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B6673"/>
                </a:solidFill>
              </a:rPr>
              <a:t>Example: A campus event poster for first-year students should not look or read the same as a sponsorship proposal for local businesses.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5B6673"/>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r>
              <a:rPr lang="en-US" dirty="0"/>
              <a:t>
Key accuracy check: Canada.ca defines plain language as wording, structure, and design that help the intended audience find, understand, and use information. This supports the point that message clarity and audience fit are design concerns, not just writing concerns.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85913" y="184150"/>
            <a:ext cx="3686175" cy="2763838"/>
          </a:xfrm>
        </p:spPr>
      </p:sp>
      <p:sp>
        <p:nvSpPr>
          <p:cNvPr id="3" name="Notes Placeholder 2"/>
          <p:cNvSpPr>
            <a:spLocks noGrp="1"/>
          </p:cNvSpPr>
          <p:nvPr>
            <p:ph type="body" idx="1"/>
          </p:nvPr>
        </p:nvSpPr>
        <p:spPr/>
        <p:txBody>
          <a:bodyPr/>
          <a:lstStyle/>
          <a:p>
            <a:r>
              <a:rPr lang="en-US" dirty="0"/>
              <a:t>Audience awareness does not mean stereotyping. It means making evidence-informed guesses, then checking them. Good designers ask: what might this audience need to feel confident, included, safe, or motivated?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85913" y="184150"/>
            <a:ext cx="3686175" cy="2763838"/>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dirty="0">
                <a:solidFill>
                  <a:srgbClr val="334155"/>
                </a:solidFill>
                <a:latin typeface="Lato"/>
              </a:rPr>
              <a:t>Successful communication requires shifting focus from internal preference to audience reception.</a:t>
            </a:r>
          </a:p>
          <a:p>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dirty="0">
                <a:solidFill>
                  <a:srgbClr val="0F172A"/>
                </a:solidFill>
                <a:latin typeface="Lato"/>
              </a:rPr>
              <a:t>Intentional Cues:</a:t>
            </a:r>
            <a:r>
              <a:rPr lang="en-US" sz="1200" b="0" i="0" u="none" dirty="0">
                <a:solidFill>
                  <a:srgbClr val="334155"/>
                </a:solidFill>
                <a:latin typeface="Lato"/>
              </a:rPr>
              <a:t> Select typography and </a:t>
            </a:r>
            <a:r>
              <a:rPr lang="en-US" sz="1200" b="0" i="0" u="none" dirty="0" err="1">
                <a:solidFill>
                  <a:srgbClr val="334155"/>
                </a:solidFill>
                <a:latin typeface="Lato"/>
              </a:rPr>
              <a:t>colours</a:t>
            </a:r>
            <a:r>
              <a:rPr lang="en-US" sz="1200" b="0" i="0" u="none" dirty="0">
                <a:solidFill>
                  <a:srgbClr val="334155"/>
                </a:solidFill>
                <a:latin typeface="Lato"/>
              </a:rPr>
              <a:t> that reflect audience literacy.</a:t>
            </a:r>
          </a:p>
          <a:p>
            <a:endParaRPr lang="en-CA" dirty="0"/>
          </a:p>
          <a:p>
            <a:pPr>
              <a:lnSpc>
                <a:spcPts val="2025"/>
              </a:lnSpc>
            </a:pPr>
            <a:r>
              <a:rPr lang="en-US" sz="1200" b="1" dirty="0">
                <a:solidFill>
                  <a:srgbClr val="0F172A"/>
                </a:solidFill>
                <a:latin typeface="Lato"/>
              </a:rPr>
              <a:t>Eliminating Noise:</a:t>
            </a:r>
            <a:r>
              <a:rPr lang="en-US" sz="1200" dirty="0">
                <a:solidFill>
                  <a:srgbClr val="334155"/>
                </a:solidFill>
                <a:latin typeface="Lato"/>
              </a:rPr>
              <a:t> Remove confusing symbols and visual clutter. </a:t>
            </a:r>
            <a:r>
              <a:rPr lang="en-CA" sz="1200" kern="1200" dirty="0">
                <a:solidFill>
                  <a:schemeClr val="tx1"/>
                </a:solidFill>
                <a:effectLst/>
                <a:latin typeface="+mn-lt"/>
                <a:ea typeface="+mn-ea"/>
                <a:cs typeface="+mn-cs"/>
              </a:rPr>
              <a:t>Visual noise can be physical (poor contrast, tiny text size, bad printing) or cultural (using symbols or slang that the target demographic finds confusing or offensive).</a:t>
            </a:r>
          </a:p>
          <a:p>
            <a:pPr>
              <a:lnSpc>
                <a:spcPts val="2025"/>
              </a:lnSpc>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ts val="2025"/>
              </a:lnSpc>
              <a:spcBef>
                <a:spcPts val="0"/>
              </a:spcBef>
              <a:spcAft>
                <a:spcPts val="0"/>
              </a:spcAft>
              <a:buClrTx/>
              <a:buSzTx/>
              <a:buFontTx/>
              <a:buNone/>
              <a:tabLst/>
              <a:defRPr/>
            </a:pPr>
            <a:r>
              <a:rPr lang="en-US" sz="1200" b="1" i="0" u="none" dirty="0">
                <a:solidFill>
                  <a:srgbClr val="0F172A"/>
                </a:solidFill>
                <a:latin typeface="Lato"/>
              </a:rPr>
              <a:t>Shared Codes:</a:t>
            </a:r>
            <a:r>
              <a:rPr lang="en-US" sz="1200" b="0" i="0" u="none" dirty="0">
                <a:solidFill>
                  <a:srgbClr val="334155"/>
                </a:solidFill>
                <a:latin typeface="Lato"/>
              </a:rPr>
              <a:t> Use cultural metaphors understood by your specific demographic.</a:t>
            </a:r>
          </a:p>
          <a:p>
            <a:pPr>
              <a:lnSpc>
                <a:spcPts val="2025"/>
              </a:lnSpc>
            </a:pPr>
            <a:endParaRPr lang="en-CA" sz="1200" kern="1200" dirty="0">
              <a:solidFill>
                <a:schemeClr val="tx1"/>
              </a:solidFill>
              <a:effectLst/>
              <a:latin typeface="+mn-lt"/>
              <a:ea typeface="+mn-ea"/>
              <a:cs typeface="+mn-cs"/>
            </a:endParaRPr>
          </a:p>
          <a:p>
            <a:endParaRPr lang="en-CA" dirty="0"/>
          </a:p>
        </p:txBody>
      </p:sp>
      <p:sp>
        <p:nvSpPr>
          <p:cNvPr id="4" name="Slide Number Placeholder 3"/>
          <p:cNvSpPr>
            <a:spLocks noGrp="1"/>
          </p:cNvSpPr>
          <p:nvPr>
            <p:ph type="sldNum" sz="quarter" idx="5"/>
          </p:nvPr>
        </p:nvSpPr>
        <p:spPr/>
        <p:txBody>
          <a:bodyPr/>
          <a:lstStyle/>
          <a:p>
            <a:fld id="{2974D91C-5FCE-432E-985B-D11121B6D450}" type="slidenum">
              <a:rPr lang="en-CA" smtClean="0"/>
              <a:t>7</a:t>
            </a:fld>
            <a:endParaRPr lang="en-CA"/>
          </a:p>
        </p:txBody>
      </p:sp>
    </p:spTree>
    <p:extLst>
      <p:ext uri="{BB962C8B-B14F-4D97-AF65-F5344CB8AC3E}">
        <p14:creationId xmlns:p14="http://schemas.microsoft.com/office/powerpoint/2010/main" val="15490061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85913" y="184150"/>
            <a:ext cx="3686175" cy="2763838"/>
          </a:xfrm>
        </p:spPr>
      </p:sp>
      <p:sp>
        <p:nvSpPr>
          <p:cNvPr id="3" name="Notes Placeholder 2"/>
          <p:cNvSpPr>
            <a:spLocks noGrp="1"/>
          </p:cNvSpPr>
          <p:nvPr>
            <p:ph type="body" idx="1"/>
          </p:nvPr>
        </p:nvSpPr>
        <p:spPr/>
        <p:txBody>
          <a:bodyPr/>
          <a:lstStyle/>
          <a:p>
            <a:r>
              <a:rPr lang="en-US" dirty="0"/>
              <a:t>Sources slide. Use if students ask where the lecture framework came from.
Canada.ca Content Style Guide — plain language and audience: https://design.canada.ca/style-guide/
Canada.ca Designing for Canada.ca — design for people / user needs: https://design.canada.ca/
Canadian Digital Service — user-centred design: https://digital.canada.ca/user-centred-design/
Nielsen Norman Group — Personas: Study Guide: https://www.nngroup.com/articles/personas-study-guide/
Nielsen Norman Group — Optimizing for Context in Omnichannel UX: https://www.nngroup.com/articles/context-specific-cross-channel/
Nielsen Norman Group — When to Use Which UX Research Methods: https://www.nngroup.com/articles/which-ux-research-methods/
W3C WAI — WCAG 2 Overview: https://www.w3.org/WAI/standards-guidelines/wcag/
Interaction Design Foundation — User-Centred Design: https://www.interaction-design.org/literature/topics/user-centered-design
Interaction Design Foundation — Personas: A Simple Introduction: https://www.interaction-design.org/literature/article/personas-why-and-how-you-should-use-them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6751183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3053728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4978810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1589928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9/16/2026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0348381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9/16/2026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8934995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7987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3970711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85007190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8603243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212535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1492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9/16/2026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4210454314"/>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hyperlink" Target="https://www.lowes.com/pd/Trademark-Fine-Art-Pat-Saunders-White-Dos-Amores-Canvas-Art-14x19/8633527" TargetMode="Externa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mnt/data/a_bright_modern_classroom_studio_interior_scene_wi.png"/>
          <p:cNvPicPr>
            <a:picLocks noChangeAspect="1"/>
          </p:cNvPicPr>
          <p:nvPr/>
        </p:nvPicPr>
        <p:blipFill>
          <a:blip r:embed="rId3"/>
          <a:srcRect l="27177" r="27177"/>
          <a:stretch/>
        </p:blipFill>
        <p:spPr>
          <a:xfrm>
            <a:off x="4972051" y="857250"/>
            <a:ext cx="4171721" cy="5143500"/>
          </a:xfrm>
          <a:prstGeom prst="rect">
            <a:avLst/>
          </a:prstGeom>
        </p:spPr>
      </p:pic>
      <p:sp>
        <p:nvSpPr>
          <p:cNvPr id="3" name="Shape 0"/>
          <p:cNvSpPr/>
          <p:nvPr/>
        </p:nvSpPr>
        <p:spPr>
          <a:xfrm>
            <a:off x="0" y="857250"/>
            <a:ext cx="4924044" cy="5143500"/>
          </a:xfrm>
          <a:prstGeom prst="rect">
            <a:avLst/>
          </a:prstGeom>
          <a:solidFill>
            <a:srgbClr val="FFFFFF"/>
          </a:solidFill>
          <a:ln w="12700">
            <a:solidFill>
              <a:srgbClr val="FFFFFF"/>
            </a:solidFill>
            <a:prstDash val="solid"/>
          </a:ln>
        </p:spPr>
        <p:txBody>
          <a:bodyPr/>
          <a:lstStyle/>
          <a:p>
            <a:endParaRPr lang="en-CA" sz="1350"/>
          </a:p>
        </p:txBody>
      </p:sp>
      <p:sp>
        <p:nvSpPr>
          <p:cNvPr id="4" name="Shape 1"/>
          <p:cNvSpPr/>
          <p:nvPr/>
        </p:nvSpPr>
        <p:spPr>
          <a:xfrm>
            <a:off x="4924044" y="857250"/>
            <a:ext cx="48006" cy="5143500"/>
          </a:xfrm>
          <a:prstGeom prst="rect">
            <a:avLst/>
          </a:prstGeom>
          <a:solidFill>
            <a:srgbClr val="F8C200"/>
          </a:solidFill>
          <a:ln w="12700">
            <a:solidFill>
              <a:srgbClr val="F8C200"/>
            </a:solidFill>
            <a:prstDash val="solid"/>
          </a:ln>
        </p:spPr>
        <p:txBody>
          <a:bodyPr/>
          <a:lstStyle/>
          <a:p>
            <a:endParaRPr lang="en-CA" sz="1350"/>
          </a:p>
        </p:txBody>
      </p:sp>
      <p:sp>
        <p:nvSpPr>
          <p:cNvPr id="5" name="Shape 2"/>
          <p:cNvSpPr/>
          <p:nvPr/>
        </p:nvSpPr>
        <p:spPr>
          <a:xfrm>
            <a:off x="617220" y="1721358"/>
            <a:ext cx="1440180" cy="233172"/>
          </a:xfrm>
          <a:prstGeom prst="roundRect">
            <a:avLst>
              <a:gd name="adj" fmla="val 23529"/>
            </a:avLst>
          </a:prstGeom>
          <a:solidFill>
            <a:srgbClr val="F8C200"/>
          </a:solidFill>
          <a:ln w="12700">
            <a:solidFill>
              <a:srgbClr val="F8C200"/>
            </a:solidFill>
            <a:prstDash val="solid"/>
          </a:ln>
        </p:spPr>
        <p:txBody>
          <a:bodyPr/>
          <a:lstStyle/>
          <a:p>
            <a:endParaRPr lang="en-CA" sz="1350"/>
          </a:p>
        </p:txBody>
      </p:sp>
      <p:sp>
        <p:nvSpPr>
          <p:cNvPr id="6" name="Text 3"/>
          <p:cNvSpPr/>
          <p:nvPr/>
        </p:nvSpPr>
        <p:spPr>
          <a:xfrm>
            <a:off x="672084" y="1776222"/>
            <a:ext cx="1330452" cy="123444"/>
          </a:xfrm>
          <a:prstGeom prst="rect">
            <a:avLst/>
          </a:prstGeom>
          <a:noFill/>
          <a:ln/>
        </p:spPr>
        <p:txBody>
          <a:bodyPr wrap="square" lIns="0" tIns="0" rIns="0" bIns="0" rtlCol="0" anchor="ctr"/>
          <a:lstStyle/>
          <a:p>
            <a:pPr algn="ctr"/>
            <a:r>
              <a:rPr lang="en-US" sz="638" b="1" dirty="0">
                <a:solidFill>
                  <a:srgbClr val="1D2733"/>
                </a:solidFill>
              </a:rPr>
              <a:t>Design Theory • Year 1</a:t>
            </a:r>
            <a:endParaRPr lang="en-US" sz="638" dirty="0"/>
          </a:p>
        </p:txBody>
      </p:sp>
      <p:sp>
        <p:nvSpPr>
          <p:cNvPr id="7" name="Text 4"/>
          <p:cNvSpPr/>
          <p:nvPr/>
        </p:nvSpPr>
        <p:spPr>
          <a:xfrm>
            <a:off x="589788" y="2057400"/>
            <a:ext cx="4286250" cy="960120"/>
          </a:xfrm>
          <a:prstGeom prst="rect">
            <a:avLst/>
          </a:prstGeom>
          <a:noFill/>
          <a:ln/>
        </p:spPr>
        <p:txBody>
          <a:bodyPr wrap="square" lIns="0" tIns="0" rIns="0" bIns="0" rtlCol="0" anchor="ctr">
            <a:normAutofit fontScale="92500" lnSpcReduction="20000"/>
          </a:bodyPr>
          <a:lstStyle/>
          <a:p>
            <a:r>
              <a:rPr lang="en-US" sz="2700" b="1" dirty="0">
                <a:solidFill>
                  <a:srgbClr val="0F172A"/>
                </a:solidFill>
                <a:latin typeface="Poppins"/>
              </a:rPr>
              <a:t>Who Are You Talking To?</a:t>
            </a:r>
          </a:p>
          <a:p>
            <a:r>
              <a:rPr lang="en-US" sz="2475" b="1" dirty="0">
                <a:solidFill>
                  <a:srgbClr val="1D2733"/>
                </a:solidFill>
                <a:latin typeface="Aptos Display" pitchFamily="34" charset="0"/>
                <a:ea typeface="Aptos Display" pitchFamily="34" charset="-122"/>
                <a:cs typeface="Aptos Display" pitchFamily="34" charset="-120"/>
              </a:rPr>
              <a:t>Audience, Personas,</a:t>
            </a:r>
            <a:endParaRPr lang="en-US" sz="2475" dirty="0"/>
          </a:p>
          <a:p>
            <a:r>
              <a:rPr lang="en-US" sz="2475" b="1" dirty="0">
                <a:solidFill>
                  <a:srgbClr val="1D2733"/>
                </a:solidFill>
                <a:latin typeface="Aptos Display" pitchFamily="34" charset="0"/>
                <a:ea typeface="Aptos Display" pitchFamily="34" charset="-122"/>
                <a:cs typeface="Aptos Display" pitchFamily="34" charset="-120"/>
              </a:rPr>
              <a:t>Context &amp; Medium</a:t>
            </a:r>
            <a:endParaRPr lang="en-US" sz="2475" dirty="0"/>
          </a:p>
        </p:txBody>
      </p:sp>
      <p:sp>
        <p:nvSpPr>
          <p:cNvPr id="9" name="Text 6"/>
          <p:cNvSpPr/>
          <p:nvPr/>
        </p:nvSpPr>
        <p:spPr>
          <a:xfrm>
            <a:off x="617220" y="3909060"/>
            <a:ext cx="3943350" cy="356616"/>
          </a:xfrm>
          <a:prstGeom prst="rect">
            <a:avLst/>
          </a:prstGeom>
          <a:noFill/>
          <a:ln/>
        </p:spPr>
        <p:txBody>
          <a:bodyPr wrap="square" lIns="0" tIns="0" rIns="0" bIns="0" rtlCol="0" anchor="ctr"/>
          <a:lstStyle/>
          <a:p>
            <a:r>
              <a:rPr lang="en-US" sz="1275" b="1" dirty="0">
                <a:solidFill>
                  <a:srgbClr val="007599"/>
                </a:solidFill>
              </a:rPr>
              <a:t>Good design choices start before the software opens.</a:t>
            </a:r>
            <a:endParaRPr lang="en-US" sz="12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1" y="857250"/>
            <a:ext cx="9143771" cy="123444"/>
          </a:xfrm>
          <a:prstGeom prst="rect">
            <a:avLst/>
          </a:prstGeom>
          <a:solidFill>
            <a:srgbClr val="007599"/>
          </a:solidFill>
          <a:ln w="12700">
            <a:solidFill>
              <a:srgbClr val="007599"/>
            </a:solidFill>
            <a:prstDash val="solid"/>
          </a:ln>
        </p:spPr>
        <p:txBody>
          <a:bodyPr/>
          <a:lstStyle/>
          <a:p>
            <a:endParaRPr lang="en-CA" sz="1350"/>
          </a:p>
        </p:txBody>
      </p:sp>
      <p:sp>
        <p:nvSpPr>
          <p:cNvPr id="3" name="Text 1"/>
          <p:cNvSpPr/>
          <p:nvPr/>
        </p:nvSpPr>
        <p:spPr>
          <a:xfrm>
            <a:off x="6926580" y="884682"/>
            <a:ext cx="1885950" cy="82296"/>
          </a:xfrm>
          <a:prstGeom prst="rect">
            <a:avLst/>
          </a:prstGeom>
          <a:noFill/>
          <a:ln/>
        </p:spPr>
        <p:txBody>
          <a:bodyPr wrap="square" lIns="0" tIns="0" rIns="0" bIns="0" rtlCol="0" anchor="ctr"/>
          <a:lstStyle/>
          <a:p>
            <a:pPr algn="r"/>
            <a:r>
              <a:rPr lang="en-US" sz="488" dirty="0">
                <a:solidFill>
                  <a:srgbClr val="5B6673"/>
                </a:solidFill>
                <a:latin typeface="Aptos" pitchFamily="34" charset="0"/>
                <a:ea typeface="Aptos" pitchFamily="34" charset="-122"/>
                <a:cs typeface="Aptos" pitchFamily="34" charset="-120"/>
              </a:rPr>
              <a:t>Lecture roadmap</a:t>
            </a:r>
            <a:endParaRPr lang="en-US" sz="488" dirty="0"/>
          </a:p>
        </p:txBody>
      </p:sp>
      <p:sp>
        <p:nvSpPr>
          <p:cNvPr id="4" name="Text 2"/>
          <p:cNvSpPr/>
          <p:nvPr/>
        </p:nvSpPr>
        <p:spPr>
          <a:xfrm>
            <a:off x="377190" y="1145286"/>
            <a:ext cx="7886700" cy="356616"/>
          </a:xfrm>
          <a:prstGeom prst="rect">
            <a:avLst/>
          </a:prstGeom>
          <a:noFill/>
          <a:ln/>
        </p:spPr>
        <p:txBody>
          <a:bodyPr wrap="square" lIns="0" tIns="0" rIns="0" bIns="0" rtlCol="0" anchor="ctr"/>
          <a:lstStyle/>
          <a:p>
            <a:r>
              <a:rPr lang="en-US" sz="1875" b="1" dirty="0">
                <a:solidFill>
                  <a:srgbClr val="1D2733"/>
                </a:solidFill>
                <a:latin typeface="Aptos Display" pitchFamily="34" charset="0"/>
                <a:ea typeface="Aptos Display" pitchFamily="34" charset="-122"/>
                <a:cs typeface="Aptos Display" pitchFamily="34" charset="-120"/>
              </a:rPr>
              <a:t>Today’s path</a:t>
            </a:r>
            <a:endParaRPr lang="en-US" sz="1875" dirty="0"/>
          </a:p>
        </p:txBody>
      </p:sp>
      <p:sp>
        <p:nvSpPr>
          <p:cNvPr id="5" name="Text 3"/>
          <p:cNvSpPr/>
          <p:nvPr/>
        </p:nvSpPr>
        <p:spPr>
          <a:xfrm>
            <a:off x="390906" y="1529334"/>
            <a:ext cx="7818120" cy="260604"/>
          </a:xfrm>
          <a:prstGeom prst="rect">
            <a:avLst/>
          </a:prstGeom>
          <a:noFill/>
          <a:ln/>
        </p:spPr>
        <p:txBody>
          <a:bodyPr wrap="square" lIns="0" tIns="0" rIns="0" bIns="0" rtlCol="0" anchor="ctr"/>
          <a:lstStyle/>
          <a:p>
            <a:r>
              <a:rPr lang="en-US" sz="938" dirty="0">
                <a:solidFill>
                  <a:srgbClr val="5B6673"/>
                </a:solidFill>
              </a:rPr>
              <a:t>Three questions designers ask before making visual choices.</a:t>
            </a:r>
            <a:endParaRPr lang="en-US" sz="938" dirty="0"/>
          </a:p>
        </p:txBody>
      </p:sp>
      <p:sp>
        <p:nvSpPr>
          <p:cNvPr id="6" name="Shape 4"/>
          <p:cNvSpPr/>
          <p:nvPr/>
        </p:nvSpPr>
        <p:spPr>
          <a:xfrm>
            <a:off x="514350" y="2057400"/>
            <a:ext cx="2297430" cy="2674620"/>
          </a:xfrm>
          <a:prstGeom prst="roundRect">
            <a:avLst>
              <a:gd name="adj" fmla="val 4179"/>
            </a:avLst>
          </a:prstGeom>
          <a:solidFill>
            <a:srgbClr val="FFFFFF"/>
          </a:solidFill>
          <a:ln w="25400">
            <a:solidFill>
              <a:srgbClr val="007599"/>
            </a:solidFill>
            <a:prstDash val="solid"/>
          </a:ln>
        </p:spPr>
        <p:txBody>
          <a:bodyPr/>
          <a:lstStyle/>
          <a:p>
            <a:endParaRPr lang="en-CA" sz="1350"/>
          </a:p>
        </p:txBody>
      </p:sp>
      <p:sp>
        <p:nvSpPr>
          <p:cNvPr id="8" name="Text 6"/>
          <p:cNvSpPr/>
          <p:nvPr/>
        </p:nvSpPr>
        <p:spPr>
          <a:xfrm>
            <a:off x="685800" y="2606040"/>
            <a:ext cx="1920240" cy="493776"/>
          </a:xfrm>
          <a:prstGeom prst="rect">
            <a:avLst/>
          </a:prstGeom>
          <a:noFill/>
          <a:ln/>
        </p:spPr>
        <p:txBody>
          <a:bodyPr wrap="square" lIns="0" tIns="0" rIns="0" bIns="0" rtlCol="0" anchor="ctr">
            <a:normAutofit/>
          </a:bodyPr>
          <a:lstStyle/>
          <a:p>
            <a:r>
              <a:rPr lang="en-US" sz="1275" b="1" dirty="0">
                <a:solidFill>
                  <a:srgbClr val="1D2733"/>
                </a:solidFill>
              </a:rPr>
              <a:t>1. Audience &amp; intended message</a:t>
            </a:r>
            <a:endParaRPr lang="en-US" sz="1275" dirty="0"/>
          </a:p>
        </p:txBody>
      </p:sp>
      <p:sp>
        <p:nvSpPr>
          <p:cNvPr id="9" name="Text 7"/>
          <p:cNvSpPr/>
          <p:nvPr/>
        </p:nvSpPr>
        <p:spPr>
          <a:xfrm>
            <a:off x="685800" y="3291840"/>
            <a:ext cx="1885950" cy="713232"/>
          </a:xfrm>
          <a:prstGeom prst="rect">
            <a:avLst/>
          </a:prstGeom>
          <a:noFill/>
          <a:ln/>
        </p:spPr>
        <p:txBody>
          <a:bodyPr wrap="square" lIns="0" tIns="0" rIns="0" bIns="0" rtlCol="0" anchor="ctr">
            <a:normAutofit/>
          </a:bodyPr>
          <a:lstStyle/>
          <a:p>
            <a:r>
              <a:rPr lang="en-US" sz="1125" dirty="0">
                <a:solidFill>
                  <a:srgbClr val="5B6673"/>
                </a:solidFill>
              </a:rPr>
              <a:t>Who needs to understand this? What should they think, feel, or do?</a:t>
            </a:r>
            <a:endParaRPr lang="en-US" sz="1125" dirty="0"/>
          </a:p>
        </p:txBody>
      </p:sp>
      <p:sp>
        <p:nvSpPr>
          <p:cNvPr id="11" name="Shape 9"/>
          <p:cNvSpPr/>
          <p:nvPr/>
        </p:nvSpPr>
        <p:spPr>
          <a:xfrm>
            <a:off x="3188970" y="2057400"/>
            <a:ext cx="2297430" cy="2674620"/>
          </a:xfrm>
          <a:prstGeom prst="roundRect">
            <a:avLst>
              <a:gd name="adj" fmla="val 4179"/>
            </a:avLst>
          </a:prstGeom>
          <a:solidFill>
            <a:srgbClr val="FFFFFF"/>
          </a:solidFill>
          <a:ln w="25400">
            <a:solidFill>
              <a:srgbClr val="829600"/>
            </a:solidFill>
            <a:prstDash val="solid"/>
          </a:ln>
        </p:spPr>
        <p:txBody>
          <a:bodyPr/>
          <a:lstStyle/>
          <a:p>
            <a:endParaRPr lang="en-CA" sz="1350"/>
          </a:p>
        </p:txBody>
      </p:sp>
      <p:sp>
        <p:nvSpPr>
          <p:cNvPr id="13" name="Text 11"/>
          <p:cNvSpPr/>
          <p:nvPr/>
        </p:nvSpPr>
        <p:spPr>
          <a:xfrm>
            <a:off x="3360420" y="2606040"/>
            <a:ext cx="1920240" cy="493776"/>
          </a:xfrm>
          <a:prstGeom prst="rect">
            <a:avLst/>
          </a:prstGeom>
          <a:noFill/>
          <a:ln/>
        </p:spPr>
        <p:txBody>
          <a:bodyPr wrap="square" lIns="0" tIns="0" rIns="0" bIns="0" rtlCol="0" anchor="ctr">
            <a:normAutofit/>
          </a:bodyPr>
          <a:lstStyle/>
          <a:p>
            <a:r>
              <a:rPr lang="en-US" sz="1275" b="1" dirty="0">
                <a:solidFill>
                  <a:srgbClr val="1D2733"/>
                </a:solidFill>
              </a:rPr>
              <a:t>2. Design personas</a:t>
            </a:r>
            <a:endParaRPr lang="en-US" sz="1275" dirty="0"/>
          </a:p>
        </p:txBody>
      </p:sp>
      <p:sp>
        <p:nvSpPr>
          <p:cNvPr id="14" name="Text 12"/>
          <p:cNvSpPr/>
          <p:nvPr/>
        </p:nvSpPr>
        <p:spPr>
          <a:xfrm>
            <a:off x="3360420" y="3291840"/>
            <a:ext cx="1885950" cy="713232"/>
          </a:xfrm>
          <a:prstGeom prst="rect">
            <a:avLst/>
          </a:prstGeom>
          <a:noFill/>
          <a:ln/>
        </p:spPr>
        <p:txBody>
          <a:bodyPr wrap="square" lIns="0" tIns="0" rIns="0" bIns="0" rtlCol="0" anchor="ctr">
            <a:normAutofit/>
          </a:bodyPr>
          <a:lstStyle/>
          <a:p>
            <a:r>
              <a:rPr lang="en-US" sz="1125" dirty="0">
                <a:solidFill>
                  <a:srgbClr val="5B6673"/>
                </a:solidFill>
              </a:rPr>
              <a:t>How can a realistic audience profile guide design decisions?</a:t>
            </a:r>
            <a:endParaRPr lang="en-US" sz="1125" dirty="0"/>
          </a:p>
        </p:txBody>
      </p:sp>
      <p:sp>
        <p:nvSpPr>
          <p:cNvPr id="16" name="Shape 14"/>
          <p:cNvSpPr/>
          <p:nvPr/>
        </p:nvSpPr>
        <p:spPr>
          <a:xfrm>
            <a:off x="5863590" y="2057400"/>
            <a:ext cx="2297430" cy="2674620"/>
          </a:xfrm>
          <a:prstGeom prst="roundRect">
            <a:avLst>
              <a:gd name="adj" fmla="val 4179"/>
            </a:avLst>
          </a:prstGeom>
          <a:solidFill>
            <a:srgbClr val="FFFFFF"/>
          </a:solidFill>
          <a:ln w="25400">
            <a:solidFill>
              <a:srgbClr val="F8C200"/>
            </a:solidFill>
            <a:prstDash val="solid"/>
          </a:ln>
        </p:spPr>
        <p:txBody>
          <a:bodyPr/>
          <a:lstStyle/>
          <a:p>
            <a:endParaRPr lang="en-CA" sz="1350"/>
          </a:p>
        </p:txBody>
      </p:sp>
      <p:sp>
        <p:nvSpPr>
          <p:cNvPr id="18" name="Text 16"/>
          <p:cNvSpPr/>
          <p:nvPr/>
        </p:nvSpPr>
        <p:spPr>
          <a:xfrm>
            <a:off x="6035040" y="2606040"/>
            <a:ext cx="1920240" cy="493776"/>
          </a:xfrm>
          <a:prstGeom prst="rect">
            <a:avLst/>
          </a:prstGeom>
          <a:noFill/>
          <a:ln/>
        </p:spPr>
        <p:txBody>
          <a:bodyPr wrap="square" lIns="0" tIns="0" rIns="0" bIns="0" rtlCol="0" anchor="ctr">
            <a:normAutofit/>
          </a:bodyPr>
          <a:lstStyle/>
          <a:p>
            <a:r>
              <a:rPr lang="en-US" sz="1275" b="1" dirty="0">
                <a:solidFill>
                  <a:srgbClr val="1D2733"/>
                </a:solidFill>
              </a:rPr>
              <a:t>3. Context &amp; medium</a:t>
            </a:r>
            <a:endParaRPr lang="en-US" sz="1275" dirty="0"/>
          </a:p>
        </p:txBody>
      </p:sp>
      <p:sp>
        <p:nvSpPr>
          <p:cNvPr id="19" name="Text 17"/>
          <p:cNvSpPr/>
          <p:nvPr/>
        </p:nvSpPr>
        <p:spPr>
          <a:xfrm>
            <a:off x="6035040" y="3291840"/>
            <a:ext cx="1885950" cy="713232"/>
          </a:xfrm>
          <a:prstGeom prst="rect">
            <a:avLst/>
          </a:prstGeom>
          <a:noFill/>
          <a:ln/>
        </p:spPr>
        <p:txBody>
          <a:bodyPr wrap="square" lIns="0" tIns="0" rIns="0" bIns="0" rtlCol="0" anchor="ctr">
            <a:normAutofit/>
          </a:bodyPr>
          <a:lstStyle/>
          <a:p>
            <a:r>
              <a:rPr lang="en-US" sz="1125" dirty="0">
                <a:solidFill>
                  <a:srgbClr val="5B6673"/>
                </a:solidFill>
              </a:rPr>
              <a:t>Where will this design live, and how does that change what works?</a:t>
            </a:r>
            <a:endParaRPr lang="en-US" sz="11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563DF62-645B-B628-E012-7B14BD38DA7A}"/>
            </a:ext>
          </a:extLst>
        </p:cNvPr>
        <p:cNvGrpSpPr/>
        <p:nvPr/>
      </p:nvGrpSpPr>
      <p:grpSpPr>
        <a:xfrm>
          <a:off x="0" y="0"/>
          <a:ext cx="0" cy="0"/>
          <a:chOff x="0" y="0"/>
          <a:chExt cx="0" cy="0"/>
        </a:xfrm>
      </p:grpSpPr>
      <p:pic>
        <p:nvPicPr>
          <p:cNvPr id="2" name="Image 0" descr="/mnt/data/a_bright_modern_classroom_studio_interior_scene_wi.png">
            <a:extLst>
              <a:ext uri="{FF2B5EF4-FFF2-40B4-BE49-F238E27FC236}">
                <a16:creationId xmlns:a16="http://schemas.microsoft.com/office/drawing/2014/main" id="{56F49843-B28E-C2AB-C838-472B50D14B31}"/>
              </a:ext>
            </a:extLst>
          </p:cNvPr>
          <p:cNvPicPr>
            <a:picLocks noChangeAspect="1"/>
          </p:cNvPicPr>
          <p:nvPr/>
        </p:nvPicPr>
        <p:blipFill>
          <a:blip r:embed="rId3"/>
          <a:srcRect l="27177" r="27177"/>
          <a:stretch/>
        </p:blipFill>
        <p:spPr>
          <a:xfrm>
            <a:off x="4972051" y="857250"/>
            <a:ext cx="4171721" cy="5143500"/>
          </a:xfrm>
          <a:prstGeom prst="rect">
            <a:avLst/>
          </a:prstGeom>
        </p:spPr>
      </p:pic>
      <p:sp>
        <p:nvSpPr>
          <p:cNvPr id="3" name="Shape 0">
            <a:extLst>
              <a:ext uri="{FF2B5EF4-FFF2-40B4-BE49-F238E27FC236}">
                <a16:creationId xmlns:a16="http://schemas.microsoft.com/office/drawing/2014/main" id="{5291C31A-E03D-EAE2-FF19-B7420F5FF4E4}"/>
              </a:ext>
            </a:extLst>
          </p:cNvPr>
          <p:cNvSpPr/>
          <p:nvPr/>
        </p:nvSpPr>
        <p:spPr>
          <a:xfrm>
            <a:off x="0" y="857250"/>
            <a:ext cx="4924044" cy="5143500"/>
          </a:xfrm>
          <a:prstGeom prst="rect">
            <a:avLst/>
          </a:prstGeom>
          <a:solidFill>
            <a:srgbClr val="FFFFFF"/>
          </a:solidFill>
          <a:ln w="12700">
            <a:solidFill>
              <a:srgbClr val="FFFFFF"/>
            </a:solidFill>
            <a:prstDash val="solid"/>
          </a:ln>
        </p:spPr>
        <p:txBody>
          <a:bodyPr/>
          <a:lstStyle/>
          <a:p>
            <a:endParaRPr lang="en-CA" sz="1350"/>
          </a:p>
        </p:txBody>
      </p:sp>
      <p:sp>
        <p:nvSpPr>
          <p:cNvPr id="4" name="Shape 1">
            <a:extLst>
              <a:ext uri="{FF2B5EF4-FFF2-40B4-BE49-F238E27FC236}">
                <a16:creationId xmlns:a16="http://schemas.microsoft.com/office/drawing/2014/main" id="{1877ACEA-71E7-EB29-394E-6958185DA52B}"/>
              </a:ext>
            </a:extLst>
          </p:cNvPr>
          <p:cNvSpPr/>
          <p:nvPr/>
        </p:nvSpPr>
        <p:spPr>
          <a:xfrm>
            <a:off x="4924044" y="857250"/>
            <a:ext cx="48006" cy="5143500"/>
          </a:xfrm>
          <a:prstGeom prst="rect">
            <a:avLst/>
          </a:prstGeom>
          <a:solidFill>
            <a:srgbClr val="F8C200"/>
          </a:solidFill>
          <a:ln w="12700">
            <a:solidFill>
              <a:srgbClr val="F8C200"/>
            </a:solidFill>
            <a:prstDash val="solid"/>
          </a:ln>
        </p:spPr>
        <p:txBody>
          <a:bodyPr/>
          <a:lstStyle/>
          <a:p>
            <a:endParaRPr lang="en-CA" sz="1350"/>
          </a:p>
        </p:txBody>
      </p:sp>
      <p:sp>
        <p:nvSpPr>
          <p:cNvPr id="5" name="Shape 2">
            <a:extLst>
              <a:ext uri="{FF2B5EF4-FFF2-40B4-BE49-F238E27FC236}">
                <a16:creationId xmlns:a16="http://schemas.microsoft.com/office/drawing/2014/main" id="{505CBE46-7969-DF1A-C795-C5814F70768C}"/>
              </a:ext>
            </a:extLst>
          </p:cNvPr>
          <p:cNvSpPr/>
          <p:nvPr/>
        </p:nvSpPr>
        <p:spPr>
          <a:xfrm>
            <a:off x="617220" y="1721358"/>
            <a:ext cx="1440180" cy="233172"/>
          </a:xfrm>
          <a:prstGeom prst="roundRect">
            <a:avLst>
              <a:gd name="adj" fmla="val 23529"/>
            </a:avLst>
          </a:prstGeom>
          <a:solidFill>
            <a:srgbClr val="F8C200"/>
          </a:solidFill>
          <a:ln w="12700">
            <a:solidFill>
              <a:srgbClr val="F8C200"/>
            </a:solidFill>
            <a:prstDash val="solid"/>
          </a:ln>
        </p:spPr>
        <p:txBody>
          <a:bodyPr/>
          <a:lstStyle/>
          <a:p>
            <a:endParaRPr lang="en-CA" sz="1350"/>
          </a:p>
        </p:txBody>
      </p:sp>
      <p:sp>
        <p:nvSpPr>
          <p:cNvPr id="6" name="Text 3">
            <a:extLst>
              <a:ext uri="{FF2B5EF4-FFF2-40B4-BE49-F238E27FC236}">
                <a16:creationId xmlns:a16="http://schemas.microsoft.com/office/drawing/2014/main" id="{E5961A5D-F843-2A69-2129-0FC9975CA852}"/>
              </a:ext>
            </a:extLst>
          </p:cNvPr>
          <p:cNvSpPr/>
          <p:nvPr/>
        </p:nvSpPr>
        <p:spPr>
          <a:xfrm>
            <a:off x="672084" y="1776222"/>
            <a:ext cx="1330452" cy="123444"/>
          </a:xfrm>
          <a:prstGeom prst="rect">
            <a:avLst/>
          </a:prstGeom>
          <a:noFill/>
          <a:ln/>
        </p:spPr>
        <p:txBody>
          <a:bodyPr wrap="square" lIns="0" tIns="0" rIns="0" bIns="0" rtlCol="0" anchor="ctr"/>
          <a:lstStyle/>
          <a:p>
            <a:pPr algn="ctr"/>
            <a:r>
              <a:rPr lang="en-US" sz="638" b="1" dirty="0">
                <a:solidFill>
                  <a:srgbClr val="1D2733"/>
                </a:solidFill>
              </a:rPr>
              <a:t>Design Theory • Year 1</a:t>
            </a:r>
            <a:endParaRPr lang="en-US" sz="638" dirty="0"/>
          </a:p>
        </p:txBody>
      </p:sp>
      <p:sp>
        <p:nvSpPr>
          <p:cNvPr id="7" name="Text 4">
            <a:extLst>
              <a:ext uri="{FF2B5EF4-FFF2-40B4-BE49-F238E27FC236}">
                <a16:creationId xmlns:a16="http://schemas.microsoft.com/office/drawing/2014/main" id="{F37E2BFC-901E-E364-1005-C1CDB1B64F1E}"/>
              </a:ext>
            </a:extLst>
          </p:cNvPr>
          <p:cNvSpPr/>
          <p:nvPr/>
        </p:nvSpPr>
        <p:spPr>
          <a:xfrm>
            <a:off x="589788" y="2057400"/>
            <a:ext cx="4286250" cy="960120"/>
          </a:xfrm>
          <a:prstGeom prst="rect">
            <a:avLst/>
          </a:prstGeom>
          <a:noFill/>
          <a:ln/>
        </p:spPr>
        <p:txBody>
          <a:bodyPr wrap="square" lIns="0" tIns="0" rIns="0" bIns="0" rtlCol="0" anchor="ctr">
            <a:normAutofit/>
          </a:bodyPr>
          <a:lstStyle/>
          <a:p>
            <a:r>
              <a:rPr lang="en-US" sz="2475" dirty="0"/>
              <a:t>Audience and Message</a:t>
            </a:r>
          </a:p>
        </p:txBody>
      </p:sp>
      <p:pic>
        <p:nvPicPr>
          <p:cNvPr id="10" name="Picture 9">
            <a:extLst>
              <a:ext uri="{FF2B5EF4-FFF2-40B4-BE49-F238E27FC236}">
                <a16:creationId xmlns:a16="http://schemas.microsoft.com/office/drawing/2014/main" id="{5423AD62-963C-E179-F786-C81D17FD0242}"/>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4000271" y="857250"/>
            <a:ext cx="5143500" cy="5143500"/>
          </a:xfrm>
          <a:prstGeom prst="rect">
            <a:avLst/>
          </a:prstGeom>
        </p:spPr>
      </p:pic>
    </p:spTree>
    <p:extLst>
      <p:ext uri="{BB962C8B-B14F-4D97-AF65-F5344CB8AC3E}">
        <p14:creationId xmlns:p14="http://schemas.microsoft.com/office/powerpoint/2010/main" val="273047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A"/>
        </a:solidFill>
        <a:effectLst/>
      </p:bgPr>
    </p:bg>
    <p:spTree>
      <p:nvGrpSpPr>
        <p:cNvPr id="1" name="">
          <a:extLst>
            <a:ext uri="{FF2B5EF4-FFF2-40B4-BE49-F238E27FC236}">
              <a16:creationId xmlns:a16="http://schemas.microsoft.com/office/drawing/2014/main" id="{DB3B425B-9BF6-5F63-C1F7-F31226701BA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1789EC4-E38E-99CF-2AD5-4B5895E8A0F1}"/>
              </a:ext>
            </a:extLst>
          </p:cNvPr>
          <p:cNvSpPr/>
          <p:nvPr/>
        </p:nvSpPr>
        <p:spPr>
          <a:xfrm>
            <a:off x="1" y="857250"/>
            <a:ext cx="9143771" cy="123444"/>
          </a:xfrm>
          <a:prstGeom prst="rect">
            <a:avLst/>
          </a:prstGeom>
          <a:solidFill>
            <a:srgbClr val="007599"/>
          </a:solidFill>
          <a:ln w="12700">
            <a:solidFill>
              <a:srgbClr val="007599"/>
            </a:solidFill>
            <a:prstDash val="solid"/>
          </a:ln>
        </p:spPr>
        <p:txBody>
          <a:bodyPr/>
          <a:lstStyle/>
          <a:p>
            <a:endParaRPr lang="en-CA" sz="1350"/>
          </a:p>
        </p:txBody>
      </p:sp>
      <p:sp>
        <p:nvSpPr>
          <p:cNvPr id="3" name="Text 1">
            <a:extLst>
              <a:ext uri="{FF2B5EF4-FFF2-40B4-BE49-F238E27FC236}">
                <a16:creationId xmlns:a16="http://schemas.microsoft.com/office/drawing/2014/main" id="{36690B7B-2371-B2AF-F29F-A2678B6F9CA4}"/>
              </a:ext>
            </a:extLst>
          </p:cNvPr>
          <p:cNvSpPr/>
          <p:nvPr/>
        </p:nvSpPr>
        <p:spPr>
          <a:xfrm>
            <a:off x="6926580" y="884682"/>
            <a:ext cx="1885950" cy="82296"/>
          </a:xfrm>
          <a:prstGeom prst="rect">
            <a:avLst/>
          </a:prstGeom>
          <a:noFill/>
          <a:ln/>
        </p:spPr>
        <p:txBody>
          <a:bodyPr wrap="square" lIns="0" tIns="0" rIns="0" bIns="0" rtlCol="0" anchor="ctr"/>
          <a:lstStyle/>
          <a:p>
            <a:pPr algn="r"/>
            <a:r>
              <a:rPr lang="en-US" sz="488" dirty="0">
                <a:solidFill>
                  <a:srgbClr val="5B6673"/>
                </a:solidFill>
                <a:latin typeface="Aptos" pitchFamily="34" charset="0"/>
                <a:ea typeface="Aptos" pitchFamily="34" charset="-122"/>
                <a:cs typeface="Aptos" pitchFamily="34" charset="-120"/>
              </a:rPr>
              <a:t>1 • Audience &amp; Intended Message</a:t>
            </a:r>
            <a:endParaRPr lang="en-US" sz="488" dirty="0"/>
          </a:p>
        </p:txBody>
      </p:sp>
      <p:sp>
        <p:nvSpPr>
          <p:cNvPr id="5" name="Text 3">
            <a:extLst>
              <a:ext uri="{FF2B5EF4-FFF2-40B4-BE49-F238E27FC236}">
                <a16:creationId xmlns:a16="http://schemas.microsoft.com/office/drawing/2014/main" id="{92FF6E38-7FD4-93C9-310A-C7C3974792A5}"/>
              </a:ext>
            </a:extLst>
          </p:cNvPr>
          <p:cNvSpPr/>
          <p:nvPr/>
        </p:nvSpPr>
        <p:spPr>
          <a:xfrm>
            <a:off x="537924" y="2181416"/>
            <a:ext cx="7818120" cy="260604"/>
          </a:xfrm>
          <a:prstGeom prst="rect">
            <a:avLst/>
          </a:prstGeom>
          <a:noFill/>
          <a:ln/>
        </p:spPr>
        <p:txBody>
          <a:bodyPr wrap="square" lIns="0" tIns="0" rIns="0" bIns="0" rtlCol="0" anchor="ctr"/>
          <a:lstStyle/>
          <a:p>
            <a:r>
              <a:rPr lang="en-US" sz="1500" dirty="0">
                <a:solidFill>
                  <a:srgbClr val="5B6673"/>
                </a:solidFill>
              </a:rPr>
              <a:t>Audience is the group that needs to understand, use, or respond to the design.</a:t>
            </a:r>
            <a:endParaRPr lang="en-US" sz="1500" dirty="0"/>
          </a:p>
        </p:txBody>
      </p:sp>
      <p:pic>
        <p:nvPicPr>
          <p:cNvPr id="14" name="Picture 13" descr="image.png">
            <a:extLst>
              <a:ext uri="{FF2B5EF4-FFF2-40B4-BE49-F238E27FC236}">
                <a16:creationId xmlns:a16="http://schemas.microsoft.com/office/drawing/2014/main" id="{F80AB070-43E0-E23F-EC61-66CEF2B3186E}"/>
              </a:ext>
            </a:extLst>
          </p:cNvPr>
          <p:cNvPicPr>
            <a:picLocks noChangeAspect="1"/>
          </p:cNvPicPr>
          <p:nvPr/>
        </p:nvPicPr>
        <p:blipFill>
          <a:blip r:embed="rId3"/>
          <a:stretch>
            <a:fillRect/>
          </a:stretch>
        </p:blipFill>
        <p:spPr>
          <a:xfrm>
            <a:off x="428625" y="2821782"/>
            <a:ext cx="4018359" cy="1821656"/>
          </a:xfrm>
          <a:prstGeom prst="rect">
            <a:avLst/>
          </a:prstGeom>
        </p:spPr>
      </p:pic>
      <p:pic>
        <p:nvPicPr>
          <p:cNvPr id="16" name="Picture 15" descr="image.png">
            <a:extLst>
              <a:ext uri="{FF2B5EF4-FFF2-40B4-BE49-F238E27FC236}">
                <a16:creationId xmlns:a16="http://schemas.microsoft.com/office/drawing/2014/main" id="{AD78A958-0BB1-F5A1-2A5B-404DB35A4622}"/>
              </a:ext>
            </a:extLst>
          </p:cNvPr>
          <p:cNvPicPr>
            <a:picLocks noChangeAspect="1"/>
          </p:cNvPicPr>
          <p:nvPr/>
        </p:nvPicPr>
        <p:blipFill>
          <a:blip r:embed="rId4"/>
          <a:stretch>
            <a:fillRect/>
          </a:stretch>
        </p:blipFill>
        <p:spPr>
          <a:xfrm>
            <a:off x="4697015" y="2821782"/>
            <a:ext cx="4018359" cy="1821656"/>
          </a:xfrm>
          <a:prstGeom prst="rect">
            <a:avLst/>
          </a:prstGeom>
        </p:spPr>
      </p:pic>
      <p:sp>
        <p:nvSpPr>
          <p:cNvPr id="18" name="TextBox 17">
            <a:extLst>
              <a:ext uri="{FF2B5EF4-FFF2-40B4-BE49-F238E27FC236}">
                <a16:creationId xmlns:a16="http://schemas.microsoft.com/office/drawing/2014/main" id="{4576CD76-BF28-9B48-DCF1-4D60B27BDE8B}"/>
              </a:ext>
            </a:extLst>
          </p:cNvPr>
          <p:cNvSpPr txBox="1"/>
          <p:nvPr/>
        </p:nvSpPr>
        <p:spPr>
          <a:xfrm>
            <a:off x="685800" y="3078956"/>
            <a:ext cx="3679210" cy="225126"/>
          </a:xfrm>
          <a:prstGeom prst="rect">
            <a:avLst/>
          </a:prstGeom>
          <a:noFill/>
        </p:spPr>
        <p:txBody>
          <a:bodyPr wrap="square" lIns="0" tIns="0" rIns="0" bIns="0" anchor="t">
            <a:spAutoFit/>
          </a:bodyPr>
          <a:lstStyle/>
          <a:p>
            <a:pPr algn="l"/>
            <a:r>
              <a:rPr sz="1463" dirty="0">
                <a:solidFill>
                  <a:srgbClr val="0D9488"/>
                </a:solidFill>
                <a:latin typeface="Poppins SemiBold"/>
              </a:rPr>
              <a:t>The Designer (Encoding)</a:t>
            </a:r>
          </a:p>
        </p:txBody>
      </p:sp>
      <p:sp>
        <p:nvSpPr>
          <p:cNvPr id="20" name="TextBox 19">
            <a:extLst>
              <a:ext uri="{FF2B5EF4-FFF2-40B4-BE49-F238E27FC236}">
                <a16:creationId xmlns:a16="http://schemas.microsoft.com/office/drawing/2014/main" id="{65B833A6-D420-349B-1A71-4093023B1A7E}"/>
              </a:ext>
            </a:extLst>
          </p:cNvPr>
          <p:cNvSpPr txBox="1"/>
          <p:nvPr/>
        </p:nvSpPr>
        <p:spPr>
          <a:xfrm>
            <a:off x="685800" y="3443288"/>
            <a:ext cx="3504009" cy="364331"/>
          </a:xfrm>
          <a:prstGeom prst="rect">
            <a:avLst/>
          </a:prstGeom>
          <a:noFill/>
        </p:spPr>
        <p:txBody>
          <a:bodyPr wrap="square" lIns="0" tIns="0" rIns="0" bIns="0" anchor="t">
            <a:spAutoFit/>
          </a:bodyPr>
          <a:lstStyle/>
          <a:p>
            <a:pPr>
              <a:lnSpc>
                <a:spcPts val="1519"/>
              </a:lnSpc>
            </a:pPr>
            <a:r>
              <a:rPr sz="1013" dirty="0">
                <a:solidFill>
                  <a:srgbClr val="334155"/>
                </a:solidFill>
                <a:latin typeface="Lato"/>
              </a:rPr>
              <a:t>Designers translate raw concepts into visual messages using typography, </a:t>
            </a:r>
            <a:r>
              <a:rPr sz="1013" dirty="0" err="1">
                <a:solidFill>
                  <a:srgbClr val="334155"/>
                </a:solidFill>
                <a:latin typeface="Lato"/>
              </a:rPr>
              <a:t>colour</a:t>
            </a:r>
            <a:r>
              <a:rPr sz="1013" dirty="0">
                <a:solidFill>
                  <a:srgbClr val="334155"/>
                </a:solidFill>
                <a:latin typeface="Lato"/>
              </a:rPr>
              <a:t>, composition, and cultural symbols.</a:t>
            </a:r>
          </a:p>
        </p:txBody>
      </p:sp>
      <p:sp>
        <p:nvSpPr>
          <p:cNvPr id="22" name="TextBox 21">
            <a:extLst>
              <a:ext uri="{FF2B5EF4-FFF2-40B4-BE49-F238E27FC236}">
                <a16:creationId xmlns:a16="http://schemas.microsoft.com/office/drawing/2014/main" id="{7AFDC576-6462-FEEC-B0B1-18F9005E6FCC}"/>
              </a:ext>
            </a:extLst>
          </p:cNvPr>
          <p:cNvSpPr txBox="1"/>
          <p:nvPr/>
        </p:nvSpPr>
        <p:spPr>
          <a:xfrm>
            <a:off x="685800" y="3914776"/>
            <a:ext cx="3504009" cy="364331"/>
          </a:xfrm>
          <a:prstGeom prst="rect">
            <a:avLst/>
          </a:prstGeom>
          <a:noFill/>
        </p:spPr>
        <p:txBody>
          <a:bodyPr wrap="square" lIns="0" tIns="0" rIns="0" bIns="0" anchor="t">
            <a:spAutoFit/>
          </a:bodyPr>
          <a:lstStyle/>
          <a:p>
            <a:pPr>
              <a:lnSpc>
                <a:spcPts val="1519"/>
              </a:lnSpc>
            </a:pPr>
            <a:r>
              <a:rPr sz="1013" dirty="0">
                <a:solidFill>
                  <a:srgbClr val="334155"/>
                </a:solidFill>
                <a:latin typeface="Lato"/>
              </a:rPr>
              <a:t>Every choice carries hidden assumptions and intended meaning created by the sender.</a:t>
            </a:r>
          </a:p>
        </p:txBody>
      </p:sp>
      <p:sp>
        <p:nvSpPr>
          <p:cNvPr id="24" name="TextBox 23">
            <a:extLst>
              <a:ext uri="{FF2B5EF4-FFF2-40B4-BE49-F238E27FC236}">
                <a16:creationId xmlns:a16="http://schemas.microsoft.com/office/drawing/2014/main" id="{DA8036CD-4FD3-1903-88E9-CF5E3381EE83}"/>
              </a:ext>
            </a:extLst>
          </p:cNvPr>
          <p:cNvSpPr txBox="1"/>
          <p:nvPr/>
        </p:nvSpPr>
        <p:spPr>
          <a:xfrm>
            <a:off x="4954191" y="3078956"/>
            <a:ext cx="3679210" cy="225126"/>
          </a:xfrm>
          <a:prstGeom prst="rect">
            <a:avLst/>
          </a:prstGeom>
          <a:noFill/>
        </p:spPr>
        <p:txBody>
          <a:bodyPr wrap="square" lIns="0" tIns="0" rIns="0" bIns="0" anchor="t">
            <a:spAutoFit/>
          </a:bodyPr>
          <a:lstStyle/>
          <a:p>
            <a:pPr algn="l"/>
            <a:r>
              <a:rPr sz="1463">
                <a:solidFill>
                  <a:srgbClr val="0D9488"/>
                </a:solidFill>
                <a:latin typeface="Poppins SemiBold"/>
              </a:rPr>
              <a:t>The Audience (Decoding)</a:t>
            </a:r>
          </a:p>
        </p:txBody>
      </p:sp>
      <p:sp>
        <p:nvSpPr>
          <p:cNvPr id="26" name="TextBox 25">
            <a:extLst>
              <a:ext uri="{FF2B5EF4-FFF2-40B4-BE49-F238E27FC236}">
                <a16:creationId xmlns:a16="http://schemas.microsoft.com/office/drawing/2014/main" id="{2ABE2D3B-2683-6960-4BF7-34D3E5258C3D}"/>
              </a:ext>
            </a:extLst>
          </p:cNvPr>
          <p:cNvSpPr txBox="1"/>
          <p:nvPr/>
        </p:nvSpPr>
        <p:spPr>
          <a:xfrm>
            <a:off x="4954190" y="3443288"/>
            <a:ext cx="3504009" cy="364331"/>
          </a:xfrm>
          <a:prstGeom prst="rect">
            <a:avLst/>
          </a:prstGeom>
          <a:noFill/>
        </p:spPr>
        <p:txBody>
          <a:bodyPr wrap="square" lIns="0" tIns="0" rIns="0" bIns="0" anchor="t">
            <a:spAutoFit/>
          </a:bodyPr>
          <a:lstStyle/>
          <a:p>
            <a:pPr>
              <a:lnSpc>
                <a:spcPts val="1519"/>
              </a:lnSpc>
            </a:pPr>
            <a:r>
              <a:rPr sz="1013">
                <a:solidFill>
                  <a:srgbClr val="334155"/>
                </a:solidFill>
                <a:latin typeface="Lato"/>
              </a:rPr>
              <a:t>Receivers interpret visual cues through the lens of their unique experiences, values, and cultural context.</a:t>
            </a:r>
          </a:p>
        </p:txBody>
      </p:sp>
      <p:sp>
        <p:nvSpPr>
          <p:cNvPr id="28" name="TextBox 27">
            <a:extLst>
              <a:ext uri="{FF2B5EF4-FFF2-40B4-BE49-F238E27FC236}">
                <a16:creationId xmlns:a16="http://schemas.microsoft.com/office/drawing/2014/main" id="{920120DF-3B19-2CD1-3B34-00BFAA439550}"/>
              </a:ext>
            </a:extLst>
          </p:cNvPr>
          <p:cNvSpPr txBox="1"/>
          <p:nvPr/>
        </p:nvSpPr>
        <p:spPr>
          <a:xfrm>
            <a:off x="4954190" y="3914775"/>
            <a:ext cx="3504009" cy="364331"/>
          </a:xfrm>
          <a:prstGeom prst="rect">
            <a:avLst/>
          </a:prstGeom>
          <a:noFill/>
        </p:spPr>
        <p:txBody>
          <a:bodyPr wrap="square" lIns="0" tIns="0" rIns="0" bIns="0" anchor="t">
            <a:spAutoFit/>
          </a:bodyPr>
          <a:lstStyle/>
          <a:p>
            <a:pPr>
              <a:lnSpc>
                <a:spcPts val="1519"/>
              </a:lnSpc>
            </a:pPr>
            <a:r>
              <a:rPr sz="1013">
                <a:solidFill>
                  <a:srgbClr val="334155"/>
                </a:solidFill>
                <a:latin typeface="Lato"/>
              </a:rPr>
              <a:t>If the decoded meaning differs from the intent, visual communication has failed.</a:t>
            </a:r>
          </a:p>
        </p:txBody>
      </p:sp>
      <p:sp>
        <p:nvSpPr>
          <p:cNvPr id="30" name="TextBox 29">
            <a:extLst>
              <a:ext uri="{FF2B5EF4-FFF2-40B4-BE49-F238E27FC236}">
                <a16:creationId xmlns:a16="http://schemas.microsoft.com/office/drawing/2014/main" id="{FB2E27B6-EACF-D6C0-EAD5-D812B18D7627}"/>
              </a:ext>
            </a:extLst>
          </p:cNvPr>
          <p:cNvSpPr txBox="1"/>
          <p:nvPr/>
        </p:nvSpPr>
        <p:spPr>
          <a:xfrm>
            <a:off x="428625" y="1214438"/>
            <a:ext cx="8701088" cy="311624"/>
          </a:xfrm>
          <a:prstGeom prst="rect">
            <a:avLst/>
          </a:prstGeom>
          <a:noFill/>
        </p:spPr>
        <p:txBody>
          <a:bodyPr wrap="square" lIns="0" tIns="0" rIns="0" bIns="0" anchor="t">
            <a:spAutoFit/>
          </a:bodyPr>
          <a:lstStyle/>
          <a:p>
            <a:pPr algn="l"/>
            <a:r>
              <a:rPr sz="2025" b="1" dirty="0">
                <a:solidFill>
                  <a:srgbClr val="0F172A"/>
                </a:solidFill>
                <a:latin typeface="Poppins"/>
              </a:rPr>
              <a:t>Encoding and Decoding</a:t>
            </a:r>
          </a:p>
        </p:txBody>
      </p:sp>
    </p:spTree>
    <p:extLst>
      <p:ext uri="{BB962C8B-B14F-4D97-AF65-F5344CB8AC3E}">
        <p14:creationId xmlns:p14="http://schemas.microsoft.com/office/powerpoint/2010/main" val="1963830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1" y="857250"/>
            <a:ext cx="9143771" cy="123444"/>
          </a:xfrm>
          <a:prstGeom prst="rect">
            <a:avLst/>
          </a:prstGeom>
          <a:solidFill>
            <a:srgbClr val="007599"/>
          </a:solidFill>
          <a:ln w="12700">
            <a:solidFill>
              <a:srgbClr val="007599"/>
            </a:solidFill>
            <a:prstDash val="solid"/>
          </a:ln>
        </p:spPr>
        <p:txBody>
          <a:bodyPr/>
          <a:lstStyle/>
          <a:p>
            <a:endParaRPr lang="en-CA" sz="1350"/>
          </a:p>
        </p:txBody>
      </p:sp>
      <p:sp>
        <p:nvSpPr>
          <p:cNvPr id="3" name="Text 1"/>
          <p:cNvSpPr/>
          <p:nvPr/>
        </p:nvSpPr>
        <p:spPr>
          <a:xfrm>
            <a:off x="6926580" y="884682"/>
            <a:ext cx="1885950" cy="82296"/>
          </a:xfrm>
          <a:prstGeom prst="rect">
            <a:avLst/>
          </a:prstGeom>
          <a:noFill/>
          <a:ln/>
        </p:spPr>
        <p:txBody>
          <a:bodyPr wrap="square" lIns="0" tIns="0" rIns="0" bIns="0" rtlCol="0" anchor="ctr"/>
          <a:lstStyle/>
          <a:p>
            <a:pPr algn="r"/>
            <a:r>
              <a:rPr lang="en-US" sz="488" dirty="0">
                <a:solidFill>
                  <a:srgbClr val="5B6673"/>
                </a:solidFill>
                <a:latin typeface="Aptos" pitchFamily="34" charset="0"/>
                <a:ea typeface="Aptos" pitchFamily="34" charset="-122"/>
                <a:cs typeface="Aptos" pitchFamily="34" charset="-120"/>
              </a:rPr>
              <a:t>1 • Audience &amp; Intended Message</a:t>
            </a:r>
            <a:endParaRPr lang="en-US" sz="488" dirty="0"/>
          </a:p>
        </p:txBody>
      </p:sp>
      <p:sp>
        <p:nvSpPr>
          <p:cNvPr id="4" name="Text 2"/>
          <p:cNvSpPr/>
          <p:nvPr/>
        </p:nvSpPr>
        <p:spPr>
          <a:xfrm>
            <a:off x="377190" y="1145286"/>
            <a:ext cx="7886700" cy="356616"/>
          </a:xfrm>
          <a:prstGeom prst="rect">
            <a:avLst/>
          </a:prstGeom>
          <a:noFill/>
          <a:ln/>
        </p:spPr>
        <p:txBody>
          <a:bodyPr wrap="square" lIns="0" tIns="0" rIns="0" bIns="0" rtlCol="0" anchor="ctr"/>
          <a:lstStyle/>
          <a:p>
            <a:r>
              <a:rPr lang="en-US" sz="1875" b="1" dirty="0">
                <a:solidFill>
                  <a:srgbClr val="1D2733"/>
                </a:solidFill>
                <a:latin typeface="Aptos Display" pitchFamily="34" charset="0"/>
                <a:ea typeface="Aptos Display" pitchFamily="34" charset="-122"/>
                <a:cs typeface="Aptos Display" pitchFamily="34" charset="-120"/>
              </a:rPr>
              <a:t>A design is not “for everyone”</a:t>
            </a:r>
            <a:endParaRPr lang="en-US" sz="1875" dirty="0"/>
          </a:p>
        </p:txBody>
      </p:sp>
      <p:pic>
        <p:nvPicPr>
          <p:cNvPr id="6" name="Image 0" descr="/mnt/data/a_bright_modern_classroom_studio_interior_scene_wi.png"/>
          <p:cNvPicPr>
            <a:picLocks noChangeAspect="1"/>
          </p:cNvPicPr>
          <p:nvPr/>
        </p:nvPicPr>
        <p:blipFill>
          <a:blip r:embed="rId3"/>
          <a:srcRect l="24646" r="24646"/>
          <a:stretch/>
        </p:blipFill>
        <p:spPr>
          <a:xfrm>
            <a:off x="5623560" y="1988820"/>
            <a:ext cx="3120390" cy="3463290"/>
          </a:xfrm>
          <a:prstGeom prst="rect">
            <a:avLst/>
          </a:prstGeom>
        </p:spPr>
      </p:pic>
      <p:sp>
        <p:nvSpPr>
          <p:cNvPr id="7" name="Shape 4"/>
          <p:cNvSpPr/>
          <p:nvPr/>
        </p:nvSpPr>
        <p:spPr>
          <a:xfrm>
            <a:off x="514350" y="1988820"/>
            <a:ext cx="4972050" cy="1831086"/>
          </a:xfrm>
          <a:prstGeom prst="roundRect">
            <a:avLst>
              <a:gd name="adj" fmla="val 4762"/>
            </a:avLst>
          </a:prstGeom>
          <a:solidFill>
            <a:srgbClr val="AFDDDF">
              <a:alpha val="91000"/>
            </a:srgbClr>
          </a:solidFill>
          <a:ln w="12700">
            <a:solidFill>
              <a:srgbClr val="AFDDDF">
                <a:alpha val="0"/>
              </a:srgbClr>
            </a:solidFill>
            <a:prstDash val="solid"/>
          </a:ln>
        </p:spPr>
        <p:txBody>
          <a:bodyPr/>
          <a:lstStyle/>
          <a:p>
            <a:endParaRPr lang="en-CA" sz="1350"/>
          </a:p>
        </p:txBody>
      </p:sp>
      <p:sp>
        <p:nvSpPr>
          <p:cNvPr id="8" name="Text 5"/>
          <p:cNvSpPr/>
          <p:nvPr/>
        </p:nvSpPr>
        <p:spPr>
          <a:xfrm>
            <a:off x="651510" y="2105406"/>
            <a:ext cx="2297430" cy="1268730"/>
          </a:xfrm>
          <a:prstGeom prst="rect">
            <a:avLst/>
          </a:prstGeom>
          <a:noFill/>
          <a:ln/>
        </p:spPr>
        <p:txBody>
          <a:bodyPr wrap="square" lIns="191" tIns="191" rIns="191" bIns="191" rtlCol="0" anchor="ctr">
            <a:normAutofit/>
          </a:bodyPr>
          <a:lstStyle/>
          <a:p>
            <a:endParaRPr lang="en-US" sz="1125" dirty="0"/>
          </a:p>
        </p:txBody>
      </p:sp>
      <p:sp>
        <p:nvSpPr>
          <p:cNvPr id="9" name="Shape 6"/>
          <p:cNvSpPr/>
          <p:nvPr/>
        </p:nvSpPr>
        <p:spPr>
          <a:xfrm>
            <a:off x="514350" y="4334256"/>
            <a:ext cx="2777490" cy="857250"/>
          </a:xfrm>
          <a:prstGeom prst="roundRect">
            <a:avLst>
              <a:gd name="adj" fmla="val 8000"/>
            </a:avLst>
          </a:prstGeom>
          <a:solidFill>
            <a:srgbClr val="F8C200">
              <a:alpha val="91000"/>
            </a:srgbClr>
          </a:solidFill>
          <a:ln w="12700">
            <a:solidFill>
              <a:srgbClr val="F8C200">
                <a:alpha val="0"/>
              </a:srgbClr>
            </a:solidFill>
            <a:prstDash val="solid"/>
          </a:ln>
        </p:spPr>
        <p:txBody>
          <a:bodyPr/>
          <a:lstStyle/>
          <a:p>
            <a:endParaRPr lang="en-CA" sz="1350"/>
          </a:p>
        </p:txBody>
      </p:sp>
      <p:sp>
        <p:nvSpPr>
          <p:cNvPr id="10" name="Text 7"/>
          <p:cNvSpPr/>
          <p:nvPr/>
        </p:nvSpPr>
        <p:spPr>
          <a:xfrm>
            <a:off x="720090" y="4425237"/>
            <a:ext cx="2503170" cy="685800"/>
          </a:xfrm>
          <a:prstGeom prst="rect">
            <a:avLst/>
          </a:prstGeom>
          <a:noFill/>
          <a:ln/>
        </p:spPr>
        <p:txBody>
          <a:bodyPr wrap="square" lIns="191" tIns="191" rIns="191" bIns="191" rtlCol="0" anchor="ctr">
            <a:normAutofit/>
          </a:bodyPr>
          <a:lstStyle/>
          <a:p>
            <a:r>
              <a:rPr lang="en-US" sz="1350" b="1" dirty="0">
                <a:solidFill>
                  <a:srgbClr val="1D2733"/>
                </a:solidFill>
              </a:rPr>
              <a:t>Intended message = the main idea + action you want the audience to take.</a:t>
            </a:r>
            <a:endParaRPr lang="en-US" sz="1350" dirty="0"/>
          </a:p>
        </p:txBody>
      </p:sp>
      <p:sp>
        <p:nvSpPr>
          <p:cNvPr id="11" name="Text 8"/>
          <p:cNvSpPr/>
          <p:nvPr/>
        </p:nvSpPr>
        <p:spPr>
          <a:xfrm>
            <a:off x="3840480" y="3891915"/>
            <a:ext cx="1543050" cy="1645920"/>
          </a:xfrm>
          <a:prstGeom prst="rect">
            <a:avLst/>
          </a:prstGeom>
          <a:noFill/>
          <a:ln/>
        </p:spPr>
        <p:txBody>
          <a:bodyPr wrap="square" lIns="0" tIns="0" rIns="0" bIns="0" rtlCol="0" anchor="ctr">
            <a:normAutofit/>
          </a:bodyPr>
          <a:lstStyle/>
          <a:p>
            <a:pPr algn="ctr"/>
            <a:r>
              <a:rPr lang="en-US" sz="1950" b="1" dirty="0">
                <a:solidFill>
                  <a:srgbClr val="007599"/>
                </a:solidFill>
              </a:rPr>
              <a:t>Design decisions change when the audience changes.</a:t>
            </a:r>
            <a:endParaRPr lang="en-US" sz="1950" dirty="0"/>
          </a:p>
        </p:txBody>
      </p:sp>
      <p:sp>
        <p:nvSpPr>
          <p:cNvPr id="12" name="Text 9"/>
          <p:cNvSpPr/>
          <p:nvPr/>
        </p:nvSpPr>
        <p:spPr>
          <a:xfrm>
            <a:off x="3463290" y="4217670"/>
            <a:ext cx="1611630" cy="651510"/>
          </a:xfrm>
          <a:prstGeom prst="rect">
            <a:avLst/>
          </a:prstGeom>
          <a:noFill/>
          <a:ln/>
        </p:spPr>
        <p:txBody>
          <a:bodyPr wrap="square" lIns="0" tIns="0" rIns="0" bIns="0" rtlCol="0" anchor="ctr">
            <a:normAutofit/>
          </a:bodyPr>
          <a:lstStyle/>
          <a:p>
            <a:endParaRPr lang="en-US" sz="938" dirty="0"/>
          </a:p>
        </p:txBody>
      </p:sp>
      <p:sp>
        <p:nvSpPr>
          <p:cNvPr id="14" name="TextBox 13">
            <a:extLst>
              <a:ext uri="{FF2B5EF4-FFF2-40B4-BE49-F238E27FC236}">
                <a16:creationId xmlns:a16="http://schemas.microsoft.com/office/drawing/2014/main" id="{A2BB2F49-ECD5-A100-069D-C37D6CB33174}"/>
              </a:ext>
            </a:extLst>
          </p:cNvPr>
          <p:cNvSpPr txBox="1"/>
          <p:nvPr/>
        </p:nvSpPr>
        <p:spPr>
          <a:xfrm>
            <a:off x="617220" y="1846629"/>
            <a:ext cx="4880318" cy="2233881"/>
          </a:xfrm>
          <a:prstGeom prst="rect">
            <a:avLst/>
          </a:prstGeom>
          <a:noFill/>
        </p:spPr>
        <p:txBody>
          <a:bodyPr wrap="square" lIns="0" tIns="0" rIns="0" bIns="0" anchor="t">
            <a:spAutoFit/>
          </a:bodyPr>
          <a:lstStyle/>
          <a:p>
            <a:pPr>
              <a:lnSpc>
                <a:spcPct val="200000"/>
              </a:lnSpc>
            </a:pPr>
            <a:r>
              <a:rPr lang="en-CA" sz="1500" b="1" dirty="0">
                <a:solidFill>
                  <a:srgbClr val="0F172A"/>
                </a:solidFill>
                <a:latin typeface="Poppins"/>
              </a:rPr>
              <a:t>Audience-Centred Design</a:t>
            </a:r>
          </a:p>
          <a:p>
            <a:pPr marL="257175" indent="-257175">
              <a:lnSpc>
                <a:spcPct val="200000"/>
              </a:lnSpc>
              <a:buFont typeface="Arial" panose="020B0604020202020204" pitchFamily="34" charset="0"/>
              <a:buChar char="•"/>
            </a:pPr>
            <a:r>
              <a:rPr lang="en-US" sz="1500" b="1" dirty="0">
                <a:solidFill>
                  <a:srgbClr val="0F172A"/>
                </a:solidFill>
                <a:latin typeface="Lato"/>
              </a:rPr>
              <a:t>Audience: </a:t>
            </a:r>
            <a:r>
              <a:rPr lang="en-US" sz="1500" dirty="0">
                <a:solidFill>
                  <a:srgbClr val="0F172A"/>
                </a:solidFill>
                <a:latin typeface="Lato"/>
              </a:rPr>
              <a:t>who receives the message</a:t>
            </a:r>
          </a:p>
          <a:p>
            <a:pPr marL="257175" indent="-257175">
              <a:lnSpc>
                <a:spcPct val="200000"/>
              </a:lnSpc>
              <a:buFont typeface="Arial" panose="020B0604020202020204" pitchFamily="34" charset="0"/>
              <a:buChar char="•"/>
            </a:pPr>
            <a:r>
              <a:rPr lang="en-US" sz="1500" b="1" dirty="0">
                <a:solidFill>
                  <a:srgbClr val="0F172A"/>
                </a:solidFill>
                <a:latin typeface="Lato"/>
              </a:rPr>
              <a:t>Message: </a:t>
            </a:r>
            <a:r>
              <a:rPr lang="en-US" sz="1500" dirty="0">
                <a:solidFill>
                  <a:srgbClr val="0F172A"/>
                </a:solidFill>
                <a:latin typeface="Lato"/>
              </a:rPr>
              <a:t>what you want them to think, feel, or do</a:t>
            </a:r>
          </a:p>
          <a:p>
            <a:pPr marL="257175" indent="-257175">
              <a:lnSpc>
                <a:spcPct val="200000"/>
              </a:lnSpc>
              <a:buFont typeface="Arial" panose="020B0604020202020204" pitchFamily="34" charset="0"/>
              <a:buChar char="•"/>
            </a:pPr>
            <a:r>
              <a:rPr lang="en-US" sz="1500" b="1" dirty="0">
                <a:solidFill>
                  <a:srgbClr val="0F172A"/>
                </a:solidFill>
                <a:latin typeface="Lato"/>
              </a:rPr>
              <a:t>Different audiences interpret visuals differently</a:t>
            </a:r>
          </a:p>
          <a:p>
            <a:pPr marL="257175" indent="-257175">
              <a:lnSpc>
                <a:spcPct val="200000"/>
              </a:lnSpc>
              <a:buFont typeface="Arial" panose="020B0604020202020204" pitchFamily="34" charset="0"/>
              <a:buChar char="•"/>
            </a:pPr>
            <a:endParaRPr lang="en-US" sz="1500" b="1" dirty="0">
              <a:solidFill>
                <a:srgbClr val="0F172A"/>
              </a:solidFill>
              <a:latin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7FAFA"/>
        </a:solidFill>
        <a:effectLst/>
      </p:bgPr>
    </p:bg>
    <p:spTree>
      <p:nvGrpSpPr>
        <p:cNvPr id="1" name=""/>
        <p:cNvGrpSpPr/>
        <p:nvPr/>
      </p:nvGrpSpPr>
      <p:grpSpPr>
        <a:xfrm>
          <a:off x="0" y="0"/>
          <a:ext cx="0" cy="0"/>
          <a:chOff x="0" y="0"/>
          <a:chExt cx="0" cy="0"/>
        </a:xfrm>
      </p:grpSpPr>
      <p:sp>
        <p:nvSpPr>
          <p:cNvPr id="2" name="Shape 0"/>
          <p:cNvSpPr/>
          <p:nvPr/>
        </p:nvSpPr>
        <p:spPr>
          <a:xfrm>
            <a:off x="1" y="857250"/>
            <a:ext cx="9143771" cy="123444"/>
          </a:xfrm>
          <a:prstGeom prst="rect">
            <a:avLst/>
          </a:prstGeom>
          <a:solidFill>
            <a:srgbClr val="007599"/>
          </a:solidFill>
          <a:ln w="12700">
            <a:solidFill>
              <a:srgbClr val="007599"/>
            </a:solidFill>
            <a:prstDash val="solid"/>
          </a:ln>
        </p:spPr>
        <p:txBody>
          <a:bodyPr/>
          <a:lstStyle/>
          <a:p>
            <a:endParaRPr lang="en-CA" sz="1350"/>
          </a:p>
        </p:txBody>
      </p:sp>
      <p:sp>
        <p:nvSpPr>
          <p:cNvPr id="3" name="Text 1"/>
          <p:cNvSpPr/>
          <p:nvPr/>
        </p:nvSpPr>
        <p:spPr>
          <a:xfrm>
            <a:off x="6926580" y="884682"/>
            <a:ext cx="1885950" cy="82296"/>
          </a:xfrm>
          <a:prstGeom prst="rect">
            <a:avLst/>
          </a:prstGeom>
          <a:noFill/>
          <a:ln/>
        </p:spPr>
        <p:txBody>
          <a:bodyPr wrap="square" lIns="0" tIns="0" rIns="0" bIns="0" rtlCol="0" anchor="ctr"/>
          <a:lstStyle/>
          <a:p>
            <a:pPr algn="r"/>
            <a:r>
              <a:rPr lang="en-US" sz="488" dirty="0">
                <a:solidFill>
                  <a:srgbClr val="5B6673"/>
                </a:solidFill>
                <a:latin typeface="Aptos" pitchFamily="34" charset="0"/>
                <a:ea typeface="Aptos" pitchFamily="34" charset="-122"/>
                <a:cs typeface="Aptos" pitchFamily="34" charset="-120"/>
              </a:rPr>
              <a:t>1 • Audience &amp; Intended Message</a:t>
            </a:r>
            <a:endParaRPr lang="en-US" sz="488" dirty="0"/>
          </a:p>
        </p:txBody>
      </p:sp>
      <p:sp>
        <p:nvSpPr>
          <p:cNvPr id="4" name="Text 2"/>
          <p:cNvSpPr/>
          <p:nvPr/>
        </p:nvSpPr>
        <p:spPr>
          <a:xfrm>
            <a:off x="377190" y="1145286"/>
            <a:ext cx="7886700" cy="356616"/>
          </a:xfrm>
          <a:prstGeom prst="rect">
            <a:avLst/>
          </a:prstGeom>
          <a:noFill/>
          <a:ln/>
        </p:spPr>
        <p:txBody>
          <a:bodyPr wrap="square" lIns="0" tIns="0" rIns="0" bIns="0" rtlCol="0" anchor="ctr"/>
          <a:lstStyle/>
          <a:p>
            <a:r>
              <a:rPr lang="en-US" sz="1875" b="1" dirty="0">
                <a:solidFill>
                  <a:srgbClr val="1D2733"/>
                </a:solidFill>
                <a:latin typeface="Aptos Display" pitchFamily="34" charset="0"/>
                <a:ea typeface="Aptos Display" pitchFamily="34" charset="-122"/>
                <a:cs typeface="Aptos Display" pitchFamily="34" charset="-120"/>
              </a:rPr>
              <a:t>Audience changes design choices</a:t>
            </a:r>
            <a:endParaRPr lang="en-US" sz="1875" dirty="0"/>
          </a:p>
        </p:txBody>
      </p:sp>
      <p:sp>
        <p:nvSpPr>
          <p:cNvPr id="5" name="Text 3"/>
          <p:cNvSpPr/>
          <p:nvPr/>
        </p:nvSpPr>
        <p:spPr>
          <a:xfrm>
            <a:off x="390906" y="1529334"/>
            <a:ext cx="7818120" cy="260604"/>
          </a:xfrm>
          <a:prstGeom prst="rect">
            <a:avLst/>
          </a:prstGeom>
          <a:noFill/>
          <a:ln/>
        </p:spPr>
        <p:txBody>
          <a:bodyPr wrap="square" lIns="0" tIns="0" rIns="0" bIns="0" rtlCol="0" anchor="ctr"/>
          <a:lstStyle/>
          <a:p>
            <a:r>
              <a:rPr lang="en-US" sz="938" dirty="0">
                <a:solidFill>
                  <a:srgbClr val="5B6673"/>
                </a:solidFill>
              </a:rPr>
              <a:t>The same information can require a different visual voice.</a:t>
            </a:r>
            <a:endParaRPr lang="en-US" sz="938" dirty="0"/>
          </a:p>
        </p:txBody>
      </p:sp>
      <p:sp>
        <p:nvSpPr>
          <p:cNvPr id="6" name="Shape 4"/>
          <p:cNvSpPr/>
          <p:nvPr/>
        </p:nvSpPr>
        <p:spPr>
          <a:xfrm>
            <a:off x="562356" y="1920240"/>
            <a:ext cx="3291840" cy="514350"/>
          </a:xfrm>
          <a:prstGeom prst="roundRect">
            <a:avLst>
              <a:gd name="adj" fmla="val 10667"/>
            </a:avLst>
          </a:prstGeom>
          <a:solidFill>
            <a:srgbClr val="EAF4F5"/>
          </a:solidFill>
          <a:ln w="12700">
            <a:solidFill>
              <a:srgbClr val="EAF4F5"/>
            </a:solidFill>
            <a:prstDash val="solid"/>
          </a:ln>
        </p:spPr>
        <p:txBody>
          <a:bodyPr/>
          <a:lstStyle/>
          <a:p>
            <a:endParaRPr lang="en-CA" sz="1350"/>
          </a:p>
        </p:txBody>
      </p:sp>
      <p:sp>
        <p:nvSpPr>
          <p:cNvPr id="7" name="Text 5"/>
          <p:cNvSpPr/>
          <p:nvPr/>
        </p:nvSpPr>
        <p:spPr>
          <a:xfrm>
            <a:off x="733806" y="2036826"/>
            <a:ext cx="1062990" cy="171450"/>
          </a:xfrm>
          <a:prstGeom prst="rect">
            <a:avLst/>
          </a:prstGeom>
          <a:noFill/>
          <a:ln/>
        </p:spPr>
        <p:txBody>
          <a:bodyPr wrap="square" lIns="0" tIns="0" rIns="0" bIns="0" rtlCol="0" anchor="ctr"/>
          <a:lstStyle/>
          <a:p>
            <a:r>
              <a:rPr lang="en-US" sz="1050" b="1" dirty="0">
                <a:solidFill>
                  <a:srgbClr val="007599"/>
                </a:solidFill>
              </a:rPr>
              <a:t>Language</a:t>
            </a:r>
            <a:endParaRPr lang="en-US" sz="1050" dirty="0"/>
          </a:p>
        </p:txBody>
      </p:sp>
      <p:sp>
        <p:nvSpPr>
          <p:cNvPr id="8" name="Text 6"/>
          <p:cNvSpPr/>
          <p:nvPr/>
        </p:nvSpPr>
        <p:spPr>
          <a:xfrm>
            <a:off x="1879092" y="2036826"/>
            <a:ext cx="1748790" cy="178308"/>
          </a:xfrm>
          <a:prstGeom prst="rect">
            <a:avLst/>
          </a:prstGeom>
          <a:noFill/>
          <a:ln/>
        </p:spPr>
        <p:txBody>
          <a:bodyPr wrap="square" lIns="0" tIns="0" rIns="0" bIns="0" rtlCol="0" anchor="ctr">
            <a:normAutofit/>
          </a:bodyPr>
          <a:lstStyle/>
          <a:p>
            <a:r>
              <a:rPr lang="en-US" sz="938" dirty="0">
                <a:solidFill>
                  <a:srgbClr val="5B6673"/>
                </a:solidFill>
              </a:rPr>
              <a:t>plain, formal, playful, technical</a:t>
            </a:r>
            <a:endParaRPr lang="en-US" sz="938" dirty="0"/>
          </a:p>
        </p:txBody>
      </p:sp>
      <p:sp>
        <p:nvSpPr>
          <p:cNvPr id="9" name="Shape 7"/>
          <p:cNvSpPr/>
          <p:nvPr/>
        </p:nvSpPr>
        <p:spPr>
          <a:xfrm>
            <a:off x="562356" y="2523744"/>
            <a:ext cx="3291840" cy="514350"/>
          </a:xfrm>
          <a:prstGeom prst="roundRect">
            <a:avLst>
              <a:gd name="adj" fmla="val 10667"/>
            </a:avLst>
          </a:prstGeom>
          <a:solidFill>
            <a:srgbClr val="FFFFFF"/>
          </a:solidFill>
          <a:ln w="12700">
            <a:solidFill>
              <a:srgbClr val="AFDDDF"/>
            </a:solidFill>
            <a:prstDash val="solid"/>
          </a:ln>
        </p:spPr>
        <p:txBody>
          <a:bodyPr/>
          <a:lstStyle/>
          <a:p>
            <a:endParaRPr lang="en-CA" sz="1350"/>
          </a:p>
        </p:txBody>
      </p:sp>
      <p:sp>
        <p:nvSpPr>
          <p:cNvPr id="10" name="Text 8"/>
          <p:cNvSpPr/>
          <p:nvPr/>
        </p:nvSpPr>
        <p:spPr>
          <a:xfrm>
            <a:off x="733806" y="2640330"/>
            <a:ext cx="1062990" cy="171450"/>
          </a:xfrm>
          <a:prstGeom prst="rect">
            <a:avLst/>
          </a:prstGeom>
          <a:noFill/>
          <a:ln/>
        </p:spPr>
        <p:txBody>
          <a:bodyPr wrap="square" lIns="0" tIns="0" rIns="0" bIns="0" rtlCol="0" anchor="ctr"/>
          <a:lstStyle/>
          <a:p>
            <a:r>
              <a:rPr lang="en-US" sz="1050" b="1" dirty="0">
                <a:solidFill>
                  <a:srgbClr val="007599"/>
                </a:solidFill>
              </a:rPr>
              <a:t>Visual tone</a:t>
            </a:r>
            <a:endParaRPr lang="en-US" sz="1050" dirty="0"/>
          </a:p>
        </p:txBody>
      </p:sp>
      <p:sp>
        <p:nvSpPr>
          <p:cNvPr id="11" name="Text 9"/>
          <p:cNvSpPr/>
          <p:nvPr/>
        </p:nvSpPr>
        <p:spPr>
          <a:xfrm>
            <a:off x="1879092" y="2640330"/>
            <a:ext cx="1748790" cy="178308"/>
          </a:xfrm>
          <a:prstGeom prst="rect">
            <a:avLst/>
          </a:prstGeom>
          <a:noFill/>
          <a:ln/>
        </p:spPr>
        <p:txBody>
          <a:bodyPr wrap="square" lIns="0" tIns="0" rIns="0" bIns="0" rtlCol="0" anchor="ctr">
            <a:normAutofit/>
          </a:bodyPr>
          <a:lstStyle/>
          <a:p>
            <a:r>
              <a:rPr lang="en-US" sz="938" dirty="0">
                <a:solidFill>
                  <a:srgbClr val="5B6673"/>
                </a:solidFill>
              </a:rPr>
              <a:t>friendly, urgent, premium, calm</a:t>
            </a:r>
            <a:endParaRPr lang="en-US" sz="938" dirty="0"/>
          </a:p>
        </p:txBody>
      </p:sp>
      <p:sp>
        <p:nvSpPr>
          <p:cNvPr id="12" name="Shape 10"/>
          <p:cNvSpPr/>
          <p:nvPr/>
        </p:nvSpPr>
        <p:spPr>
          <a:xfrm>
            <a:off x="562356" y="3127248"/>
            <a:ext cx="3291840" cy="514350"/>
          </a:xfrm>
          <a:prstGeom prst="roundRect">
            <a:avLst>
              <a:gd name="adj" fmla="val 10667"/>
            </a:avLst>
          </a:prstGeom>
          <a:solidFill>
            <a:srgbClr val="EAF4F5"/>
          </a:solidFill>
          <a:ln w="12700">
            <a:solidFill>
              <a:srgbClr val="EAF4F5"/>
            </a:solidFill>
            <a:prstDash val="solid"/>
          </a:ln>
        </p:spPr>
        <p:txBody>
          <a:bodyPr/>
          <a:lstStyle/>
          <a:p>
            <a:endParaRPr lang="en-CA" sz="1350"/>
          </a:p>
        </p:txBody>
      </p:sp>
      <p:sp>
        <p:nvSpPr>
          <p:cNvPr id="13" name="Text 11"/>
          <p:cNvSpPr/>
          <p:nvPr/>
        </p:nvSpPr>
        <p:spPr>
          <a:xfrm>
            <a:off x="733806" y="3243834"/>
            <a:ext cx="1062990" cy="171450"/>
          </a:xfrm>
          <a:prstGeom prst="rect">
            <a:avLst/>
          </a:prstGeom>
          <a:noFill/>
          <a:ln/>
        </p:spPr>
        <p:txBody>
          <a:bodyPr wrap="square" lIns="0" tIns="0" rIns="0" bIns="0" rtlCol="0" anchor="ctr"/>
          <a:lstStyle/>
          <a:p>
            <a:r>
              <a:rPr lang="en-US" sz="1050" b="1" dirty="0">
                <a:solidFill>
                  <a:srgbClr val="007599"/>
                </a:solidFill>
              </a:rPr>
              <a:t>Hierarchy</a:t>
            </a:r>
            <a:endParaRPr lang="en-US" sz="1050" dirty="0"/>
          </a:p>
        </p:txBody>
      </p:sp>
      <p:sp>
        <p:nvSpPr>
          <p:cNvPr id="14" name="Text 12"/>
          <p:cNvSpPr/>
          <p:nvPr/>
        </p:nvSpPr>
        <p:spPr>
          <a:xfrm>
            <a:off x="1879092" y="3243834"/>
            <a:ext cx="1748790" cy="178308"/>
          </a:xfrm>
          <a:prstGeom prst="rect">
            <a:avLst/>
          </a:prstGeom>
          <a:noFill/>
          <a:ln/>
        </p:spPr>
        <p:txBody>
          <a:bodyPr wrap="square" lIns="0" tIns="0" rIns="0" bIns="0" rtlCol="0" anchor="ctr">
            <a:normAutofit fontScale="85000" lnSpcReduction="10000"/>
          </a:bodyPr>
          <a:lstStyle/>
          <a:p>
            <a:r>
              <a:rPr lang="en-US" sz="938" dirty="0">
                <a:solidFill>
                  <a:srgbClr val="5B6673"/>
                </a:solidFill>
              </a:rPr>
              <a:t>what the viewer sees first, second, third</a:t>
            </a:r>
            <a:endParaRPr lang="en-US" sz="938" dirty="0"/>
          </a:p>
        </p:txBody>
      </p:sp>
      <p:sp>
        <p:nvSpPr>
          <p:cNvPr id="15" name="Shape 13"/>
          <p:cNvSpPr/>
          <p:nvPr/>
        </p:nvSpPr>
        <p:spPr>
          <a:xfrm>
            <a:off x="562356" y="3730752"/>
            <a:ext cx="3291840" cy="514350"/>
          </a:xfrm>
          <a:prstGeom prst="roundRect">
            <a:avLst>
              <a:gd name="adj" fmla="val 10667"/>
            </a:avLst>
          </a:prstGeom>
          <a:solidFill>
            <a:srgbClr val="FFFFFF"/>
          </a:solidFill>
          <a:ln w="12700">
            <a:solidFill>
              <a:srgbClr val="AFDDDF"/>
            </a:solidFill>
            <a:prstDash val="solid"/>
          </a:ln>
        </p:spPr>
        <p:txBody>
          <a:bodyPr/>
          <a:lstStyle/>
          <a:p>
            <a:endParaRPr lang="en-CA" sz="1350"/>
          </a:p>
        </p:txBody>
      </p:sp>
      <p:sp>
        <p:nvSpPr>
          <p:cNvPr id="16" name="Text 14"/>
          <p:cNvSpPr/>
          <p:nvPr/>
        </p:nvSpPr>
        <p:spPr>
          <a:xfrm>
            <a:off x="733806" y="3847338"/>
            <a:ext cx="1062990" cy="171450"/>
          </a:xfrm>
          <a:prstGeom prst="rect">
            <a:avLst/>
          </a:prstGeom>
          <a:noFill/>
          <a:ln/>
        </p:spPr>
        <p:txBody>
          <a:bodyPr wrap="square" lIns="0" tIns="0" rIns="0" bIns="0" rtlCol="0" anchor="ctr"/>
          <a:lstStyle/>
          <a:p>
            <a:r>
              <a:rPr lang="en-US" sz="1050" b="1" dirty="0">
                <a:solidFill>
                  <a:srgbClr val="007599"/>
                </a:solidFill>
              </a:rPr>
              <a:t>Accessibility</a:t>
            </a:r>
            <a:endParaRPr lang="en-US" sz="1050" dirty="0"/>
          </a:p>
        </p:txBody>
      </p:sp>
      <p:sp>
        <p:nvSpPr>
          <p:cNvPr id="17" name="Text 15"/>
          <p:cNvSpPr/>
          <p:nvPr/>
        </p:nvSpPr>
        <p:spPr>
          <a:xfrm>
            <a:off x="1879092" y="3847338"/>
            <a:ext cx="1748790" cy="178308"/>
          </a:xfrm>
          <a:prstGeom prst="rect">
            <a:avLst/>
          </a:prstGeom>
          <a:noFill/>
          <a:ln/>
        </p:spPr>
        <p:txBody>
          <a:bodyPr wrap="square" lIns="0" tIns="0" rIns="0" bIns="0" rtlCol="0" anchor="ctr">
            <a:normAutofit/>
          </a:bodyPr>
          <a:lstStyle/>
          <a:p>
            <a:r>
              <a:rPr lang="en-US" sz="938" dirty="0">
                <a:solidFill>
                  <a:srgbClr val="5B6673"/>
                </a:solidFill>
              </a:rPr>
              <a:t>contrast, type size, captions, alt text</a:t>
            </a:r>
            <a:endParaRPr lang="en-US" sz="938" dirty="0"/>
          </a:p>
        </p:txBody>
      </p:sp>
      <p:sp>
        <p:nvSpPr>
          <p:cNvPr id="18" name="Shape 16"/>
          <p:cNvSpPr/>
          <p:nvPr/>
        </p:nvSpPr>
        <p:spPr>
          <a:xfrm>
            <a:off x="562356" y="4334256"/>
            <a:ext cx="3291840" cy="514350"/>
          </a:xfrm>
          <a:prstGeom prst="roundRect">
            <a:avLst>
              <a:gd name="adj" fmla="val 10667"/>
            </a:avLst>
          </a:prstGeom>
          <a:solidFill>
            <a:srgbClr val="EAF4F5"/>
          </a:solidFill>
          <a:ln w="12700">
            <a:solidFill>
              <a:srgbClr val="EAF4F5"/>
            </a:solidFill>
            <a:prstDash val="solid"/>
          </a:ln>
        </p:spPr>
        <p:txBody>
          <a:bodyPr/>
          <a:lstStyle/>
          <a:p>
            <a:endParaRPr lang="en-CA" sz="1350"/>
          </a:p>
        </p:txBody>
      </p:sp>
      <p:sp>
        <p:nvSpPr>
          <p:cNvPr id="19" name="Text 17"/>
          <p:cNvSpPr/>
          <p:nvPr/>
        </p:nvSpPr>
        <p:spPr>
          <a:xfrm>
            <a:off x="733806" y="4450842"/>
            <a:ext cx="1062990" cy="171450"/>
          </a:xfrm>
          <a:prstGeom prst="rect">
            <a:avLst/>
          </a:prstGeom>
          <a:noFill/>
          <a:ln/>
        </p:spPr>
        <p:txBody>
          <a:bodyPr wrap="square" lIns="0" tIns="0" rIns="0" bIns="0" rtlCol="0" anchor="ctr"/>
          <a:lstStyle/>
          <a:p>
            <a:r>
              <a:rPr lang="en-US" sz="1050" b="1" dirty="0">
                <a:solidFill>
                  <a:srgbClr val="007599"/>
                </a:solidFill>
              </a:rPr>
              <a:t>Cultural fit</a:t>
            </a:r>
            <a:endParaRPr lang="en-US" sz="1050" dirty="0"/>
          </a:p>
        </p:txBody>
      </p:sp>
      <p:sp>
        <p:nvSpPr>
          <p:cNvPr id="20" name="Text 18"/>
          <p:cNvSpPr/>
          <p:nvPr/>
        </p:nvSpPr>
        <p:spPr>
          <a:xfrm>
            <a:off x="1879092" y="4450842"/>
            <a:ext cx="1748790" cy="178308"/>
          </a:xfrm>
          <a:prstGeom prst="rect">
            <a:avLst/>
          </a:prstGeom>
          <a:noFill/>
          <a:ln/>
        </p:spPr>
        <p:txBody>
          <a:bodyPr wrap="square" lIns="0" tIns="0" rIns="0" bIns="0" rtlCol="0" anchor="ctr">
            <a:normAutofit fontScale="77500" lnSpcReduction="20000"/>
          </a:bodyPr>
          <a:lstStyle/>
          <a:p>
            <a:r>
              <a:rPr lang="en-US" sz="938" dirty="0">
                <a:solidFill>
                  <a:srgbClr val="5B6673"/>
                </a:solidFill>
              </a:rPr>
              <a:t>symbols, assumptions, humour, references</a:t>
            </a:r>
            <a:endParaRPr lang="en-US" sz="938"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857250"/>
            <a:ext cx="9144000" cy="5143500"/>
          </a:xfrm>
          <a:prstGeom prst="rect">
            <a:avLst/>
          </a:prstGeom>
        </p:spPr>
      </p:pic>
      <p:pic>
        <p:nvPicPr>
          <p:cNvPr id="4" name="Picture 3" descr="image.png"/>
          <p:cNvPicPr>
            <a:picLocks noChangeAspect="1"/>
          </p:cNvPicPr>
          <p:nvPr/>
        </p:nvPicPr>
        <p:blipFill>
          <a:blip r:embed="rId4"/>
          <a:stretch>
            <a:fillRect/>
          </a:stretch>
        </p:blipFill>
        <p:spPr>
          <a:xfrm>
            <a:off x="2247936" y="993383"/>
            <a:ext cx="7210709" cy="4871234"/>
          </a:xfrm>
          <a:prstGeom prst="rect">
            <a:avLst/>
          </a:prstGeom>
        </p:spPr>
      </p:pic>
      <p:sp>
        <p:nvSpPr>
          <p:cNvPr id="5" name="TextBox 4"/>
          <p:cNvSpPr txBox="1"/>
          <p:nvPr/>
        </p:nvSpPr>
        <p:spPr>
          <a:xfrm>
            <a:off x="453683" y="2675810"/>
            <a:ext cx="1884137" cy="993157"/>
          </a:xfrm>
          <a:prstGeom prst="rect">
            <a:avLst/>
          </a:prstGeom>
          <a:noFill/>
        </p:spPr>
        <p:txBody>
          <a:bodyPr wrap="square" lIns="0" tIns="0" rIns="0" bIns="0" anchor="t">
            <a:spAutoFit/>
          </a:bodyPr>
          <a:lstStyle/>
          <a:p>
            <a:pPr marL="214313" indent="-214313">
              <a:lnSpc>
                <a:spcPct val="150000"/>
              </a:lnSpc>
              <a:buFont typeface="Arial" panose="020B0604020202020204" pitchFamily="34" charset="0"/>
              <a:buChar char="•"/>
            </a:pPr>
            <a:r>
              <a:rPr lang="en-US" sz="1500" b="1" dirty="0">
                <a:solidFill>
                  <a:srgbClr val="0F172A"/>
                </a:solidFill>
                <a:latin typeface="Lato"/>
              </a:rPr>
              <a:t>Intentional Cues</a:t>
            </a:r>
          </a:p>
          <a:p>
            <a:pPr marL="214313" indent="-214313">
              <a:lnSpc>
                <a:spcPct val="150000"/>
              </a:lnSpc>
              <a:buFont typeface="Arial" panose="020B0604020202020204" pitchFamily="34" charset="0"/>
              <a:buChar char="•"/>
            </a:pPr>
            <a:r>
              <a:rPr lang="en-US" sz="1500" b="1" dirty="0">
                <a:solidFill>
                  <a:srgbClr val="0F172A"/>
                </a:solidFill>
                <a:latin typeface="Lato"/>
              </a:rPr>
              <a:t>Eliminating Noise</a:t>
            </a:r>
          </a:p>
          <a:p>
            <a:pPr marL="214313" indent="-214313">
              <a:lnSpc>
                <a:spcPct val="150000"/>
              </a:lnSpc>
              <a:buFont typeface="Arial" panose="020B0604020202020204" pitchFamily="34" charset="0"/>
              <a:buChar char="•"/>
            </a:pPr>
            <a:r>
              <a:rPr lang="en-CA" sz="1500" b="1" dirty="0">
                <a:solidFill>
                  <a:srgbClr val="0F172A"/>
                </a:solidFill>
                <a:latin typeface="Lato"/>
              </a:rPr>
              <a:t>Shared Codes</a:t>
            </a:r>
            <a:endParaRPr lang="en-US" sz="1500" dirty="0">
              <a:solidFill>
                <a:srgbClr val="334155"/>
              </a:solidFill>
              <a:latin typeface="Lato"/>
            </a:endParaRPr>
          </a:p>
        </p:txBody>
      </p:sp>
      <p:sp>
        <p:nvSpPr>
          <p:cNvPr id="11" name="TextBox 10"/>
          <p:cNvSpPr txBox="1"/>
          <p:nvPr/>
        </p:nvSpPr>
        <p:spPr>
          <a:xfrm>
            <a:off x="428625" y="1214438"/>
            <a:ext cx="2304339" cy="623248"/>
          </a:xfrm>
          <a:prstGeom prst="rect">
            <a:avLst/>
          </a:prstGeom>
          <a:noFill/>
        </p:spPr>
        <p:txBody>
          <a:bodyPr wrap="square" lIns="0" tIns="0" rIns="0" bIns="0" anchor="t">
            <a:spAutoFit/>
          </a:bodyPr>
          <a:lstStyle/>
          <a:p>
            <a:pPr algn="l"/>
            <a:r>
              <a:rPr sz="2025" b="1" dirty="0">
                <a:solidFill>
                  <a:srgbClr val="0F172A"/>
                </a:solidFill>
                <a:latin typeface="Poppins"/>
              </a:rPr>
              <a:t>Audience-</a:t>
            </a:r>
            <a:r>
              <a:rPr sz="2025" b="1" dirty="0" err="1">
                <a:solidFill>
                  <a:srgbClr val="0F172A"/>
                </a:solidFill>
                <a:latin typeface="Poppins"/>
              </a:rPr>
              <a:t>Centred</a:t>
            </a:r>
            <a:r>
              <a:rPr sz="2025" b="1" dirty="0">
                <a:solidFill>
                  <a:srgbClr val="0F172A"/>
                </a:solidFill>
                <a:latin typeface="Poppins"/>
              </a:rPr>
              <a:t> Design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857250"/>
            <a:ext cx="9143771" cy="123444"/>
          </a:xfrm>
          <a:prstGeom prst="rect">
            <a:avLst/>
          </a:prstGeom>
          <a:solidFill>
            <a:srgbClr val="007599"/>
          </a:solidFill>
          <a:ln w="12700">
            <a:solidFill>
              <a:srgbClr val="007599"/>
            </a:solidFill>
            <a:prstDash val="solid"/>
          </a:ln>
        </p:spPr>
        <p:txBody>
          <a:bodyPr/>
          <a:lstStyle/>
          <a:p>
            <a:endParaRPr lang="en-CA" sz="1350"/>
          </a:p>
        </p:txBody>
      </p:sp>
      <p:sp>
        <p:nvSpPr>
          <p:cNvPr id="3" name="Text 1"/>
          <p:cNvSpPr/>
          <p:nvPr/>
        </p:nvSpPr>
        <p:spPr>
          <a:xfrm>
            <a:off x="6926580" y="884682"/>
            <a:ext cx="1885950" cy="82296"/>
          </a:xfrm>
          <a:prstGeom prst="rect">
            <a:avLst/>
          </a:prstGeom>
          <a:noFill/>
          <a:ln/>
        </p:spPr>
        <p:txBody>
          <a:bodyPr wrap="square" lIns="0" tIns="0" rIns="0" bIns="0" rtlCol="0" anchor="ctr"/>
          <a:lstStyle/>
          <a:p>
            <a:pPr algn="r"/>
            <a:r>
              <a:rPr lang="en-US" sz="488" dirty="0">
                <a:solidFill>
                  <a:srgbClr val="5B6673"/>
                </a:solidFill>
                <a:latin typeface="Aptos" pitchFamily="34" charset="0"/>
                <a:ea typeface="Aptos" pitchFamily="34" charset="-122"/>
                <a:cs typeface="Aptos" pitchFamily="34" charset="-120"/>
              </a:rPr>
              <a:t>Sources checked</a:t>
            </a:r>
            <a:endParaRPr lang="en-US" sz="488" dirty="0"/>
          </a:p>
        </p:txBody>
      </p:sp>
      <p:sp>
        <p:nvSpPr>
          <p:cNvPr id="4" name="Text 2"/>
          <p:cNvSpPr/>
          <p:nvPr/>
        </p:nvSpPr>
        <p:spPr>
          <a:xfrm>
            <a:off x="377190" y="1145286"/>
            <a:ext cx="7886700" cy="356616"/>
          </a:xfrm>
          <a:prstGeom prst="rect">
            <a:avLst/>
          </a:prstGeom>
          <a:noFill/>
          <a:ln/>
        </p:spPr>
        <p:txBody>
          <a:bodyPr wrap="square" lIns="0" tIns="0" rIns="0" bIns="0" rtlCol="0" anchor="ctr"/>
          <a:lstStyle/>
          <a:p>
            <a:r>
              <a:rPr lang="en-US" sz="1875" b="1" dirty="0">
                <a:solidFill>
                  <a:srgbClr val="1D2733"/>
                </a:solidFill>
                <a:latin typeface="Aptos Display" pitchFamily="34" charset="0"/>
                <a:ea typeface="Aptos Display" pitchFamily="34" charset="-122"/>
                <a:cs typeface="Aptos Display" pitchFamily="34" charset="-120"/>
              </a:rPr>
              <a:t>Sources consulted</a:t>
            </a:r>
            <a:endParaRPr lang="en-US" sz="1875" dirty="0"/>
          </a:p>
        </p:txBody>
      </p:sp>
      <p:sp>
        <p:nvSpPr>
          <p:cNvPr id="5" name="Text 3"/>
          <p:cNvSpPr/>
          <p:nvPr/>
        </p:nvSpPr>
        <p:spPr>
          <a:xfrm>
            <a:off x="390906" y="1529334"/>
            <a:ext cx="7818120" cy="260604"/>
          </a:xfrm>
          <a:prstGeom prst="rect">
            <a:avLst/>
          </a:prstGeom>
          <a:noFill/>
          <a:ln/>
        </p:spPr>
        <p:txBody>
          <a:bodyPr wrap="square" lIns="0" tIns="0" rIns="0" bIns="0" rtlCol="0" anchor="ctr"/>
          <a:lstStyle/>
          <a:p>
            <a:r>
              <a:rPr lang="en-US" sz="938" dirty="0">
                <a:solidFill>
                  <a:srgbClr val="5B6673"/>
                </a:solidFill>
              </a:rPr>
              <a:t>All lecture concepts were checked against these sources.</a:t>
            </a:r>
            <a:endParaRPr lang="en-US" sz="938" dirty="0"/>
          </a:p>
        </p:txBody>
      </p:sp>
      <p:sp>
        <p:nvSpPr>
          <p:cNvPr id="6" name="Text 4"/>
          <p:cNvSpPr/>
          <p:nvPr/>
        </p:nvSpPr>
        <p:spPr>
          <a:xfrm>
            <a:off x="514350" y="1920240"/>
            <a:ext cx="4011930" cy="3394710"/>
          </a:xfrm>
          <a:prstGeom prst="rect">
            <a:avLst/>
          </a:prstGeom>
          <a:noFill/>
          <a:ln/>
        </p:spPr>
        <p:txBody>
          <a:bodyPr wrap="square" lIns="191" tIns="191" rIns="191" bIns="191" rtlCol="0" anchor="ctr">
            <a:normAutofit/>
          </a:bodyPr>
          <a:lstStyle/>
          <a:p>
            <a:r>
              <a:rPr lang="en-US" sz="713" dirty="0">
                <a:solidFill>
                  <a:srgbClr val="1D2733"/>
                </a:solidFill>
              </a:rPr>
              <a:t>Canada.ca Content Style Guide — plain language and audience: https://design.canada.ca/style-guide/</a:t>
            </a:r>
            <a:endParaRPr lang="en-US" sz="713" dirty="0"/>
          </a:p>
          <a:p>
            <a:endParaRPr lang="en-US" sz="713" dirty="0"/>
          </a:p>
          <a:p>
            <a:r>
              <a:rPr lang="en-US" sz="713" dirty="0">
                <a:solidFill>
                  <a:srgbClr val="1D2733"/>
                </a:solidFill>
              </a:rPr>
              <a:t>Canada.ca Designing for Canada.ca — design for people / user needs: https://design.canada.ca/</a:t>
            </a:r>
            <a:endParaRPr lang="en-US" sz="713" dirty="0"/>
          </a:p>
          <a:p>
            <a:endParaRPr lang="en-US" sz="713" dirty="0"/>
          </a:p>
          <a:p>
            <a:r>
              <a:rPr lang="en-US" sz="713" dirty="0">
                <a:solidFill>
                  <a:srgbClr val="1D2733"/>
                </a:solidFill>
              </a:rPr>
              <a:t>Canadian Digital Service — user-centred design: https://digital.canada.ca/user-centred-design/</a:t>
            </a:r>
            <a:endParaRPr lang="en-US" sz="713" dirty="0"/>
          </a:p>
          <a:p>
            <a:endParaRPr lang="en-US" sz="713" dirty="0"/>
          </a:p>
          <a:p>
            <a:r>
              <a:rPr lang="en-US" sz="713" dirty="0">
                <a:solidFill>
                  <a:srgbClr val="1D2733"/>
                </a:solidFill>
              </a:rPr>
              <a:t>Nielsen Norman Group — Personas: Study Guide: https://www.nngroup.com/articles/personas-study-guide/</a:t>
            </a:r>
            <a:endParaRPr lang="en-US" sz="713" dirty="0"/>
          </a:p>
          <a:p>
            <a:endParaRPr lang="en-US" sz="713" dirty="0"/>
          </a:p>
          <a:p>
            <a:r>
              <a:rPr lang="en-US" sz="713" dirty="0">
                <a:solidFill>
                  <a:srgbClr val="1D2733"/>
                </a:solidFill>
              </a:rPr>
              <a:t>Nielsen Norman Group — Optimizing for Context in Omnichannel UX: https://www.nngroup.com/articles/context-specific-cross-channel/</a:t>
            </a:r>
            <a:endParaRPr lang="en-US" sz="713" dirty="0"/>
          </a:p>
        </p:txBody>
      </p:sp>
      <p:sp>
        <p:nvSpPr>
          <p:cNvPr id="7" name="Text 5"/>
          <p:cNvSpPr/>
          <p:nvPr/>
        </p:nvSpPr>
        <p:spPr>
          <a:xfrm>
            <a:off x="4663440" y="1920240"/>
            <a:ext cx="4011930" cy="3394710"/>
          </a:xfrm>
          <a:prstGeom prst="rect">
            <a:avLst/>
          </a:prstGeom>
          <a:noFill/>
          <a:ln/>
        </p:spPr>
        <p:txBody>
          <a:bodyPr wrap="square" lIns="191" tIns="191" rIns="191" bIns="191" rtlCol="0" anchor="ctr">
            <a:normAutofit/>
          </a:bodyPr>
          <a:lstStyle/>
          <a:p>
            <a:r>
              <a:rPr lang="en-US" sz="713" dirty="0">
                <a:solidFill>
                  <a:srgbClr val="1D2733"/>
                </a:solidFill>
              </a:rPr>
              <a:t>Nielsen Norman Group — When to Use Which UX Research Methods: https://www.nngroup.com/articles/which-ux-research-methods/</a:t>
            </a:r>
            <a:endParaRPr lang="en-US" sz="713" dirty="0"/>
          </a:p>
          <a:p>
            <a:endParaRPr lang="en-US" sz="713" dirty="0"/>
          </a:p>
          <a:p>
            <a:r>
              <a:rPr lang="en-US" sz="713" dirty="0">
                <a:solidFill>
                  <a:srgbClr val="1D2733"/>
                </a:solidFill>
              </a:rPr>
              <a:t>W3C WAI — WCAG 2 Overview: https://www.w3.org/WAI/standards-guidelines/wcag/</a:t>
            </a:r>
            <a:endParaRPr lang="en-US" sz="713" dirty="0"/>
          </a:p>
          <a:p>
            <a:endParaRPr lang="en-US" sz="713" dirty="0"/>
          </a:p>
          <a:p>
            <a:r>
              <a:rPr lang="en-US" sz="713" dirty="0">
                <a:solidFill>
                  <a:srgbClr val="1D2733"/>
                </a:solidFill>
              </a:rPr>
              <a:t>Interaction Design Foundation — User-Centred Design: https://www.interaction-design.org/literature/topics/user-centered-design</a:t>
            </a:r>
            <a:endParaRPr lang="en-US" sz="713" dirty="0"/>
          </a:p>
          <a:p>
            <a:endParaRPr lang="en-US" sz="713" dirty="0"/>
          </a:p>
          <a:p>
            <a:r>
              <a:rPr lang="en-US" sz="713" dirty="0">
                <a:solidFill>
                  <a:srgbClr val="1D2733"/>
                </a:solidFill>
              </a:rPr>
              <a:t>Interaction Design Foundation — Personas: A Simple Introduction: https://www.interaction-design.org/literature/article/personas-why-and-how-you-should-use-them</a:t>
            </a:r>
            <a:endParaRPr lang="en-US" sz="713" dirty="0"/>
          </a:p>
        </p:txBody>
      </p:sp>
      <p:sp>
        <p:nvSpPr>
          <p:cNvPr id="8" name="Text 6"/>
          <p:cNvSpPr/>
          <p:nvPr/>
        </p:nvSpPr>
        <p:spPr>
          <a:xfrm>
            <a:off x="582930" y="5397246"/>
            <a:ext cx="7818120" cy="240030"/>
          </a:xfrm>
          <a:prstGeom prst="rect">
            <a:avLst/>
          </a:prstGeom>
          <a:noFill/>
          <a:ln/>
        </p:spPr>
        <p:txBody>
          <a:bodyPr wrap="square" lIns="0" tIns="0" rIns="0" bIns="0" rtlCol="0" anchor="ctr"/>
          <a:lstStyle/>
          <a:p>
            <a:pPr algn="ctr"/>
            <a:r>
              <a:rPr lang="en-US" sz="825" dirty="0">
                <a:solidFill>
                  <a:srgbClr val="5B6673"/>
                </a:solidFill>
              </a:rPr>
              <a:t>Note: Activities and classroom examples were created for this Year-1 Canadian college context. Generated images are original AI visuals created for this deck.</a:t>
            </a:r>
            <a:endParaRPr lang="en-US" sz="825" dirty="0"/>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71</TotalTime>
  <Words>1534</Words>
  <Application>Microsoft Office PowerPoint</Application>
  <PresentationFormat>On-screen Show (4:3)</PresentationFormat>
  <Paragraphs>137</Paragraphs>
  <Slides>8</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Aptos</vt:lpstr>
      <vt:lpstr>Aptos Display</vt:lpstr>
      <vt:lpstr>Arial</vt:lpstr>
      <vt:lpstr>Calibri</vt:lpstr>
      <vt:lpstr>Calibri Light</vt:lpstr>
      <vt:lpstr>Lato</vt:lpstr>
      <vt:lpstr>Poppins</vt:lpstr>
      <vt:lpstr>Poppins SemiBold</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NBCC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Audience, Personas, Context &amp; Medium</dc:title>
  <dc:subject>Introductory design theory lecture</dc:subject>
  <dc:creator>OpenAI</dc:creator>
  <cp:lastModifiedBy>Croney, Aynslie (NBCC)</cp:lastModifiedBy>
  <cp:revision>2</cp:revision>
  <dcterms:created xsi:type="dcterms:W3CDTF">2026-09-16T11:38:00Z</dcterms:created>
  <dcterms:modified xsi:type="dcterms:W3CDTF">2026-09-16T13:28:48Z</dcterms:modified>
</cp:coreProperties>
</file>