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24"/>
  </p:notesMasterIdLst>
  <p:sldIdLst>
    <p:sldId id="256" r:id="rId2"/>
    <p:sldId id="257" r:id="rId3"/>
    <p:sldId id="270" r:id="rId4"/>
    <p:sldId id="272" r:id="rId5"/>
    <p:sldId id="258" r:id="rId6"/>
    <p:sldId id="260" r:id="rId7"/>
    <p:sldId id="259" r:id="rId8"/>
    <p:sldId id="273" r:id="rId9"/>
    <p:sldId id="261" r:id="rId10"/>
    <p:sldId id="281" r:id="rId11"/>
    <p:sldId id="279" r:id="rId12"/>
    <p:sldId id="280" r:id="rId13"/>
    <p:sldId id="263" r:id="rId14"/>
    <p:sldId id="282" r:id="rId15"/>
    <p:sldId id="264" r:id="rId16"/>
    <p:sldId id="265" r:id="rId17"/>
    <p:sldId id="292" r:id="rId18"/>
    <p:sldId id="266" r:id="rId19"/>
    <p:sldId id="267" r:id="rId20"/>
    <p:sldId id="268" r:id="rId21"/>
    <p:sldId id="291" r:id="rId22"/>
    <p:sldId id="269" r:id="rId23"/>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9600"/>
    <a:srgbClr val="007599"/>
    <a:srgbClr val="F8C2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2DF51C-C3B8-429E-849A-48A3570CF949}" v="62" dt="2026-09-29T08:04:09.9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notesMasterView">
  <p:normalViewPr>
    <p:restoredLeft sz="15611"/>
    <p:restoredTop sz="69281" autoAdjust="0"/>
  </p:normalViewPr>
  <p:slideViewPr>
    <p:cSldViewPr snapToGrid="0" snapToObjects="1">
      <p:cViewPr varScale="1">
        <p:scale>
          <a:sx n="73" d="100"/>
          <a:sy n="73" d="100"/>
        </p:scale>
        <p:origin x="1980" y="60"/>
      </p:cViewPr>
      <p:guideLst/>
    </p:cSldViewPr>
  </p:slideViewPr>
  <p:notesTextViewPr>
    <p:cViewPr>
      <p:scale>
        <a:sx n="1" d="1"/>
        <a:sy n="1" d="1"/>
      </p:scale>
      <p:origin x="0" y="0"/>
    </p:cViewPr>
  </p:notesTextViewPr>
  <p:sorterViewPr>
    <p:cViewPr>
      <p:scale>
        <a:sx n="104" d="100"/>
        <a:sy n="104" d="100"/>
      </p:scale>
      <p:origin x="0" y="-2382"/>
    </p:cViewPr>
  </p:sorterViewPr>
  <p:notesViewPr>
    <p:cSldViewPr snapToGrid="0" snapToObjects="1">
      <p:cViewPr varScale="1">
        <p:scale>
          <a:sx n="61" d="100"/>
          <a:sy n="61" d="100"/>
        </p:scale>
        <p:origin x="3576"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roney, Aynslie (NBCC)" userId="5b4b8641-5be5-4a22-b80a-b2335657ba3c" providerId="ADAL" clId="{37570E6E-2003-4D91-B5AC-B452EC7E0FA7}"/>
    <pc:docChg chg="undo custSel addSld delSld modSld sldOrd modMainMaster modNotesMaster">
      <pc:chgData name="Croney, Aynslie (NBCC)" userId="5b4b8641-5be5-4a22-b80a-b2335657ba3c" providerId="ADAL" clId="{37570E6E-2003-4D91-B5AC-B452EC7E0FA7}" dt="2026-09-29T08:04:09.993" v="780"/>
      <pc:docMkLst>
        <pc:docMk/>
      </pc:docMkLst>
      <pc:sldChg chg="modSp modNotes">
        <pc:chgData name="Croney, Aynslie (NBCC)" userId="5b4b8641-5be5-4a22-b80a-b2335657ba3c" providerId="ADAL" clId="{37570E6E-2003-4D91-B5AC-B452EC7E0FA7}" dt="2026-09-29T08:04:09.993" v="780"/>
        <pc:sldMkLst>
          <pc:docMk/>
          <pc:sldMk cId="0" sldId="256"/>
        </pc:sldMkLst>
        <pc:spChg chg="mod">
          <ac:chgData name="Croney, Aynslie (NBCC)" userId="5b4b8641-5be5-4a22-b80a-b2335657ba3c" providerId="ADAL" clId="{37570E6E-2003-4D91-B5AC-B452EC7E0FA7}" dt="2026-09-29T08:04:09.993" v="780"/>
          <ac:spMkLst>
            <pc:docMk/>
            <pc:sldMk cId="0" sldId="256"/>
            <ac:spMk id="3" creationId="{00000000-0000-0000-0000-000000000000}"/>
          </ac:spMkLst>
        </pc:spChg>
        <pc:spChg chg="mod">
          <ac:chgData name="Croney, Aynslie (NBCC)" userId="5b4b8641-5be5-4a22-b80a-b2335657ba3c" providerId="ADAL" clId="{37570E6E-2003-4D91-B5AC-B452EC7E0FA7}" dt="2026-09-29T08:04:09.993" v="780"/>
          <ac:spMkLst>
            <pc:docMk/>
            <pc:sldMk cId="0" sldId="256"/>
            <ac:spMk id="4" creationId="{00000000-0000-0000-0000-000000000000}"/>
          </ac:spMkLst>
        </pc:spChg>
        <pc:spChg chg="mod">
          <ac:chgData name="Croney, Aynslie (NBCC)" userId="5b4b8641-5be5-4a22-b80a-b2335657ba3c" providerId="ADAL" clId="{37570E6E-2003-4D91-B5AC-B452EC7E0FA7}" dt="2026-09-29T08:04:09.993" v="780"/>
          <ac:spMkLst>
            <pc:docMk/>
            <pc:sldMk cId="0" sldId="256"/>
            <ac:spMk id="5" creationId="{00000000-0000-0000-0000-000000000000}"/>
          </ac:spMkLst>
        </pc:spChg>
        <pc:spChg chg="mod">
          <ac:chgData name="Croney, Aynslie (NBCC)" userId="5b4b8641-5be5-4a22-b80a-b2335657ba3c" providerId="ADAL" clId="{37570E6E-2003-4D91-B5AC-B452EC7E0FA7}" dt="2026-09-29T08:04:09.993" v="780"/>
          <ac:spMkLst>
            <pc:docMk/>
            <pc:sldMk cId="0" sldId="256"/>
            <ac:spMk id="6" creationId="{00000000-0000-0000-0000-000000000000}"/>
          </ac:spMkLst>
        </pc:spChg>
        <pc:spChg chg="mod">
          <ac:chgData name="Croney, Aynslie (NBCC)" userId="5b4b8641-5be5-4a22-b80a-b2335657ba3c" providerId="ADAL" clId="{37570E6E-2003-4D91-B5AC-B452EC7E0FA7}" dt="2026-09-29T08:04:09.993" v="780"/>
          <ac:spMkLst>
            <pc:docMk/>
            <pc:sldMk cId="0" sldId="256"/>
            <ac:spMk id="7" creationId="{00000000-0000-0000-0000-000000000000}"/>
          </ac:spMkLst>
        </pc:spChg>
        <pc:spChg chg="mod">
          <ac:chgData name="Croney, Aynslie (NBCC)" userId="5b4b8641-5be5-4a22-b80a-b2335657ba3c" providerId="ADAL" clId="{37570E6E-2003-4D91-B5AC-B452EC7E0FA7}" dt="2026-09-29T08:04:09.993" v="780"/>
          <ac:spMkLst>
            <pc:docMk/>
            <pc:sldMk cId="0" sldId="256"/>
            <ac:spMk id="9" creationId="{00000000-0000-0000-0000-000000000000}"/>
          </ac:spMkLst>
        </pc:spChg>
        <pc:picChg chg="mod">
          <ac:chgData name="Croney, Aynslie (NBCC)" userId="5b4b8641-5be5-4a22-b80a-b2335657ba3c" providerId="ADAL" clId="{37570E6E-2003-4D91-B5AC-B452EC7E0FA7}" dt="2026-09-29T08:04:09.993" v="780"/>
          <ac:picMkLst>
            <pc:docMk/>
            <pc:sldMk cId="0" sldId="256"/>
            <ac:picMk id="2" creationId="{00000000-0000-0000-0000-000000000000}"/>
          </ac:picMkLst>
        </pc:picChg>
      </pc:sldChg>
      <pc:sldChg chg="modSp modNotes">
        <pc:chgData name="Croney, Aynslie (NBCC)" userId="5b4b8641-5be5-4a22-b80a-b2335657ba3c" providerId="ADAL" clId="{37570E6E-2003-4D91-B5AC-B452EC7E0FA7}" dt="2026-09-29T08:04:09.993" v="780"/>
        <pc:sldMkLst>
          <pc:docMk/>
          <pc:sldMk cId="0" sldId="257"/>
        </pc:sldMkLst>
        <pc:spChg chg="mod">
          <ac:chgData name="Croney, Aynslie (NBCC)" userId="5b4b8641-5be5-4a22-b80a-b2335657ba3c" providerId="ADAL" clId="{37570E6E-2003-4D91-B5AC-B452EC7E0FA7}" dt="2026-09-29T08:04:09.993" v="780"/>
          <ac:spMkLst>
            <pc:docMk/>
            <pc:sldMk cId="0" sldId="257"/>
            <ac:spMk id="2" creationId="{00000000-0000-0000-0000-000000000000}"/>
          </ac:spMkLst>
        </pc:spChg>
        <pc:spChg chg="mod">
          <ac:chgData name="Croney, Aynslie (NBCC)" userId="5b4b8641-5be5-4a22-b80a-b2335657ba3c" providerId="ADAL" clId="{37570E6E-2003-4D91-B5AC-B452EC7E0FA7}" dt="2026-09-29T08:04:09.993" v="780"/>
          <ac:spMkLst>
            <pc:docMk/>
            <pc:sldMk cId="0" sldId="257"/>
            <ac:spMk id="3" creationId="{00000000-0000-0000-0000-000000000000}"/>
          </ac:spMkLst>
        </pc:spChg>
        <pc:spChg chg="mod">
          <ac:chgData name="Croney, Aynslie (NBCC)" userId="5b4b8641-5be5-4a22-b80a-b2335657ba3c" providerId="ADAL" clId="{37570E6E-2003-4D91-B5AC-B452EC7E0FA7}" dt="2026-09-29T08:04:09.993" v="780"/>
          <ac:spMkLst>
            <pc:docMk/>
            <pc:sldMk cId="0" sldId="257"/>
            <ac:spMk id="5" creationId="{00000000-0000-0000-0000-000000000000}"/>
          </ac:spMkLst>
        </pc:spChg>
        <pc:spChg chg="mod">
          <ac:chgData name="Croney, Aynslie (NBCC)" userId="5b4b8641-5be5-4a22-b80a-b2335657ba3c" providerId="ADAL" clId="{37570E6E-2003-4D91-B5AC-B452EC7E0FA7}" dt="2026-09-29T08:04:09.993" v="780"/>
          <ac:spMkLst>
            <pc:docMk/>
            <pc:sldMk cId="0" sldId="257"/>
            <ac:spMk id="6" creationId="{00000000-0000-0000-0000-000000000000}"/>
          </ac:spMkLst>
        </pc:spChg>
        <pc:spChg chg="mod">
          <ac:chgData name="Croney, Aynslie (NBCC)" userId="5b4b8641-5be5-4a22-b80a-b2335657ba3c" providerId="ADAL" clId="{37570E6E-2003-4D91-B5AC-B452EC7E0FA7}" dt="2026-09-29T08:04:09.993" v="780"/>
          <ac:spMkLst>
            <pc:docMk/>
            <pc:sldMk cId="0" sldId="257"/>
            <ac:spMk id="9" creationId="{00000000-0000-0000-0000-000000000000}"/>
          </ac:spMkLst>
        </pc:spChg>
        <pc:spChg chg="mod">
          <ac:chgData name="Croney, Aynslie (NBCC)" userId="5b4b8641-5be5-4a22-b80a-b2335657ba3c" providerId="ADAL" clId="{37570E6E-2003-4D91-B5AC-B452EC7E0FA7}" dt="2026-09-29T08:04:09.993" v="780"/>
          <ac:spMkLst>
            <pc:docMk/>
            <pc:sldMk cId="0" sldId="257"/>
            <ac:spMk id="11" creationId="{00000000-0000-0000-0000-000000000000}"/>
          </ac:spMkLst>
        </pc:spChg>
        <pc:spChg chg="mod">
          <ac:chgData name="Croney, Aynslie (NBCC)" userId="5b4b8641-5be5-4a22-b80a-b2335657ba3c" providerId="ADAL" clId="{37570E6E-2003-4D91-B5AC-B452EC7E0FA7}" dt="2026-09-29T08:04:09.993" v="780"/>
          <ac:spMkLst>
            <pc:docMk/>
            <pc:sldMk cId="0" sldId="257"/>
            <ac:spMk id="13" creationId="{00000000-0000-0000-0000-000000000000}"/>
          </ac:spMkLst>
        </pc:spChg>
        <pc:spChg chg="mod">
          <ac:chgData name="Croney, Aynslie (NBCC)" userId="5b4b8641-5be5-4a22-b80a-b2335657ba3c" providerId="ADAL" clId="{37570E6E-2003-4D91-B5AC-B452EC7E0FA7}" dt="2026-09-29T08:04:09.993" v="780"/>
          <ac:spMkLst>
            <pc:docMk/>
            <pc:sldMk cId="0" sldId="257"/>
            <ac:spMk id="14" creationId="{00000000-0000-0000-0000-000000000000}"/>
          </ac:spMkLst>
        </pc:spChg>
        <pc:spChg chg="mod">
          <ac:chgData name="Croney, Aynslie (NBCC)" userId="5b4b8641-5be5-4a22-b80a-b2335657ba3c" providerId="ADAL" clId="{37570E6E-2003-4D91-B5AC-B452EC7E0FA7}" dt="2026-09-29T08:04:09.993" v="780"/>
          <ac:spMkLst>
            <pc:docMk/>
            <pc:sldMk cId="0" sldId="257"/>
            <ac:spMk id="18" creationId="{00000000-0000-0000-0000-000000000000}"/>
          </ac:spMkLst>
        </pc:spChg>
        <pc:spChg chg="mod">
          <ac:chgData name="Croney, Aynslie (NBCC)" userId="5b4b8641-5be5-4a22-b80a-b2335657ba3c" providerId="ADAL" clId="{37570E6E-2003-4D91-B5AC-B452EC7E0FA7}" dt="2026-09-29T08:04:09.993" v="780"/>
          <ac:spMkLst>
            <pc:docMk/>
            <pc:sldMk cId="0" sldId="257"/>
            <ac:spMk id="19" creationId="{00000000-0000-0000-0000-000000000000}"/>
          </ac:spMkLst>
        </pc:spChg>
      </pc:sldChg>
      <pc:sldChg chg="modSp modNotes">
        <pc:chgData name="Croney, Aynslie (NBCC)" userId="5b4b8641-5be5-4a22-b80a-b2335657ba3c" providerId="ADAL" clId="{37570E6E-2003-4D91-B5AC-B452EC7E0FA7}" dt="2026-09-29T08:04:09.993" v="780"/>
        <pc:sldMkLst>
          <pc:docMk/>
          <pc:sldMk cId="0" sldId="258"/>
        </pc:sldMkLst>
        <pc:spChg chg="mod">
          <ac:chgData name="Croney, Aynslie (NBCC)" userId="5b4b8641-5be5-4a22-b80a-b2335657ba3c" providerId="ADAL" clId="{37570E6E-2003-4D91-B5AC-B452EC7E0FA7}" dt="2026-09-29T08:04:09.993" v="780"/>
          <ac:spMkLst>
            <pc:docMk/>
            <pc:sldMk cId="0" sldId="258"/>
            <ac:spMk id="2" creationId="{00000000-0000-0000-0000-000000000000}"/>
          </ac:spMkLst>
        </pc:spChg>
        <pc:spChg chg="mod">
          <ac:chgData name="Croney, Aynslie (NBCC)" userId="5b4b8641-5be5-4a22-b80a-b2335657ba3c" providerId="ADAL" clId="{37570E6E-2003-4D91-B5AC-B452EC7E0FA7}" dt="2026-09-29T08:04:09.993" v="780"/>
          <ac:spMkLst>
            <pc:docMk/>
            <pc:sldMk cId="0" sldId="258"/>
            <ac:spMk id="3" creationId="{00000000-0000-0000-0000-000000000000}"/>
          </ac:spMkLst>
        </pc:spChg>
        <pc:spChg chg="mod">
          <ac:chgData name="Croney, Aynslie (NBCC)" userId="5b4b8641-5be5-4a22-b80a-b2335657ba3c" providerId="ADAL" clId="{37570E6E-2003-4D91-B5AC-B452EC7E0FA7}" dt="2026-09-29T08:04:09.993" v="780"/>
          <ac:spMkLst>
            <pc:docMk/>
            <pc:sldMk cId="0" sldId="258"/>
            <ac:spMk id="4" creationId="{00000000-0000-0000-0000-000000000000}"/>
          </ac:spMkLst>
        </pc:spChg>
        <pc:spChg chg="mod">
          <ac:chgData name="Croney, Aynslie (NBCC)" userId="5b4b8641-5be5-4a22-b80a-b2335657ba3c" providerId="ADAL" clId="{37570E6E-2003-4D91-B5AC-B452EC7E0FA7}" dt="2026-09-29T08:04:09.993" v="780"/>
          <ac:spMkLst>
            <pc:docMk/>
            <pc:sldMk cId="0" sldId="258"/>
            <ac:spMk id="7" creationId="{00000000-0000-0000-0000-000000000000}"/>
          </ac:spMkLst>
        </pc:spChg>
        <pc:spChg chg="mod">
          <ac:chgData name="Croney, Aynslie (NBCC)" userId="5b4b8641-5be5-4a22-b80a-b2335657ba3c" providerId="ADAL" clId="{37570E6E-2003-4D91-B5AC-B452EC7E0FA7}" dt="2026-09-29T08:04:09.993" v="780"/>
          <ac:spMkLst>
            <pc:docMk/>
            <pc:sldMk cId="0" sldId="258"/>
            <ac:spMk id="8" creationId="{00000000-0000-0000-0000-000000000000}"/>
          </ac:spMkLst>
        </pc:spChg>
        <pc:spChg chg="mod">
          <ac:chgData name="Croney, Aynslie (NBCC)" userId="5b4b8641-5be5-4a22-b80a-b2335657ba3c" providerId="ADAL" clId="{37570E6E-2003-4D91-B5AC-B452EC7E0FA7}" dt="2026-09-29T08:04:09.993" v="780"/>
          <ac:spMkLst>
            <pc:docMk/>
            <pc:sldMk cId="0" sldId="258"/>
            <ac:spMk id="9" creationId="{00000000-0000-0000-0000-000000000000}"/>
          </ac:spMkLst>
        </pc:spChg>
        <pc:spChg chg="mod">
          <ac:chgData name="Croney, Aynslie (NBCC)" userId="5b4b8641-5be5-4a22-b80a-b2335657ba3c" providerId="ADAL" clId="{37570E6E-2003-4D91-B5AC-B452EC7E0FA7}" dt="2026-09-29T08:04:09.993" v="780"/>
          <ac:spMkLst>
            <pc:docMk/>
            <pc:sldMk cId="0" sldId="258"/>
            <ac:spMk id="10" creationId="{00000000-0000-0000-0000-000000000000}"/>
          </ac:spMkLst>
        </pc:spChg>
        <pc:spChg chg="mod">
          <ac:chgData name="Croney, Aynslie (NBCC)" userId="5b4b8641-5be5-4a22-b80a-b2335657ba3c" providerId="ADAL" clId="{37570E6E-2003-4D91-B5AC-B452EC7E0FA7}" dt="2026-09-29T08:04:09.993" v="780"/>
          <ac:spMkLst>
            <pc:docMk/>
            <pc:sldMk cId="0" sldId="258"/>
            <ac:spMk id="11" creationId="{00000000-0000-0000-0000-000000000000}"/>
          </ac:spMkLst>
        </pc:spChg>
        <pc:spChg chg="mod">
          <ac:chgData name="Croney, Aynslie (NBCC)" userId="5b4b8641-5be5-4a22-b80a-b2335657ba3c" providerId="ADAL" clId="{37570E6E-2003-4D91-B5AC-B452EC7E0FA7}" dt="2026-09-29T08:04:09.993" v="780"/>
          <ac:spMkLst>
            <pc:docMk/>
            <pc:sldMk cId="0" sldId="258"/>
            <ac:spMk id="12" creationId="{00000000-0000-0000-0000-000000000000}"/>
          </ac:spMkLst>
        </pc:spChg>
        <pc:spChg chg="mod">
          <ac:chgData name="Croney, Aynslie (NBCC)" userId="5b4b8641-5be5-4a22-b80a-b2335657ba3c" providerId="ADAL" clId="{37570E6E-2003-4D91-B5AC-B452EC7E0FA7}" dt="2026-09-29T08:04:09.993" v="780"/>
          <ac:spMkLst>
            <pc:docMk/>
            <pc:sldMk cId="0" sldId="258"/>
            <ac:spMk id="14" creationId="{A2BB2F49-ECD5-A100-069D-C37D6CB33174}"/>
          </ac:spMkLst>
        </pc:spChg>
      </pc:sldChg>
      <pc:sldChg chg="modSp modNotes">
        <pc:chgData name="Croney, Aynslie (NBCC)" userId="5b4b8641-5be5-4a22-b80a-b2335657ba3c" providerId="ADAL" clId="{37570E6E-2003-4D91-B5AC-B452EC7E0FA7}" dt="2026-09-29T08:04:09.993" v="780"/>
        <pc:sldMkLst>
          <pc:docMk/>
          <pc:sldMk cId="0" sldId="259"/>
        </pc:sldMkLst>
        <pc:spChg chg="mod">
          <ac:chgData name="Croney, Aynslie (NBCC)" userId="5b4b8641-5be5-4a22-b80a-b2335657ba3c" providerId="ADAL" clId="{37570E6E-2003-4D91-B5AC-B452EC7E0FA7}" dt="2026-09-29T08:04:09.993" v="780"/>
          <ac:spMkLst>
            <pc:docMk/>
            <pc:sldMk cId="0" sldId="259"/>
            <ac:spMk id="5" creationId="{00000000-0000-0000-0000-000000000000}"/>
          </ac:spMkLst>
        </pc:spChg>
        <pc:spChg chg="mod">
          <ac:chgData name="Croney, Aynslie (NBCC)" userId="5b4b8641-5be5-4a22-b80a-b2335657ba3c" providerId="ADAL" clId="{37570E6E-2003-4D91-B5AC-B452EC7E0FA7}" dt="2026-09-29T08:04:09.993" v="780"/>
          <ac:spMkLst>
            <pc:docMk/>
            <pc:sldMk cId="0" sldId="259"/>
            <ac:spMk id="11" creationId="{00000000-0000-0000-0000-000000000000}"/>
          </ac:spMkLst>
        </pc:spChg>
        <pc:picChg chg="mod">
          <ac:chgData name="Croney, Aynslie (NBCC)" userId="5b4b8641-5be5-4a22-b80a-b2335657ba3c" providerId="ADAL" clId="{37570E6E-2003-4D91-B5AC-B452EC7E0FA7}" dt="2026-09-29T08:04:09.993" v="780"/>
          <ac:picMkLst>
            <pc:docMk/>
            <pc:sldMk cId="0" sldId="259"/>
            <ac:picMk id="2" creationId="{00000000-0000-0000-0000-000000000000}"/>
          </ac:picMkLst>
        </pc:picChg>
        <pc:picChg chg="mod">
          <ac:chgData name="Croney, Aynslie (NBCC)" userId="5b4b8641-5be5-4a22-b80a-b2335657ba3c" providerId="ADAL" clId="{37570E6E-2003-4D91-B5AC-B452EC7E0FA7}" dt="2026-09-29T08:04:09.993" v="780"/>
          <ac:picMkLst>
            <pc:docMk/>
            <pc:sldMk cId="0" sldId="259"/>
            <ac:picMk id="4" creationId="{00000000-0000-0000-0000-000000000000}"/>
          </ac:picMkLst>
        </pc:picChg>
      </pc:sldChg>
      <pc:sldChg chg="modSp modNotes">
        <pc:chgData name="Croney, Aynslie (NBCC)" userId="5b4b8641-5be5-4a22-b80a-b2335657ba3c" providerId="ADAL" clId="{37570E6E-2003-4D91-B5AC-B452EC7E0FA7}" dt="2026-09-29T08:04:09.993" v="780"/>
        <pc:sldMkLst>
          <pc:docMk/>
          <pc:sldMk cId="0" sldId="260"/>
        </pc:sldMkLst>
        <pc:spChg chg="mod">
          <ac:chgData name="Croney, Aynslie (NBCC)" userId="5b4b8641-5be5-4a22-b80a-b2335657ba3c" providerId="ADAL" clId="{37570E6E-2003-4D91-B5AC-B452EC7E0FA7}" dt="2026-09-29T08:04:09.993" v="780"/>
          <ac:spMkLst>
            <pc:docMk/>
            <pc:sldMk cId="0" sldId="260"/>
            <ac:spMk id="4" creationId="{00000000-0000-0000-0000-000000000000}"/>
          </ac:spMkLst>
        </pc:spChg>
        <pc:spChg chg="mod">
          <ac:chgData name="Croney, Aynslie (NBCC)" userId="5b4b8641-5be5-4a22-b80a-b2335657ba3c" providerId="ADAL" clId="{37570E6E-2003-4D91-B5AC-B452EC7E0FA7}" dt="2026-09-29T08:04:09.993" v="780"/>
          <ac:spMkLst>
            <pc:docMk/>
            <pc:sldMk cId="0" sldId="260"/>
            <ac:spMk id="5" creationId="{00000000-0000-0000-0000-000000000000}"/>
          </ac:spMkLst>
        </pc:spChg>
        <pc:spChg chg="mod">
          <ac:chgData name="Croney, Aynslie (NBCC)" userId="5b4b8641-5be5-4a22-b80a-b2335657ba3c" providerId="ADAL" clId="{37570E6E-2003-4D91-B5AC-B452EC7E0FA7}" dt="2026-09-29T08:04:09.993" v="780"/>
          <ac:spMkLst>
            <pc:docMk/>
            <pc:sldMk cId="0" sldId="260"/>
            <ac:spMk id="7" creationId="{00000000-0000-0000-0000-000000000000}"/>
          </ac:spMkLst>
        </pc:spChg>
        <pc:spChg chg="mod">
          <ac:chgData name="Croney, Aynslie (NBCC)" userId="5b4b8641-5be5-4a22-b80a-b2335657ba3c" providerId="ADAL" clId="{37570E6E-2003-4D91-B5AC-B452EC7E0FA7}" dt="2026-09-29T08:04:09.993" v="780"/>
          <ac:spMkLst>
            <pc:docMk/>
            <pc:sldMk cId="0" sldId="260"/>
            <ac:spMk id="8" creationId="{00000000-0000-0000-0000-000000000000}"/>
          </ac:spMkLst>
        </pc:spChg>
        <pc:spChg chg="mod">
          <ac:chgData name="Croney, Aynslie (NBCC)" userId="5b4b8641-5be5-4a22-b80a-b2335657ba3c" providerId="ADAL" clId="{37570E6E-2003-4D91-B5AC-B452EC7E0FA7}" dt="2026-09-29T08:04:09.993" v="780"/>
          <ac:spMkLst>
            <pc:docMk/>
            <pc:sldMk cId="0" sldId="260"/>
            <ac:spMk id="10" creationId="{00000000-0000-0000-0000-000000000000}"/>
          </ac:spMkLst>
        </pc:spChg>
        <pc:spChg chg="mod">
          <ac:chgData name="Croney, Aynslie (NBCC)" userId="5b4b8641-5be5-4a22-b80a-b2335657ba3c" providerId="ADAL" clId="{37570E6E-2003-4D91-B5AC-B452EC7E0FA7}" dt="2026-09-29T08:04:09.993" v="780"/>
          <ac:spMkLst>
            <pc:docMk/>
            <pc:sldMk cId="0" sldId="260"/>
            <ac:spMk id="14" creationId="{00000000-0000-0000-0000-000000000000}"/>
          </ac:spMkLst>
        </pc:spChg>
        <pc:spChg chg="mod">
          <ac:chgData name="Croney, Aynslie (NBCC)" userId="5b4b8641-5be5-4a22-b80a-b2335657ba3c" providerId="ADAL" clId="{37570E6E-2003-4D91-B5AC-B452EC7E0FA7}" dt="2026-09-29T08:04:09.993" v="780"/>
          <ac:spMkLst>
            <pc:docMk/>
            <pc:sldMk cId="0" sldId="260"/>
            <ac:spMk id="15" creationId="{00000000-0000-0000-0000-000000000000}"/>
          </ac:spMkLst>
        </pc:spChg>
        <pc:spChg chg="mod">
          <ac:chgData name="Croney, Aynslie (NBCC)" userId="5b4b8641-5be5-4a22-b80a-b2335657ba3c" providerId="ADAL" clId="{37570E6E-2003-4D91-B5AC-B452EC7E0FA7}" dt="2026-09-29T08:04:09.993" v="780"/>
          <ac:spMkLst>
            <pc:docMk/>
            <pc:sldMk cId="0" sldId="260"/>
            <ac:spMk id="16" creationId="{00000000-0000-0000-0000-000000000000}"/>
          </ac:spMkLst>
        </pc:spChg>
        <pc:spChg chg="mod">
          <ac:chgData name="Croney, Aynslie (NBCC)" userId="5b4b8641-5be5-4a22-b80a-b2335657ba3c" providerId="ADAL" clId="{37570E6E-2003-4D91-B5AC-B452EC7E0FA7}" dt="2026-09-29T08:04:09.993" v="780"/>
          <ac:spMkLst>
            <pc:docMk/>
            <pc:sldMk cId="0" sldId="260"/>
            <ac:spMk id="17" creationId="{00000000-0000-0000-0000-000000000000}"/>
          </ac:spMkLst>
        </pc:spChg>
        <pc:spChg chg="mod">
          <ac:chgData name="Croney, Aynslie (NBCC)" userId="5b4b8641-5be5-4a22-b80a-b2335657ba3c" providerId="ADAL" clId="{37570E6E-2003-4D91-B5AC-B452EC7E0FA7}" dt="2026-09-29T08:04:09.993" v="780"/>
          <ac:spMkLst>
            <pc:docMk/>
            <pc:sldMk cId="0" sldId="260"/>
            <ac:spMk id="20" creationId="{00000000-0000-0000-0000-000000000000}"/>
          </ac:spMkLst>
        </pc:spChg>
      </pc:sldChg>
      <pc:sldChg chg="modSp modNotes">
        <pc:chgData name="Croney, Aynslie (NBCC)" userId="5b4b8641-5be5-4a22-b80a-b2335657ba3c" providerId="ADAL" clId="{37570E6E-2003-4D91-B5AC-B452EC7E0FA7}" dt="2026-09-29T08:04:09.993" v="780"/>
        <pc:sldMkLst>
          <pc:docMk/>
          <pc:sldMk cId="0" sldId="261"/>
        </pc:sldMkLst>
        <pc:spChg chg="mod">
          <ac:chgData name="Croney, Aynslie (NBCC)" userId="5b4b8641-5be5-4a22-b80a-b2335657ba3c" providerId="ADAL" clId="{37570E6E-2003-4D91-B5AC-B452EC7E0FA7}" dt="2026-09-29T08:04:09.993" v="780"/>
          <ac:spMkLst>
            <pc:docMk/>
            <pc:sldMk cId="0" sldId="261"/>
            <ac:spMk id="2" creationId="{00000000-0000-0000-0000-000000000000}"/>
          </ac:spMkLst>
        </pc:spChg>
        <pc:spChg chg="mod">
          <ac:chgData name="Croney, Aynslie (NBCC)" userId="5b4b8641-5be5-4a22-b80a-b2335657ba3c" providerId="ADAL" clId="{37570E6E-2003-4D91-B5AC-B452EC7E0FA7}" dt="2026-09-29T08:04:09.993" v="780"/>
          <ac:spMkLst>
            <pc:docMk/>
            <pc:sldMk cId="0" sldId="261"/>
            <ac:spMk id="3" creationId="{00000000-0000-0000-0000-000000000000}"/>
          </ac:spMkLst>
        </pc:spChg>
        <pc:spChg chg="mod">
          <ac:chgData name="Croney, Aynslie (NBCC)" userId="5b4b8641-5be5-4a22-b80a-b2335657ba3c" providerId="ADAL" clId="{37570E6E-2003-4D91-B5AC-B452EC7E0FA7}" dt="2026-09-29T08:04:09.993" v="780"/>
          <ac:spMkLst>
            <pc:docMk/>
            <pc:sldMk cId="0" sldId="261"/>
            <ac:spMk id="4" creationId="{00000000-0000-0000-0000-000000000000}"/>
          </ac:spMkLst>
        </pc:spChg>
        <pc:spChg chg="mod">
          <ac:chgData name="Croney, Aynslie (NBCC)" userId="5b4b8641-5be5-4a22-b80a-b2335657ba3c" providerId="ADAL" clId="{37570E6E-2003-4D91-B5AC-B452EC7E0FA7}" dt="2026-09-29T08:04:09.993" v="780"/>
          <ac:spMkLst>
            <pc:docMk/>
            <pc:sldMk cId="0" sldId="261"/>
            <ac:spMk id="5" creationId="{00000000-0000-0000-0000-000000000000}"/>
          </ac:spMkLst>
        </pc:spChg>
        <pc:spChg chg="mod">
          <ac:chgData name="Croney, Aynslie (NBCC)" userId="5b4b8641-5be5-4a22-b80a-b2335657ba3c" providerId="ADAL" clId="{37570E6E-2003-4D91-B5AC-B452EC7E0FA7}" dt="2026-09-29T08:04:09.993" v="780"/>
          <ac:spMkLst>
            <pc:docMk/>
            <pc:sldMk cId="0" sldId="261"/>
            <ac:spMk id="7" creationId="{00000000-0000-0000-0000-000000000000}"/>
          </ac:spMkLst>
        </pc:spChg>
        <pc:spChg chg="mod">
          <ac:chgData name="Croney, Aynslie (NBCC)" userId="5b4b8641-5be5-4a22-b80a-b2335657ba3c" providerId="ADAL" clId="{37570E6E-2003-4D91-B5AC-B452EC7E0FA7}" dt="2026-09-29T08:04:09.993" v="780"/>
          <ac:spMkLst>
            <pc:docMk/>
            <pc:sldMk cId="0" sldId="261"/>
            <ac:spMk id="8" creationId="{00000000-0000-0000-0000-000000000000}"/>
          </ac:spMkLst>
        </pc:spChg>
        <pc:spChg chg="mod">
          <ac:chgData name="Croney, Aynslie (NBCC)" userId="5b4b8641-5be5-4a22-b80a-b2335657ba3c" providerId="ADAL" clId="{37570E6E-2003-4D91-B5AC-B452EC7E0FA7}" dt="2026-09-29T08:04:09.993" v="780"/>
          <ac:spMkLst>
            <pc:docMk/>
            <pc:sldMk cId="0" sldId="261"/>
            <ac:spMk id="9" creationId="{00000000-0000-0000-0000-000000000000}"/>
          </ac:spMkLst>
        </pc:spChg>
        <pc:picChg chg="mod">
          <ac:chgData name="Croney, Aynslie (NBCC)" userId="5b4b8641-5be5-4a22-b80a-b2335657ba3c" providerId="ADAL" clId="{37570E6E-2003-4D91-B5AC-B452EC7E0FA7}" dt="2026-09-29T08:04:09.993" v="780"/>
          <ac:picMkLst>
            <pc:docMk/>
            <pc:sldMk cId="0" sldId="261"/>
            <ac:picMk id="6" creationId="{00000000-0000-0000-0000-000000000000}"/>
          </ac:picMkLst>
        </pc:picChg>
      </pc:sldChg>
      <pc:sldChg chg="modSp modNotes">
        <pc:chgData name="Croney, Aynslie (NBCC)" userId="5b4b8641-5be5-4a22-b80a-b2335657ba3c" providerId="ADAL" clId="{37570E6E-2003-4D91-B5AC-B452EC7E0FA7}" dt="2026-09-29T08:04:09.993" v="780"/>
        <pc:sldMkLst>
          <pc:docMk/>
          <pc:sldMk cId="0" sldId="263"/>
        </pc:sldMkLst>
        <pc:spChg chg="mod">
          <ac:chgData name="Croney, Aynslie (NBCC)" userId="5b4b8641-5be5-4a22-b80a-b2335657ba3c" providerId="ADAL" clId="{37570E6E-2003-4D91-B5AC-B452EC7E0FA7}" dt="2026-09-29T08:04:09.993" v="780"/>
          <ac:spMkLst>
            <pc:docMk/>
            <pc:sldMk cId="0" sldId="263"/>
            <ac:spMk id="2" creationId="{00000000-0000-0000-0000-000000000000}"/>
          </ac:spMkLst>
        </pc:spChg>
        <pc:spChg chg="mod">
          <ac:chgData name="Croney, Aynslie (NBCC)" userId="5b4b8641-5be5-4a22-b80a-b2335657ba3c" providerId="ADAL" clId="{37570E6E-2003-4D91-B5AC-B452EC7E0FA7}" dt="2026-09-29T08:04:09.993" v="780"/>
          <ac:spMkLst>
            <pc:docMk/>
            <pc:sldMk cId="0" sldId="263"/>
            <ac:spMk id="3" creationId="{00000000-0000-0000-0000-000000000000}"/>
          </ac:spMkLst>
        </pc:spChg>
        <pc:spChg chg="mod">
          <ac:chgData name="Croney, Aynslie (NBCC)" userId="5b4b8641-5be5-4a22-b80a-b2335657ba3c" providerId="ADAL" clId="{37570E6E-2003-4D91-B5AC-B452EC7E0FA7}" dt="2026-09-29T08:04:09.993" v="780"/>
          <ac:spMkLst>
            <pc:docMk/>
            <pc:sldMk cId="0" sldId="263"/>
            <ac:spMk id="4" creationId="{00000000-0000-0000-0000-000000000000}"/>
          </ac:spMkLst>
        </pc:spChg>
        <pc:spChg chg="mod">
          <ac:chgData name="Croney, Aynslie (NBCC)" userId="5b4b8641-5be5-4a22-b80a-b2335657ba3c" providerId="ADAL" clId="{37570E6E-2003-4D91-B5AC-B452EC7E0FA7}" dt="2026-09-29T08:04:09.993" v="780"/>
          <ac:spMkLst>
            <pc:docMk/>
            <pc:sldMk cId="0" sldId="263"/>
            <ac:spMk id="5" creationId="{00000000-0000-0000-0000-000000000000}"/>
          </ac:spMkLst>
        </pc:spChg>
        <pc:spChg chg="mod">
          <ac:chgData name="Croney, Aynslie (NBCC)" userId="5b4b8641-5be5-4a22-b80a-b2335657ba3c" providerId="ADAL" clId="{37570E6E-2003-4D91-B5AC-B452EC7E0FA7}" dt="2026-09-29T08:04:09.993" v="780"/>
          <ac:spMkLst>
            <pc:docMk/>
            <pc:sldMk cId="0" sldId="263"/>
            <ac:spMk id="6" creationId="{00000000-0000-0000-0000-000000000000}"/>
          </ac:spMkLst>
        </pc:spChg>
        <pc:spChg chg="mod">
          <ac:chgData name="Croney, Aynslie (NBCC)" userId="5b4b8641-5be5-4a22-b80a-b2335657ba3c" providerId="ADAL" clId="{37570E6E-2003-4D91-B5AC-B452EC7E0FA7}" dt="2026-09-29T08:04:09.993" v="780"/>
          <ac:spMkLst>
            <pc:docMk/>
            <pc:sldMk cId="0" sldId="263"/>
            <ac:spMk id="7" creationId="{00000000-0000-0000-0000-000000000000}"/>
          </ac:spMkLst>
        </pc:spChg>
        <pc:spChg chg="mod">
          <ac:chgData name="Croney, Aynslie (NBCC)" userId="5b4b8641-5be5-4a22-b80a-b2335657ba3c" providerId="ADAL" clId="{37570E6E-2003-4D91-B5AC-B452EC7E0FA7}" dt="2026-09-29T08:04:09.993" v="780"/>
          <ac:spMkLst>
            <pc:docMk/>
            <pc:sldMk cId="0" sldId="263"/>
            <ac:spMk id="8" creationId="{00000000-0000-0000-0000-000000000000}"/>
          </ac:spMkLst>
        </pc:spChg>
        <pc:spChg chg="mod">
          <ac:chgData name="Croney, Aynslie (NBCC)" userId="5b4b8641-5be5-4a22-b80a-b2335657ba3c" providerId="ADAL" clId="{37570E6E-2003-4D91-B5AC-B452EC7E0FA7}" dt="2026-09-29T08:04:09.993" v="780"/>
          <ac:spMkLst>
            <pc:docMk/>
            <pc:sldMk cId="0" sldId="263"/>
            <ac:spMk id="9" creationId="{00000000-0000-0000-0000-000000000000}"/>
          </ac:spMkLst>
        </pc:spChg>
        <pc:spChg chg="mod">
          <ac:chgData name="Croney, Aynslie (NBCC)" userId="5b4b8641-5be5-4a22-b80a-b2335657ba3c" providerId="ADAL" clId="{37570E6E-2003-4D91-B5AC-B452EC7E0FA7}" dt="2026-09-29T08:04:09.993" v="780"/>
          <ac:spMkLst>
            <pc:docMk/>
            <pc:sldMk cId="0" sldId="263"/>
            <ac:spMk id="10" creationId="{00000000-0000-0000-0000-000000000000}"/>
          </ac:spMkLst>
        </pc:spChg>
        <pc:spChg chg="mod">
          <ac:chgData name="Croney, Aynslie (NBCC)" userId="5b4b8641-5be5-4a22-b80a-b2335657ba3c" providerId="ADAL" clId="{37570E6E-2003-4D91-B5AC-B452EC7E0FA7}" dt="2026-09-29T08:04:09.993" v="780"/>
          <ac:spMkLst>
            <pc:docMk/>
            <pc:sldMk cId="0" sldId="263"/>
            <ac:spMk id="11" creationId="{00000000-0000-0000-0000-000000000000}"/>
          </ac:spMkLst>
        </pc:spChg>
      </pc:sldChg>
      <pc:sldChg chg="addSp delSp modSp mod modNotes modNotesTx">
        <pc:chgData name="Croney, Aynslie (NBCC)" userId="5b4b8641-5be5-4a22-b80a-b2335657ba3c" providerId="ADAL" clId="{37570E6E-2003-4D91-B5AC-B452EC7E0FA7}" dt="2026-09-29T08:04:09.993" v="780"/>
        <pc:sldMkLst>
          <pc:docMk/>
          <pc:sldMk cId="0" sldId="264"/>
        </pc:sldMkLst>
        <pc:spChg chg="mod">
          <ac:chgData name="Croney, Aynslie (NBCC)" userId="5b4b8641-5be5-4a22-b80a-b2335657ba3c" providerId="ADAL" clId="{37570E6E-2003-4D91-B5AC-B452EC7E0FA7}" dt="2026-09-29T08:04:09.993" v="780"/>
          <ac:spMkLst>
            <pc:docMk/>
            <pc:sldMk cId="0" sldId="264"/>
            <ac:spMk id="2" creationId="{00000000-0000-0000-0000-000000000000}"/>
          </ac:spMkLst>
        </pc:spChg>
        <pc:spChg chg="mod">
          <ac:chgData name="Croney, Aynslie (NBCC)" userId="5b4b8641-5be5-4a22-b80a-b2335657ba3c" providerId="ADAL" clId="{37570E6E-2003-4D91-B5AC-B452EC7E0FA7}" dt="2026-09-29T08:04:09.993" v="780"/>
          <ac:spMkLst>
            <pc:docMk/>
            <pc:sldMk cId="0" sldId="264"/>
            <ac:spMk id="3" creationId="{00000000-0000-0000-0000-000000000000}"/>
          </ac:spMkLst>
        </pc:spChg>
        <pc:spChg chg="mod">
          <ac:chgData name="Croney, Aynslie (NBCC)" userId="5b4b8641-5be5-4a22-b80a-b2335657ba3c" providerId="ADAL" clId="{37570E6E-2003-4D91-B5AC-B452EC7E0FA7}" dt="2026-09-29T08:04:09.993" v="780"/>
          <ac:spMkLst>
            <pc:docMk/>
            <pc:sldMk cId="0" sldId="264"/>
            <ac:spMk id="4" creationId="{00000000-0000-0000-0000-000000000000}"/>
          </ac:spMkLst>
        </pc:spChg>
        <pc:spChg chg="mod">
          <ac:chgData name="Croney, Aynslie (NBCC)" userId="5b4b8641-5be5-4a22-b80a-b2335657ba3c" providerId="ADAL" clId="{37570E6E-2003-4D91-B5AC-B452EC7E0FA7}" dt="2026-09-29T08:04:09.993" v="780"/>
          <ac:spMkLst>
            <pc:docMk/>
            <pc:sldMk cId="0" sldId="264"/>
            <ac:spMk id="5" creationId="{00000000-0000-0000-0000-000000000000}"/>
          </ac:spMkLst>
        </pc:spChg>
        <pc:spChg chg="mod">
          <ac:chgData name="Croney, Aynslie (NBCC)" userId="5b4b8641-5be5-4a22-b80a-b2335657ba3c" providerId="ADAL" clId="{37570E6E-2003-4D91-B5AC-B452EC7E0FA7}" dt="2026-09-29T08:04:09.993" v="780"/>
          <ac:spMkLst>
            <pc:docMk/>
            <pc:sldMk cId="0" sldId="264"/>
            <ac:spMk id="7" creationId="{00000000-0000-0000-0000-000000000000}"/>
          </ac:spMkLst>
        </pc:spChg>
        <pc:spChg chg="mod">
          <ac:chgData name="Croney, Aynslie (NBCC)" userId="5b4b8641-5be5-4a22-b80a-b2335657ba3c" providerId="ADAL" clId="{37570E6E-2003-4D91-B5AC-B452EC7E0FA7}" dt="2026-09-29T08:04:09.993" v="780"/>
          <ac:spMkLst>
            <pc:docMk/>
            <pc:sldMk cId="0" sldId="264"/>
            <ac:spMk id="8" creationId="{00000000-0000-0000-0000-000000000000}"/>
          </ac:spMkLst>
        </pc:spChg>
        <pc:spChg chg="mod topLvl">
          <ac:chgData name="Croney, Aynslie (NBCC)" userId="5b4b8641-5be5-4a22-b80a-b2335657ba3c" providerId="ADAL" clId="{37570E6E-2003-4D91-B5AC-B452EC7E0FA7}" dt="2026-09-29T08:04:09.993" v="780"/>
          <ac:spMkLst>
            <pc:docMk/>
            <pc:sldMk cId="0" sldId="264"/>
            <ac:spMk id="9" creationId="{00000000-0000-0000-0000-000000000000}"/>
          </ac:spMkLst>
        </pc:spChg>
        <pc:spChg chg="mod topLvl">
          <ac:chgData name="Croney, Aynslie (NBCC)" userId="5b4b8641-5be5-4a22-b80a-b2335657ba3c" providerId="ADAL" clId="{37570E6E-2003-4D91-B5AC-B452EC7E0FA7}" dt="2026-09-29T08:04:09.993" v="780"/>
          <ac:spMkLst>
            <pc:docMk/>
            <pc:sldMk cId="0" sldId="264"/>
            <ac:spMk id="10" creationId="{00000000-0000-0000-0000-000000000000}"/>
          </ac:spMkLst>
        </pc:spChg>
        <pc:spChg chg="mod">
          <ac:chgData name="Croney, Aynslie (NBCC)" userId="5b4b8641-5be5-4a22-b80a-b2335657ba3c" providerId="ADAL" clId="{37570E6E-2003-4D91-B5AC-B452EC7E0FA7}" dt="2026-09-29T08:04:09.993" v="780"/>
          <ac:spMkLst>
            <pc:docMk/>
            <pc:sldMk cId="0" sldId="264"/>
            <ac:spMk id="11" creationId="{00000000-0000-0000-0000-000000000000}"/>
          </ac:spMkLst>
        </pc:spChg>
        <pc:grpChg chg="add del mod">
          <ac:chgData name="Croney, Aynslie (NBCC)" userId="5b4b8641-5be5-4a22-b80a-b2335657ba3c" providerId="ADAL" clId="{37570E6E-2003-4D91-B5AC-B452EC7E0FA7}" dt="2026-09-29T07:00:24.394" v="97" actId="165"/>
          <ac:grpSpMkLst>
            <pc:docMk/>
            <pc:sldMk cId="0" sldId="264"/>
            <ac:grpSpMk id="12" creationId="{53C67C64-E8C6-5F54-8023-24EE70C800C5}"/>
          </ac:grpSpMkLst>
        </pc:grpChg>
        <pc:picChg chg="del mod">
          <ac:chgData name="Croney, Aynslie (NBCC)" userId="5b4b8641-5be5-4a22-b80a-b2335657ba3c" providerId="ADAL" clId="{37570E6E-2003-4D91-B5AC-B452EC7E0FA7}" dt="2026-09-29T07:02:38.553" v="117" actId="478"/>
          <ac:picMkLst>
            <pc:docMk/>
            <pc:sldMk cId="0" sldId="264"/>
            <ac:picMk id="6" creationId="{00000000-0000-0000-0000-000000000000}"/>
          </ac:picMkLst>
        </pc:picChg>
      </pc:sldChg>
      <pc:sldChg chg="addSp delSp modSp mod modNotes modNotesTx">
        <pc:chgData name="Croney, Aynslie (NBCC)" userId="5b4b8641-5be5-4a22-b80a-b2335657ba3c" providerId="ADAL" clId="{37570E6E-2003-4D91-B5AC-B452EC7E0FA7}" dt="2026-09-29T08:04:09.993" v="780"/>
        <pc:sldMkLst>
          <pc:docMk/>
          <pc:sldMk cId="0" sldId="265"/>
        </pc:sldMkLst>
        <pc:spChg chg="mod">
          <ac:chgData name="Croney, Aynslie (NBCC)" userId="5b4b8641-5be5-4a22-b80a-b2335657ba3c" providerId="ADAL" clId="{37570E6E-2003-4D91-B5AC-B452EC7E0FA7}" dt="2026-09-29T08:04:09.993" v="780"/>
          <ac:spMkLst>
            <pc:docMk/>
            <pc:sldMk cId="0" sldId="265"/>
            <ac:spMk id="2" creationId="{00000000-0000-0000-0000-000000000000}"/>
          </ac:spMkLst>
        </pc:spChg>
        <pc:spChg chg="mod">
          <ac:chgData name="Croney, Aynslie (NBCC)" userId="5b4b8641-5be5-4a22-b80a-b2335657ba3c" providerId="ADAL" clId="{37570E6E-2003-4D91-B5AC-B452EC7E0FA7}" dt="2026-09-29T08:04:09.993" v="780"/>
          <ac:spMkLst>
            <pc:docMk/>
            <pc:sldMk cId="0" sldId="265"/>
            <ac:spMk id="3" creationId="{00000000-0000-0000-0000-000000000000}"/>
          </ac:spMkLst>
        </pc:spChg>
        <pc:spChg chg="mod">
          <ac:chgData name="Croney, Aynslie (NBCC)" userId="5b4b8641-5be5-4a22-b80a-b2335657ba3c" providerId="ADAL" clId="{37570E6E-2003-4D91-B5AC-B452EC7E0FA7}" dt="2026-09-29T08:04:09.993" v="780"/>
          <ac:spMkLst>
            <pc:docMk/>
            <pc:sldMk cId="0" sldId="265"/>
            <ac:spMk id="4" creationId="{00000000-0000-0000-0000-000000000000}"/>
          </ac:spMkLst>
        </pc:spChg>
        <pc:spChg chg="del mod">
          <ac:chgData name="Croney, Aynslie (NBCC)" userId="5b4b8641-5be5-4a22-b80a-b2335657ba3c" providerId="ADAL" clId="{37570E6E-2003-4D91-B5AC-B452EC7E0FA7}" dt="2026-09-29T07:37:11.041" v="471" actId="478"/>
          <ac:spMkLst>
            <pc:docMk/>
            <pc:sldMk cId="0" sldId="265"/>
            <ac:spMk id="5" creationId="{00000000-0000-0000-0000-000000000000}"/>
          </ac:spMkLst>
        </pc:spChg>
        <pc:spChg chg="del mod">
          <ac:chgData name="Croney, Aynslie (NBCC)" userId="5b4b8641-5be5-4a22-b80a-b2335657ba3c" providerId="ADAL" clId="{37570E6E-2003-4D91-B5AC-B452EC7E0FA7}" dt="2026-09-29T07:36:59.596" v="469" actId="478"/>
          <ac:spMkLst>
            <pc:docMk/>
            <pc:sldMk cId="0" sldId="265"/>
            <ac:spMk id="6" creationId="{00000000-0000-0000-0000-000000000000}"/>
          </ac:spMkLst>
        </pc:spChg>
        <pc:spChg chg="del mod">
          <ac:chgData name="Croney, Aynslie (NBCC)" userId="5b4b8641-5be5-4a22-b80a-b2335657ba3c" providerId="ADAL" clId="{37570E6E-2003-4D91-B5AC-B452EC7E0FA7}" dt="2026-09-29T07:36:59.596" v="469" actId="478"/>
          <ac:spMkLst>
            <pc:docMk/>
            <pc:sldMk cId="0" sldId="265"/>
            <ac:spMk id="7" creationId="{00000000-0000-0000-0000-000000000000}"/>
          </ac:spMkLst>
        </pc:spChg>
        <pc:spChg chg="del mod">
          <ac:chgData name="Croney, Aynslie (NBCC)" userId="5b4b8641-5be5-4a22-b80a-b2335657ba3c" providerId="ADAL" clId="{37570E6E-2003-4D91-B5AC-B452EC7E0FA7}" dt="2026-09-29T07:36:59.596" v="469" actId="478"/>
          <ac:spMkLst>
            <pc:docMk/>
            <pc:sldMk cId="0" sldId="265"/>
            <ac:spMk id="8" creationId="{00000000-0000-0000-0000-000000000000}"/>
          </ac:spMkLst>
        </pc:spChg>
        <pc:spChg chg="del mod">
          <ac:chgData name="Croney, Aynslie (NBCC)" userId="5b4b8641-5be5-4a22-b80a-b2335657ba3c" providerId="ADAL" clId="{37570E6E-2003-4D91-B5AC-B452EC7E0FA7}" dt="2026-09-29T07:36:59.596" v="469" actId="478"/>
          <ac:spMkLst>
            <pc:docMk/>
            <pc:sldMk cId="0" sldId="265"/>
            <ac:spMk id="9" creationId="{00000000-0000-0000-0000-000000000000}"/>
          </ac:spMkLst>
        </pc:spChg>
        <pc:spChg chg="del mod">
          <ac:chgData name="Croney, Aynslie (NBCC)" userId="5b4b8641-5be5-4a22-b80a-b2335657ba3c" providerId="ADAL" clId="{37570E6E-2003-4D91-B5AC-B452EC7E0FA7}" dt="2026-09-29T07:36:59.596" v="469" actId="478"/>
          <ac:spMkLst>
            <pc:docMk/>
            <pc:sldMk cId="0" sldId="265"/>
            <ac:spMk id="10" creationId="{00000000-0000-0000-0000-000000000000}"/>
          </ac:spMkLst>
        </pc:spChg>
        <pc:spChg chg="del mod">
          <ac:chgData name="Croney, Aynslie (NBCC)" userId="5b4b8641-5be5-4a22-b80a-b2335657ba3c" providerId="ADAL" clId="{37570E6E-2003-4D91-B5AC-B452EC7E0FA7}" dt="2026-09-29T07:36:59.596" v="469" actId="478"/>
          <ac:spMkLst>
            <pc:docMk/>
            <pc:sldMk cId="0" sldId="265"/>
            <ac:spMk id="11" creationId="{00000000-0000-0000-0000-000000000000}"/>
          </ac:spMkLst>
        </pc:spChg>
        <pc:spChg chg="del mod">
          <ac:chgData name="Croney, Aynslie (NBCC)" userId="5b4b8641-5be5-4a22-b80a-b2335657ba3c" providerId="ADAL" clId="{37570E6E-2003-4D91-B5AC-B452EC7E0FA7}" dt="2026-09-29T07:36:59.596" v="469" actId="478"/>
          <ac:spMkLst>
            <pc:docMk/>
            <pc:sldMk cId="0" sldId="265"/>
            <ac:spMk id="12" creationId="{00000000-0000-0000-0000-000000000000}"/>
          </ac:spMkLst>
        </pc:spChg>
        <pc:spChg chg="del mod">
          <ac:chgData name="Croney, Aynslie (NBCC)" userId="5b4b8641-5be5-4a22-b80a-b2335657ba3c" providerId="ADAL" clId="{37570E6E-2003-4D91-B5AC-B452EC7E0FA7}" dt="2026-09-29T07:36:59.596" v="469" actId="478"/>
          <ac:spMkLst>
            <pc:docMk/>
            <pc:sldMk cId="0" sldId="265"/>
            <ac:spMk id="14" creationId="{00000000-0000-0000-0000-000000000000}"/>
          </ac:spMkLst>
        </pc:spChg>
        <pc:spChg chg="del mod">
          <ac:chgData name="Croney, Aynslie (NBCC)" userId="5b4b8641-5be5-4a22-b80a-b2335657ba3c" providerId="ADAL" clId="{37570E6E-2003-4D91-B5AC-B452EC7E0FA7}" dt="2026-09-29T07:36:59.596" v="469" actId="478"/>
          <ac:spMkLst>
            <pc:docMk/>
            <pc:sldMk cId="0" sldId="265"/>
            <ac:spMk id="16" creationId="{00000000-0000-0000-0000-000000000000}"/>
          </ac:spMkLst>
        </pc:spChg>
        <pc:spChg chg="del mod">
          <ac:chgData name="Croney, Aynslie (NBCC)" userId="5b4b8641-5be5-4a22-b80a-b2335657ba3c" providerId="ADAL" clId="{37570E6E-2003-4D91-B5AC-B452EC7E0FA7}" dt="2026-09-29T07:36:59.596" v="469" actId="478"/>
          <ac:spMkLst>
            <pc:docMk/>
            <pc:sldMk cId="0" sldId="265"/>
            <ac:spMk id="17" creationId="{00000000-0000-0000-0000-000000000000}"/>
          </ac:spMkLst>
        </pc:spChg>
        <pc:spChg chg="del mod">
          <ac:chgData name="Croney, Aynslie (NBCC)" userId="5b4b8641-5be5-4a22-b80a-b2335657ba3c" providerId="ADAL" clId="{37570E6E-2003-4D91-B5AC-B452EC7E0FA7}" dt="2026-09-29T07:37:03.837" v="470" actId="478"/>
          <ac:spMkLst>
            <pc:docMk/>
            <pc:sldMk cId="0" sldId="265"/>
            <ac:spMk id="18" creationId="{00000000-0000-0000-0000-000000000000}"/>
          </ac:spMkLst>
        </pc:spChg>
        <pc:spChg chg="add mod">
          <ac:chgData name="Croney, Aynslie (NBCC)" userId="5b4b8641-5be5-4a22-b80a-b2335657ba3c" providerId="ADAL" clId="{37570E6E-2003-4D91-B5AC-B452EC7E0FA7}" dt="2026-09-29T08:04:09.993" v="780"/>
          <ac:spMkLst>
            <pc:docMk/>
            <pc:sldMk cId="0" sldId="265"/>
            <ac:spMk id="20" creationId="{CA7707B1-6AAB-1853-139B-E484CD9F584D}"/>
          </ac:spMkLst>
        </pc:spChg>
        <pc:spChg chg="add mod">
          <ac:chgData name="Croney, Aynslie (NBCC)" userId="5b4b8641-5be5-4a22-b80a-b2335657ba3c" providerId="ADAL" clId="{37570E6E-2003-4D91-B5AC-B452EC7E0FA7}" dt="2026-09-29T08:04:09.993" v="780"/>
          <ac:spMkLst>
            <pc:docMk/>
            <pc:sldMk cId="0" sldId="265"/>
            <ac:spMk id="22" creationId="{D71AD1AF-E861-5AD4-4EF8-650CD41566EC}"/>
          </ac:spMkLst>
        </pc:spChg>
        <pc:spChg chg="add mod">
          <ac:chgData name="Croney, Aynslie (NBCC)" userId="5b4b8641-5be5-4a22-b80a-b2335657ba3c" providerId="ADAL" clId="{37570E6E-2003-4D91-B5AC-B452EC7E0FA7}" dt="2026-09-29T08:04:09.993" v="780"/>
          <ac:spMkLst>
            <pc:docMk/>
            <pc:sldMk cId="0" sldId="265"/>
            <ac:spMk id="24" creationId="{691E0206-19ED-C712-4842-71D898C45E6A}"/>
          </ac:spMkLst>
        </pc:spChg>
        <pc:spChg chg="add mod">
          <ac:chgData name="Croney, Aynslie (NBCC)" userId="5b4b8641-5be5-4a22-b80a-b2335657ba3c" providerId="ADAL" clId="{37570E6E-2003-4D91-B5AC-B452EC7E0FA7}" dt="2026-09-29T08:04:09.993" v="780"/>
          <ac:spMkLst>
            <pc:docMk/>
            <pc:sldMk cId="0" sldId="265"/>
            <ac:spMk id="26" creationId="{00A084D2-72FA-725E-E129-FAE9870D7A86}"/>
          </ac:spMkLst>
        </pc:spChg>
        <pc:spChg chg="add mod">
          <ac:chgData name="Croney, Aynslie (NBCC)" userId="5b4b8641-5be5-4a22-b80a-b2335657ba3c" providerId="ADAL" clId="{37570E6E-2003-4D91-B5AC-B452EC7E0FA7}" dt="2026-09-29T08:04:09.993" v="780"/>
          <ac:spMkLst>
            <pc:docMk/>
            <pc:sldMk cId="0" sldId="265"/>
            <ac:spMk id="28" creationId="{D57E6A89-DE28-5CD8-52FA-78CB2846F46B}"/>
          </ac:spMkLst>
        </pc:spChg>
        <pc:spChg chg="add mod">
          <ac:chgData name="Croney, Aynslie (NBCC)" userId="5b4b8641-5be5-4a22-b80a-b2335657ba3c" providerId="ADAL" clId="{37570E6E-2003-4D91-B5AC-B452EC7E0FA7}" dt="2026-09-29T07:42:31.662" v="537" actId="12"/>
          <ac:spMkLst>
            <pc:docMk/>
            <pc:sldMk cId="0" sldId="265"/>
            <ac:spMk id="30" creationId="{00A45AD4-B4A7-1287-41B3-C90621FA3EC2}"/>
          </ac:spMkLst>
        </pc:spChg>
        <pc:spChg chg="add mod ord">
          <ac:chgData name="Croney, Aynslie (NBCC)" userId="5b4b8641-5be5-4a22-b80a-b2335657ba3c" providerId="ADAL" clId="{37570E6E-2003-4D91-B5AC-B452EC7E0FA7}" dt="2026-09-29T08:04:09.993" v="780"/>
          <ac:spMkLst>
            <pc:docMk/>
            <pc:sldMk cId="0" sldId="265"/>
            <ac:spMk id="32" creationId="{3291DD42-032C-67A8-4980-031681FE5A3C}"/>
          </ac:spMkLst>
        </pc:spChg>
        <pc:spChg chg="add mod ord">
          <ac:chgData name="Croney, Aynslie (NBCC)" userId="5b4b8641-5be5-4a22-b80a-b2335657ba3c" providerId="ADAL" clId="{37570E6E-2003-4D91-B5AC-B452EC7E0FA7}" dt="2026-09-29T08:04:09.993" v="780"/>
          <ac:spMkLst>
            <pc:docMk/>
            <pc:sldMk cId="0" sldId="265"/>
            <ac:spMk id="34" creationId="{FAB1744B-9805-8413-CE7D-993997B14DC5}"/>
          </ac:spMkLst>
        </pc:spChg>
      </pc:sldChg>
      <pc:sldChg chg="addSp modSp mod modAnim modNotes modNotesTx">
        <pc:chgData name="Croney, Aynslie (NBCC)" userId="5b4b8641-5be5-4a22-b80a-b2335657ba3c" providerId="ADAL" clId="{37570E6E-2003-4D91-B5AC-B452EC7E0FA7}" dt="2026-09-29T08:04:09.993" v="780"/>
        <pc:sldMkLst>
          <pc:docMk/>
          <pc:sldMk cId="0" sldId="266"/>
        </pc:sldMkLst>
        <pc:spChg chg="mod">
          <ac:chgData name="Croney, Aynslie (NBCC)" userId="5b4b8641-5be5-4a22-b80a-b2335657ba3c" providerId="ADAL" clId="{37570E6E-2003-4D91-B5AC-B452EC7E0FA7}" dt="2026-09-29T07:03:08.344" v="123" actId="108"/>
          <ac:spMkLst>
            <pc:docMk/>
            <pc:sldMk cId="0" sldId="266"/>
            <ac:spMk id="4" creationId="{00000000-0000-0000-0000-000000000000}"/>
          </ac:spMkLst>
        </pc:spChg>
        <pc:spChg chg="mod">
          <ac:chgData name="Croney, Aynslie (NBCC)" userId="5b4b8641-5be5-4a22-b80a-b2335657ba3c" providerId="ADAL" clId="{37570E6E-2003-4D91-B5AC-B452EC7E0FA7}" dt="2026-09-29T08:04:09.993" v="780"/>
          <ac:spMkLst>
            <pc:docMk/>
            <pc:sldMk cId="0" sldId="266"/>
            <ac:spMk id="5" creationId="{00000000-0000-0000-0000-000000000000}"/>
          </ac:spMkLst>
        </pc:spChg>
        <pc:spChg chg="mod">
          <ac:chgData name="Croney, Aynslie (NBCC)" userId="5b4b8641-5be5-4a22-b80a-b2335657ba3c" providerId="ADAL" clId="{37570E6E-2003-4D91-B5AC-B452EC7E0FA7}" dt="2026-09-29T08:04:09.993" v="780"/>
          <ac:spMkLst>
            <pc:docMk/>
            <pc:sldMk cId="0" sldId="266"/>
            <ac:spMk id="6" creationId="{00000000-0000-0000-0000-000000000000}"/>
          </ac:spMkLst>
        </pc:spChg>
        <pc:spChg chg="mod">
          <ac:chgData name="Croney, Aynslie (NBCC)" userId="5b4b8641-5be5-4a22-b80a-b2335657ba3c" providerId="ADAL" clId="{37570E6E-2003-4D91-B5AC-B452EC7E0FA7}" dt="2026-09-29T07:57:02.766" v="735" actId="164"/>
          <ac:spMkLst>
            <pc:docMk/>
            <pc:sldMk cId="0" sldId="266"/>
            <ac:spMk id="7" creationId="{00000000-0000-0000-0000-000000000000}"/>
          </ac:spMkLst>
        </pc:spChg>
        <pc:spChg chg="mod">
          <ac:chgData name="Croney, Aynslie (NBCC)" userId="5b4b8641-5be5-4a22-b80a-b2335657ba3c" providerId="ADAL" clId="{37570E6E-2003-4D91-B5AC-B452EC7E0FA7}" dt="2026-09-29T07:57:02.766" v="735" actId="164"/>
          <ac:spMkLst>
            <pc:docMk/>
            <pc:sldMk cId="0" sldId="266"/>
            <ac:spMk id="8" creationId="{00000000-0000-0000-0000-000000000000}"/>
          </ac:spMkLst>
        </pc:spChg>
        <pc:spChg chg="mod">
          <ac:chgData name="Croney, Aynslie (NBCC)" userId="5b4b8641-5be5-4a22-b80a-b2335657ba3c" providerId="ADAL" clId="{37570E6E-2003-4D91-B5AC-B452EC7E0FA7}" dt="2026-09-29T07:57:08.364" v="736" actId="164"/>
          <ac:spMkLst>
            <pc:docMk/>
            <pc:sldMk cId="0" sldId="266"/>
            <ac:spMk id="9" creationId="{00000000-0000-0000-0000-000000000000}"/>
          </ac:spMkLst>
        </pc:spChg>
        <pc:spChg chg="mod">
          <ac:chgData name="Croney, Aynslie (NBCC)" userId="5b4b8641-5be5-4a22-b80a-b2335657ba3c" providerId="ADAL" clId="{37570E6E-2003-4D91-B5AC-B452EC7E0FA7}" dt="2026-09-29T08:04:09.993" v="780"/>
          <ac:spMkLst>
            <pc:docMk/>
            <pc:sldMk cId="0" sldId="266"/>
            <ac:spMk id="10" creationId="{00000000-0000-0000-0000-000000000000}"/>
          </ac:spMkLst>
        </pc:spChg>
        <pc:spChg chg="mod">
          <ac:chgData name="Croney, Aynslie (NBCC)" userId="5b4b8641-5be5-4a22-b80a-b2335657ba3c" providerId="ADAL" clId="{37570E6E-2003-4D91-B5AC-B452EC7E0FA7}" dt="2026-09-29T08:04:09.993" v="780"/>
          <ac:spMkLst>
            <pc:docMk/>
            <pc:sldMk cId="0" sldId="266"/>
            <ac:spMk id="11" creationId="{00000000-0000-0000-0000-000000000000}"/>
          </ac:spMkLst>
        </pc:spChg>
        <pc:spChg chg="mod">
          <ac:chgData name="Croney, Aynslie (NBCC)" userId="5b4b8641-5be5-4a22-b80a-b2335657ba3c" providerId="ADAL" clId="{37570E6E-2003-4D91-B5AC-B452EC7E0FA7}" dt="2026-09-29T08:04:09.993" v="780"/>
          <ac:spMkLst>
            <pc:docMk/>
            <pc:sldMk cId="0" sldId="266"/>
            <ac:spMk id="12" creationId="{00000000-0000-0000-0000-000000000000}"/>
          </ac:spMkLst>
        </pc:spChg>
        <pc:spChg chg="mod">
          <ac:chgData name="Croney, Aynslie (NBCC)" userId="5b4b8641-5be5-4a22-b80a-b2335657ba3c" providerId="ADAL" clId="{37570E6E-2003-4D91-B5AC-B452EC7E0FA7}" dt="2026-09-29T07:57:13.022" v="737" actId="164"/>
          <ac:spMkLst>
            <pc:docMk/>
            <pc:sldMk cId="0" sldId="266"/>
            <ac:spMk id="13" creationId="{00000000-0000-0000-0000-000000000000}"/>
          </ac:spMkLst>
        </pc:spChg>
        <pc:spChg chg="mod">
          <ac:chgData name="Croney, Aynslie (NBCC)" userId="5b4b8641-5be5-4a22-b80a-b2335657ba3c" providerId="ADAL" clId="{37570E6E-2003-4D91-B5AC-B452EC7E0FA7}" dt="2026-09-29T08:04:09.993" v="780"/>
          <ac:spMkLst>
            <pc:docMk/>
            <pc:sldMk cId="0" sldId="266"/>
            <ac:spMk id="14" creationId="{00000000-0000-0000-0000-000000000000}"/>
          </ac:spMkLst>
        </pc:spChg>
        <pc:spChg chg="mod">
          <ac:chgData name="Croney, Aynslie (NBCC)" userId="5b4b8641-5be5-4a22-b80a-b2335657ba3c" providerId="ADAL" clId="{37570E6E-2003-4D91-B5AC-B452EC7E0FA7}" dt="2026-09-29T07:57:17.190" v="738" actId="164"/>
          <ac:spMkLst>
            <pc:docMk/>
            <pc:sldMk cId="0" sldId="266"/>
            <ac:spMk id="15" creationId="{00000000-0000-0000-0000-000000000000}"/>
          </ac:spMkLst>
        </pc:spChg>
        <pc:spChg chg="mod">
          <ac:chgData name="Croney, Aynslie (NBCC)" userId="5b4b8641-5be5-4a22-b80a-b2335657ba3c" providerId="ADAL" clId="{37570E6E-2003-4D91-B5AC-B452EC7E0FA7}" dt="2026-09-29T07:57:17.190" v="738" actId="164"/>
          <ac:spMkLst>
            <pc:docMk/>
            <pc:sldMk cId="0" sldId="266"/>
            <ac:spMk id="16" creationId="{00000000-0000-0000-0000-000000000000}"/>
          </ac:spMkLst>
        </pc:spChg>
        <pc:spChg chg="mod">
          <ac:chgData name="Croney, Aynslie (NBCC)" userId="5b4b8641-5be5-4a22-b80a-b2335657ba3c" providerId="ADAL" clId="{37570E6E-2003-4D91-B5AC-B452EC7E0FA7}" dt="2026-09-29T07:57:17.190" v="738" actId="164"/>
          <ac:spMkLst>
            <pc:docMk/>
            <pc:sldMk cId="0" sldId="266"/>
            <ac:spMk id="17" creationId="{00000000-0000-0000-0000-000000000000}"/>
          </ac:spMkLst>
        </pc:spChg>
        <pc:spChg chg="mod">
          <ac:chgData name="Croney, Aynslie (NBCC)" userId="5b4b8641-5be5-4a22-b80a-b2335657ba3c" providerId="ADAL" clId="{37570E6E-2003-4D91-B5AC-B452EC7E0FA7}" dt="2026-09-29T08:04:09.993" v="780"/>
          <ac:spMkLst>
            <pc:docMk/>
            <pc:sldMk cId="0" sldId="266"/>
            <ac:spMk id="18" creationId="{00000000-0000-0000-0000-000000000000}"/>
          </ac:spMkLst>
        </pc:spChg>
        <pc:spChg chg="mod">
          <ac:chgData name="Croney, Aynslie (NBCC)" userId="5b4b8641-5be5-4a22-b80a-b2335657ba3c" providerId="ADAL" clId="{37570E6E-2003-4D91-B5AC-B452EC7E0FA7}" dt="2026-09-29T08:04:09.993" v="780"/>
          <ac:spMkLst>
            <pc:docMk/>
            <pc:sldMk cId="0" sldId="266"/>
            <ac:spMk id="19" creationId="{00000000-0000-0000-0000-000000000000}"/>
          </ac:spMkLst>
        </pc:spChg>
        <pc:spChg chg="mod">
          <ac:chgData name="Croney, Aynslie (NBCC)" userId="5b4b8641-5be5-4a22-b80a-b2335657ba3c" providerId="ADAL" clId="{37570E6E-2003-4D91-B5AC-B452EC7E0FA7}" dt="2026-09-29T08:04:09.993" v="780"/>
          <ac:spMkLst>
            <pc:docMk/>
            <pc:sldMk cId="0" sldId="266"/>
            <ac:spMk id="20" creationId="{00000000-0000-0000-0000-000000000000}"/>
          </ac:spMkLst>
        </pc:spChg>
        <pc:spChg chg="mod">
          <ac:chgData name="Croney, Aynslie (NBCC)" userId="5b4b8641-5be5-4a22-b80a-b2335657ba3c" providerId="ADAL" clId="{37570E6E-2003-4D91-B5AC-B452EC7E0FA7}" dt="2026-09-29T08:04:09.993" v="780"/>
          <ac:spMkLst>
            <pc:docMk/>
            <pc:sldMk cId="0" sldId="266"/>
            <ac:spMk id="21" creationId="{00000000-0000-0000-0000-000000000000}"/>
          </ac:spMkLst>
        </pc:spChg>
        <pc:grpChg chg="add mod">
          <ac:chgData name="Croney, Aynslie (NBCC)" userId="5b4b8641-5be5-4a22-b80a-b2335657ba3c" providerId="ADAL" clId="{37570E6E-2003-4D91-B5AC-B452EC7E0FA7}" dt="2026-09-29T07:57:30.816" v="740" actId="1076"/>
          <ac:grpSpMkLst>
            <pc:docMk/>
            <pc:sldMk cId="0" sldId="266"/>
            <ac:grpSpMk id="22" creationId="{9F4533E6-9A87-4E24-563A-86D12E86F13F}"/>
          </ac:grpSpMkLst>
        </pc:grpChg>
        <pc:grpChg chg="add mod">
          <ac:chgData name="Croney, Aynslie (NBCC)" userId="5b4b8641-5be5-4a22-b80a-b2335657ba3c" providerId="ADAL" clId="{37570E6E-2003-4D91-B5AC-B452EC7E0FA7}" dt="2026-09-29T07:57:30.816" v="740" actId="1076"/>
          <ac:grpSpMkLst>
            <pc:docMk/>
            <pc:sldMk cId="0" sldId="266"/>
            <ac:grpSpMk id="23" creationId="{20CCD517-6D06-90C6-2B7E-0E881AA21540}"/>
          </ac:grpSpMkLst>
        </pc:grpChg>
        <pc:grpChg chg="add mod">
          <ac:chgData name="Croney, Aynslie (NBCC)" userId="5b4b8641-5be5-4a22-b80a-b2335657ba3c" providerId="ADAL" clId="{37570E6E-2003-4D91-B5AC-B452EC7E0FA7}" dt="2026-09-29T07:57:30.816" v="740" actId="1076"/>
          <ac:grpSpMkLst>
            <pc:docMk/>
            <pc:sldMk cId="0" sldId="266"/>
            <ac:grpSpMk id="24" creationId="{D148B024-D3E6-BA70-30DA-55CC178AF85C}"/>
          </ac:grpSpMkLst>
        </pc:grpChg>
        <pc:grpChg chg="add mod">
          <ac:chgData name="Croney, Aynslie (NBCC)" userId="5b4b8641-5be5-4a22-b80a-b2335657ba3c" providerId="ADAL" clId="{37570E6E-2003-4D91-B5AC-B452EC7E0FA7}" dt="2026-09-29T07:57:30.816" v="740" actId="1076"/>
          <ac:grpSpMkLst>
            <pc:docMk/>
            <pc:sldMk cId="0" sldId="266"/>
            <ac:grpSpMk id="25" creationId="{6508B0FF-4868-6FCE-F8C7-C5ABABAA4C2D}"/>
          </ac:grpSpMkLst>
        </pc:grpChg>
        <pc:grpChg chg="add mod">
          <ac:chgData name="Croney, Aynslie (NBCC)" userId="5b4b8641-5be5-4a22-b80a-b2335657ba3c" providerId="ADAL" clId="{37570E6E-2003-4D91-B5AC-B452EC7E0FA7}" dt="2026-09-29T07:57:30.816" v="740" actId="1076"/>
          <ac:grpSpMkLst>
            <pc:docMk/>
            <pc:sldMk cId="0" sldId="266"/>
            <ac:grpSpMk id="26" creationId="{D7091771-2AEC-6A67-C9BB-06E2F81A1D26}"/>
          </ac:grpSpMkLst>
        </pc:grpChg>
      </pc:sldChg>
      <pc:sldChg chg="modSp mod modNotes modNotesTx">
        <pc:chgData name="Croney, Aynslie (NBCC)" userId="5b4b8641-5be5-4a22-b80a-b2335657ba3c" providerId="ADAL" clId="{37570E6E-2003-4D91-B5AC-B452EC7E0FA7}" dt="2026-09-29T08:04:09.993" v="780"/>
        <pc:sldMkLst>
          <pc:docMk/>
          <pc:sldMk cId="0" sldId="267"/>
        </pc:sldMkLst>
        <pc:spChg chg="mod">
          <ac:chgData name="Croney, Aynslie (NBCC)" userId="5b4b8641-5be5-4a22-b80a-b2335657ba3c" providerId="ADAL" clId="{37570E6E-2003-4D91-B5AC-B452EC7E0FA7}" dt="2026-09-29T08:04:09.993" v="780"/>
          <ac:spMkLst>
            <pc:docMk/>
            <pc:sldMk cId="0" sldId="267"/>
            <ac:spMk id="2" creationId="{00000000-0000-0000-0000-000000000000}"/>
          </ac:spMkLst>
        </pc:spChg>
        <pc:spChg chg="mod">
          <ac:chgData name="Croney, Aynslie (NBCC)" userId="5b4b8641-5be5-4a22-b80a-b2335657ba3c" providerId="ADAL" clId="{37570E6E-2003-4D91-B5AC-B452EC7E0FA7}" dt="2026-09-29T08:04:09.993" v="780"/>
          <ac:spMkLst>
            <pc:docMk/>
            <pc:sldMk cId="0" sldId="267"/>
            <ac:spMk id="3" creationId="{00000000-0000-0000-0000-000000000000}"/>
          </ac:spMkLst>
        </pc:spChg>
        <pc:spChg chg="mod">
          <ac:chgData name="Croney, Aynslie (NBCC)" userId="5b4b8641-5be5-4a22-b80a-b2335657ba3c" providerId="ADAL" clId="{37570E6E-2003-4D91-B5AC-B452EC7E0FA7}" dt="2026-09-29T08:04:09.993" v="780"/>
          <ac:spMkLst>
            <pc:docMk/>
            <pc:sldMk cId="0" sldId="267"/>
            <ac:spMk id="4" creationId="{00000000-0000-0000-0000-000000000000}"/>
          </ac:spMkLst>
        </pc:spChg>
        <pc:spChg chg="mod">
          <ac:chgData name="Croney, Aynslie (NBCC)" userId="5b4b8641-5be5-4a22-b80a-b2335657ba3c" providerId="ADAL" clId="{37570E6E-2003-4D91-B5AC-B452EC7E0FA7}" dt="2026-09-29T08:04:09.993" v="780"/>
          <ac:spMkLst>
            <pc:docMk/>
            <pc:sldMk cId="0" sldId="267"/>
            <ac:spMk id="5" creationId="{00000000-0000-0000-0000-000000000000}"/>
          </ac:spMkLst>
        </pc:spChg>
        <pc:spChg chg="mod">
          <ac:chgData name="Croney, Aynslie (NBCC)" userId="5b4b8641-5be5-4a22-b80a-b2335657ba3c" providerId="ADAL" clId="{37570E6E-2003-4D91-B5AC-B452EC7E0FA7}" dt="2026-09-29T08:04:09.993" v="780"/>
          <ac:spMkLst>
            <pc:docMk/>
            <pc:sldMk cId="0" sldId="267"/>
            <ac:spMk id="6" creationId="{00000000-0000-0000-0000-000000000000}"/>
          </ac:spMkLst>
        </pc:spChg>
        <pc:spChg chg="mod">
          <ac:chgData name="Croney, Aynslie (NBCC)" userId="5b4b8641-5be5-4a22-b80a-b2335657ba3c" providerId="ADAL" clId="{37570E6E-2003-4D91-B5AC-B452EC7E0FA7}" dt="2026-09-29T08:04:09.993" v="780"/>
          <ac:spMkLst>
            <pc:docMk/>
            <pc:sldMk cId="0" sldId="267"/>
            <ac:spMk id="7" creationId="{00000000-0000-0000-0000-000000000000}"/>
          </ac:spMkLst>
        </pc:spChg>
        <pc:spChg chg="mod">
          <ac:chgData name="Croney, Aynslie (NBCC)" userId="5b4b8641-5be5-4a22-b80a-b2335657ba3c" providerId="ADAL" clId="{37570E6E-2003-4D91-B5AC-B452EC7E0FA7}" dt="2026-09-29T08:04:09.993" v="780"/>
          <ac:spMkLst>
            <pc:docMk/>
            <pc:sldMk cId="0" sldId="267"/>
            <ac:spMk id="8" creationId="{00000000-0000-0000-0000-000000000000}"/>
          </ac:spMkLst>
        </pc:spChg>
        <pc:spChg chg="mod">
          <ac:chgData name="Croney, Aynslie (NBCC)" userId="5b4b8641-5be5-4a22-b80a-b2335657ba3c" providerId="ADAL" clId="{37570E6E-2003-4D91-B5AC-B452EC7E0FA7}" dt="2026-09-29T08:04:09.993" v="780"/>
          <ac:spMkLst>
            <pc:docMk/>
            <pc:sldMk cId="0" sldId="267"/>
            <ac:spMk id="9" creationId="{00000000-0000-0000-0000-000000000000}"/>
          </ac:spMkLst>
        </pc:spChg>
        <pc:spChg chg="mod">
          <ac:chgData name="Croney, Aynslie (NBCC)" userId="5b4b8641-5be5-4a22-b80a-b2335657ba3c" providerId="ADAL" clId="{37570E6E-2003-4D91-B5AC-B452EC7E0FA7}" dt="2026-09-29T08:04:09.993" v="780"/>
          <ac:spMkLst>
            <pc:docMk/>
            <pc:sldMk cId="0" sldId="267"/>
            <ac:spMk id="10" creationId="{00000000-0000-0000-0000-000000000000}"/>
          </ac:spMkLst>
        </pc:spChg>
        <pc:spChg chg="mod">
          <ac:chgData name="Croney, Aynslie (NBCC)" userId="5b4b8641-5be5-4a22-b80a-b2335657ba3c" providerId="ADAL" clId="{37570E6E-2003-4D91-B5AC-B452EC7E0FA7}" dt="2026-09-29T08:00:48.560" v="768" actId="14100"/>
          <ac:spMkLst>
            <pc:docMk/>
            <pc:sldMk cId="0" sldId="267"/>
            <ac:spMk id="11" creationId="{00000000-0000-0000-0000-000000000000}"/>
          </ac:spMkLst>
        </pc:spChg>
        <pc:spChg chg="mod">
          <ac:chgData name="Croney, Aynslie (NBCC)" userId="5b4b8641-5be5-4a22-b80a-b2335657ba3c" providerId="ADAL" clId="{37570E6E-2003-4D91-B5AC-B452EC7E0FA7}" dt="2026-09-29T08:00:21.028" v="764" actId="255"/>
          <ac:spMkLst>
            <pc:docMk/>
            <pc:sldMk cId="0" sldId="267"/>
            <ac:spMk id="12" creationId="{00000000-0000-0000-0000-000000000000}"/>
          </ac:spMkLst>
        </pc:spChg>
        <pc:spChg chg="mod">
          <ac:chgData name="Croney, Aynslie (NBCC)" userId="5b4b8641-5be5-4a22-b80a-b2335657ba3c" providerId="ADAL" clId="{37570E6E-2003-4D91-B5AC-B452EC7E0FA7}" dt="2026-09-29T08:01:01.069" v="770" actId="1076"/>
          <ac:spMkLst>
            <pc:docMk/>
            <pc:sldMk cId="0" sldId="267"/>
            <ac:spMk id="13" creationId="{00000000-0000-0000-0000-000000000000}"/>
          </ac:spMkLst>
        </pc:spChg>
        <pc:spChg chg="mod">
          <ac:chgData name="Croney, Aynslie (NBCC)" userId="5b4b8641-5be5-4a22-b80a-b2335657ba3c" providerId="ADAL" clId="{37570E6E-2003-4D91-B5AC-B452EC7E0FA7}" dt="2026-09-29T08:00:48.560" v="768" actId="14100"/>
          <ac:spMkLst>
            <pc:docMk/>
            <pc:sldMk cId="0" sldId="267"/>
            <ac:spMk id="14" creationId="{00000000-0000-0000-0000-000000000000}"/>
          </ac:spMkLst>
        </pc:spChg>
        <pc:spChg chg="mod">
          <ac:chgData name="Croney, Aynslie (NBCC)" userId="5b4b8641-5be5-4a22-b80a-b2335657ba3c" providerId="ADAL" clId="{37570E6E-2003-4D91-B5AC-B452EC7E0FA7}" dt="2026-09-29T08:04:09.993" v="780"/>
          <ac:spMkLst>
            <pc:docMk/>
            <pc:sldMk cId="0" sldId="267"/>
            <ac:spMk id="15" creationId="{00000000-0000-0000-0000-000000000000}"/>
          </ac:spMkLst>
        </pc:spChg>
        <pc:spChg chg="mod">
          <ac:chgData name="Croney, Aynslie (NBCC)" userId="5b4b8641-5be5-4a22-b80a-b2335657ba3c" providerId="ADAL" clId="{37570E6E-2003-4D91-B5AC-B452EC7E0FA7}" dt="2026-09-29T08:01:33.241" v="776" actId="6549"/>
          <ac:spMkLst>
            <pc:docMk/>
            <pc:sldMk cId="0" sldId="267"/>
            <ac:spMk id="16" creationId="{00000000-0000-0000-0000-000000000000}"/>
          </ac:spMkLst>
        </pc:spChg>
        <pc:spChg chg="mod">
          <ac:chgData name="Croney, Aynslie (NBCC)" userId="5b4b8641-5be5-4a22-b80a-b2335657ba3c" providerId="ADAL" clId="{37570E6E-2003-4D91-B5AC-B452EC7E0FA7}" dt="2026-09-29T08:00:41.275" v="767" actId="20577"/>
          <ac:spMkLst>
            <pc:docMk/>
            <pc:sldMk cId="0" sldId="267"/>
            <ac:spMk id="17" creationId="{00000000-0000-0000-0000-000000000000}"/>
          </ac:spMkLst>
        </pc:spChg>
      </pc:sldChg>
      <pc:sldChg chg="addSp modSp mod modAnim modNotes modNotesTx">
        <pc:chgData name="Croney, Aynslie (NBCC)" userId="5b4b8641-5be5-4a22-b80a-b2335657ba3c" providerId="ADAL" clId="{37570E6E-2003-4D91-B5AC-B452EC7E0FA7}" dt="2026-09-29T08:04:09.993" v="780"/>
        <pc:sldMkLst>
          <pc:docMk/>
          <pc:sldMk cId="0" sldId="268"/>
        </pc:sldMkLst>
        <pc:spChg chg="mod">
          <ac:chgData name="Croney, Aynslie (NBCC)" userId="5b4b8641-5be5-4a22-b80a-b2335657ba3c" providerId="ADAL" clId="{37570E6E-2003-4D91-B5AC-B452EC7E0FA7}" dt="2026-09-29T08:04:09.993" v="780"/>
          <ac:spMkLst>
            <pc:docMk/>
            <pc:sldMk cId="0" sldId="268"/>
            <ac:spMk id="2" creationId="{00000000-0000-0000-0000-000000000000}"/>
          </ac:spMkLst>
        </pc:spChg>
        <pc:spChg chg="mod">
          <ac:chgData name="Croney, Aynslie (NBCC)" userId="5b4b8641-5be5-4a22-b80a-b2335657ba3c" providerId="ADAL" clId="{37570E6E-2003-4D91-B5AC-B452EC7E0FA7}" dt="2026-09-29T08:04:09.993" v="780"/>
          <ac:spMkLst>
            <pc:docMk/>
            <pc:sldMk cId="0" sldId="268"/>
            <ac:spMk id="4" creationId="{00000000-0000-0000-0000-000000000000}"/>
          </ac:spMkLst>
        </pc:spChg>
        <pc:spChg chg="mod">
          <ac:chgData name="Croney, Aynslie (NBCC)" userId="5b4b8641-5be5-4a22-b80a-b2335657ba3c" providerId="ADAL" clId="{37570E6E-2003-4D91-B5AC-B452EC7E0FA7}" dt="2026-09-29T08:04:09.993" v="780"/>
          <ac:spMkLst>
            <pc:docMk/>
            <pc:sldMk cId="0" sldId="268"/>
            <ac:spMk id="5" creationId="{00000000-0000-0000-0000-000000000000}"/>
          </ac:spMkLst>
        </pc:spChg>
        <pc:spChg chg="mod">
          <ac:chgData name="Croney, Aynslie (NBCC)" userId="5b4b8641-5be5-4a22-b80a-b2335657ba3c" providerId="ADAL" clId="{37570E6E-2003-4D91-B5AC-B452EC7E0FA7}" dt="2026-09-29T08:04:09.993" v="780"/>
          <ac:spMkLst>
            <pc:docMk/>
            <pc:sldMk cId="0" sldId="268"/>
            <ac:spMk id="6" creationId="{00000000-0000-0000-0000-000000000000}"/>
          </ac:spMkLst>
        </pc:spChg>
        <pc:spChg chg="mod">
          <ac:chgData name="Croney, Aynslie (NBCC)" userId="5b4b8641-5be5-4a22-b80a-b2335657ba3c" providerId="ADAL" clId="{37570E6E-2003-4D91-B5AC-B452EC7E0FA7}" dt="2026-09-29T07:26:50.273" v="334" actId="164"/>
          <ac:spMkLst>
            <pc:docMk/>
            <pc:sldMk cId="0" sldId="268"/>
            <ac:spMk id="7" creationId="{00000000-0000-0000-0000-000000000000}"/>
          </ac:spMkLst>
        </pc:spChg>
        <pc:spChg chg="mod">
          <ac:chgData name="Croney, Aynslie (NBCC)" userId="5b4b8641-5be5-4a22-b80a-b2335657ba3c" providerId="ADAL" clId="{37570E6E-2003-4D91-B5AC-B452EC7E0FA7}" dt="2026-09-29T08:04:09.993" v="780"/>
          <ac:spMkLst>
            <pc:docMk/>
            <pc:sldMk cId="0" sldId="268"/>
            <ac:spMk id="8" creationId="{00000000-0000-0000-0000-000000000000}"/>
          </ac:spMkLst>
        </pc:spChg>
        <pc:spChg chg="mod">
          <ac:chgData name="Croney, Aynslie (NBCC)" userId="5b4b8641-5be5-4a22-b80a-b2335657ba3c" providerId="ADAL" clId="{37570E6E-2003-4D91-B5AC-B452EC7E0FA7}" dt="2026-09-29T07:28:52.854" v="349" actId="164"/>
          <ac:spMkLst>
            <pc:docMk/>
            <pc:sldMk cId="0" sldId="268"/>
            <ac:spMk id="9" creationId="{00000000-0000-0000-0000-000000000000}"/>
          </ac:spMkLst>
        </pc:spChg>
        <pc:spChg chg="mod">
          <ac:chgData name="Croney, Aynslie (NBCC)" userId="5b4b8641-5be5-4a22-b80a-b2335657ba3c" providerId="ADAL" clId="{37570E6E-2003-4D91-B5AC-B452EC7E0FA7}" dt="2026-09-29T08:04:09.993" v="780"/>
          <ac:spMkLst>
            <pc:docMk/>
            <pc:sldMk cId="0" sldId="268"/>
            <ac:spMk id="10" creationId="{00000000-0000-0000-0000-000000000000}"/>
          </ac:spMkLst>
        </pc:spChg>
        <pc:spChg chg="mod">
          <ac:chgData name="Croney, Aynslie (NBCC)" userId="5b4b8641-5be5-4a22-b80a-b2335657ba3c" providerId="ADAL" clId="{37570E6E-2003-4D91-B5AC-B452EC7E0FA7}" dt="2026-09-29T07:26:42.078" v="333" actId="164"/>
          <ac:spMkLst>
            <pc:docMk/>
            <pc:sldMk cId="0" sldId="268"/>
            <ac:spMk id="11" creationId="{00000000-0000-0000-0000-000000000000}"/>
          </ac:spMkLst>
        </pc:spChg>
        <pc:spChg chg="mod">
          <ac:chgData name="Croney, Aynslie (NBCC)" userId="5b4b8641-5be5-4a22-b80a-b2335657ba3c" providerId="ADAL" clId="{37570E6E-2003-4D91-B5AC-B452EC7E0FA7}" dt="2026-09-29T07:26:42.078" v="333" actId="164"/>
          <ac:spMkLst>
            <pc:docMk/>
            <pc:sldMk cId="0" sldId="268"/>
            <ac:spMk id="12" creationId="{00000000-0000-0000-0000-000000000000}"/>
          </ac:spMkLst>
        </pc:spChg>
        <pc:spChg chg="mod">
          <ac:chgData name="Croney, Aynslie (NBCC)" userId="5b4b8641-5be5-4a22-b80a-b2335657ba3c" providerId="ADAL" clId="{37570E6E-2003-4D91-B5AC-B452EC7E0FA7}" dt="2026-09-29T07:27:54.023" v="339" actId="164"/>
          <ac:spMkLst>
            <pc:docMk/>
            <pc:sldMk cId="0" sldId="268"/>
            <ac:spMk id="13" creationId="{00000000-0000-0000-0000-000000000000}"/>
          </ac:spMkLst>
        </pc:spChg>
        <pc:spChg chg="mod">
          <ac:chgData name="Croney, Aynslie (NBCC)" userId="5b4b8641-5be5-4a22-b80a-b2335657ba3c" providerId="ADAL" clId="{37570E6E-2003-4D91-B5AC-B452EC7E0FA7}" dt="2026-09-29T07:28:47.452" v="348" actId="164"/>
          <ac:spMkLst>
            <pc:docMk/>
            <pc:sldMk cId="0" sldId="268"/>
            <ac:spMk id="14" creationId="{00000000-0000-0000-0000-000000000000}"/>
          </ac:spMkLst>
        </pc:spChg>
        <pc:spChg chg="mod">
          <ac:chgData name="Croney, Aynslie (NBCC)" userId="5b4b8641-5be5-4a22-b80a-b2335657ba3c" providerId="ADAL" clId="{37570E6E-2003-4D91-B5AC-B452EC7E0FA7}" dt="2026-09-29T08:04:09.993" v="780"/>
          <ac:spMkLst>
            <pc:docMk/>
            <pc:sldMk cId="0" sldId="268"/>
            <ac:spMk id="15" creationId="{00000000-0000-0000-0000-000000000000}"/>
          </ac:spMkLst>
        </pc:spChg>
        <pc:spChg chg="mod">
          <ac:chgData name="Croney, Aynslie (NBCC)" userId="5b4b8641-5be5-4a22-b80a-b2335657ba3c" providerId="ADAL" clId="{37570E6E-2003-4D91-B5AC-B452EC7E0FA7}" dt="2026-09-29T08:04:09.993" v="780"/>
          <ac:spMkLst>
            <pc:docMk/>
            <pc:sldMk cId="0" sldId="268"/>
            <ac:spMk id="16" creationId="{00000000-0000-0000-0000-000000000000}"/>
          </ac:spMkLst>
        </pc:spChg>
        <pc:spChg chg="mod">
          <ac:chgData name="Croney, Aynslie (NBCC)" userId="5b4b8641-5be5-4a22-b80a-b2335657ba3c" providerId="ADAL" clId="{37570E6E-2003-4D91-B5AC-B452EC7E0FA7}" dt="2026-09-29T08:04:09.993" v="780"/>
          <ac:spMkLst>
            <pc:docMk/>
            <pc:sldMk cId="0" sldId="268"/>
            <ac:spMk id="17" creationId="{00000000-0000-0000-0000-000000000000}"/>
          </ac:spMkLst>
        </pc:spChg>
        <pc:spChg chg="mod">
          <ac:chgData name="Croney, Aynslie (NBCC)" userId="5b4b8641-5be5-4a22-b80a-b2335657ba3c" providerId="ADAL" clId="{37570E6E-2003-4D91-B5AC-B452EC7E0FA7}" dt="2026-09-29T08:04:09.993" v="780"/>
          <ac:spMkLst>
            <pc:docMk/>
            <pc:sldMk cId="0" sldId="268"/>
            <ac:spMk id="18" creationId="{00000000-0000-0000-0000-000000000000}"/>
          </ac:spMkLst>
        </pc:spChg>
        <pc:spChg chg="mod">
          <ac:chgData name="Croney, Aynslie (NBCC)" userId="5b4b8641-5be5-4a22-b80a-b2335657ba3c" providerId="ADAL" clId="{37570E6E-2003-4D91-B5AC-B452EC7E0FA7}" dt="2026-09-29T07:28:43.282" v="347" actId="164"/>
          <ac:spMkLst>
            <pc:docMk/>
            <pc:sldMk cId="0" sldId="268"/>
            <ac:spMk id="19" creationId="{00000000-0000-0000-0000-000000000000}"/>
          </ac:spMkLst>
        </pc:spChg>
        <pc:spChg chg="mod">
          <ac:chgData name="Croney, Aynslie (NBCC)" userId="5b4b8641-5be5-4a22-b80a-b2335657ba3c" providerId="ADAL" clId="{37570E6E-2003-4D91-B5AC-B452EC7E0FA7}" dt="2026-09-29T07:28:43.282" v="347" actId="164"/>
          <ac:spMkLst>
            <pc:docMk/>
            <pc:sldMk cId="0" sldId="268"/>
            <ac:spMk id="20" creationId="{00000000-0000-0000-0000-000000000000}"/>
          </ac:spMkLst>
        </pc:spChg>
        <pc:spChg chg="mod">
          <ac:chgData name="Croney, Aynslie (NBCC)" userId="5b4b8641-5be5-4a22-b80a-b2335657ba3c" providerId="ADAL" clId="{37570E6E-2003-4D91-B5AC-B452EC7E0FA7}" dt="2026-09-29T07:25:45.289" v="331" actId="255"/>
          <ac:spMkLst>
            <pc:docMk/>
            <pc:sldMk cId="0" sldId="268"/>
            <ac:spMk id="21" creationId="{00000000-0000-0000-0000-000000000000}"/>
          </ac:spMkLst>
        </pc:spChg>
        <pc:grpChg chg="add mod">
          <ac:chgData name="Croney, Aynslie (NBCC)" userId="5b4b8641-5be5-4a22-b80a-b2335657ba3c" providerId="ADAL" clId="{37570E6E-2003-4D91-B5AC-B452EC7E0FA7}" dt="2026-09-29T07:28:02.162" v="340" actId="164"/>
          <ac:grpSpMkLst>
            <pc:docMk/>
            <pc:sldMk cId="0" sldId="268"/>
            <ac:grpSpMk id="22" creationId="{F9A5F412-E1E1-5513-BAD2-CA5096D08715}"/>
          </ac:grpSpMkLst>
        </pc:grpChg>
        <pc:grpChg chg="add mod">
          <ac:chgData name="Croney, Aynslie (NBCC)" userId="5b4b8641-5be5-4a22-b80a-b2335657ba3c" providerId="ADAL" clId="{37570E6E-2003-4D91-B5AC-B452EC7E0FA7}" dt="2026-09-29T07:27:54.023" v="339" actId="164"/>
          <ac:grpSpMkLst>
            <pc:docMk/>
            <pc:sldMk cId="0" sldId="268"/>
            <ac:grpSpMk id="23" creationId="{8EC04592-549E-2E4A-AB0C-715284B64BB4}"/>
          </ac:grpSpMkLst>
        </pc:grpChg>
        <pc:grpChg chg="add mod">
          <ac:chgData name="Croney, Aynslie (NBCC)" userId="5b4b8641-5be5-4a22-b80a-b2335657ba3c" providerId="ADAL" clId="{37570E6E-2003-4D91-B5AC-B452EC7E0FA7}" dt="2026-09-29T07:27:45.564" v="338" actId="164"/>
          <ac:grpSpMkLst>
            <pc:docMk/>
            <pc:sldMk cId="0" sldId="268"/>
            <ac:grpSpMk id="24" creationId="{4A4B182E-1ED9-4FAF-4C4A-39C0FDF22EB4}"/>
          </ac:grpSpMkLst>
        </pc:grpChg>
        <pc:grpChg chg="add mod">
          <ac:chgData name="Croney, Aynslie (NBCC)" userId="5b4b8641-5be5-4a22-b80a-b2335657ba3c" providerId="ADAL" clId="{37570E6E-2003-4D91-B5AC-B452EC7E0FA7}" dt="2026-09-29T07:28:09.767" v="341" actId="1076"/>
          <ac:grpSpMkLst>
            <pc:docMk/>
            <pc:sldMk cId="0" sldId="268"/>
            <ac:grpSpMk id="25" creationId="{3FFEB41F-C52F-3207-E300-4237D8B9EA8E}"/>
          </ac:grpSpMkLst>
        </pc:grpChg>
        <pc:grpChg chg="add mod">
          <ac:chgData name="Croney, Aynslie (NBCC)" userId="5b4b8641-5be5-4a22-b80a-b2335657ba3c" providerId="ADAL" clId="{37570E6E-2003-4D91-B5AC-B452EC7E0FA7}" dt="2026-09-29T07:28:09.767" v="341" actId="1076"/>
          <ac:grpSpMkLst>
            <pc:docMk/>
            <pc:sldMk cId="0" sldId="268"/>
            <ac:grpSpMk id="26" creationId="{26A793F9-43BD-72A1-0D84-8F8578545BE7}"/>
          </ac:grpSpMkLst>
        </pc:grpChg>
        <pc:grpChg chg="add mod">
          <ac:chgData name="Croney, Aynslie (NBCC)" userId="5b4b8641-5be5-4a22-b80a-b2335657ba3c" providerId="ADAL" clId="{37570E6E-2003-4D91-B5AC-B452EC7E0FA7}" dt="2026-09-29T07:28:09.767" v="341" actId="1076"/>
          <ac:grpSpMkLst>
            <pc:docMk/>
            <pc:sldMk cId="0" sldId="268"/>
            <ac:grpSpMk id="27" creationId="{B7C66F0B-349D-0EAF-B436-C5A4F910A695}"/>
          </ac:grpSpMkLst>
        </pc:grpChg>
        <pc:grpChg chg="add mod">
          <ac:chgData name="Croney, Aynslie (NBCC)" userId="5b4b8641-5be5-4a22-b80a-b2335657ba3c" providerId="ADAL" clId="{37570E6E-2003-4D91-B5AC-B452EC7E0FA7}" dt="2026-09-29T07:29:00.463" v="350" actId="1076"/>
          <ac:grpSpMkLst>
            <pc:docMk/>
            <pc:sldMk cId="0" sldId="268"/>
            <ac:grpSpMk id="28" creationId="{668CA1C6-305C-207A-373C-52B76388D917}"/>
          </ac:grpSpMkLst>
        </pc:grpChg>
        <pc:grpChg chg="add mod">
          <ac:chgData name="Croney, Aynslie (NBCC)" userId="5b4b8641-5be5-4a22-b80a-b2335657ba3c" providerId="ADAL" clId="{37570E6E-2003-4D91-B5AC-B452EC7E0FA7}" dt="2026-09-29T07:29:00.463" v="350" actId="1076"/>
          <ac:grpSpMkLst>
            <pc:docMk/>
            <pc:sldMk cId="0" sldId="268"/>
            <ac:grpSpMk id="29" creationId="{5AF42BD2-17A8-E237-4AB0-4857FD3E9255}"/>
          </ac:grpSpMkLst>
        </pc:grpChg>
        <pc:grpChg chg="add mod">
          <ac:chgData name="Croney, Aynslie (NBCC)" userId="5b4b8641-5be5-4a22-b80a-b2335657ba3c" providerId="ADAL" clId="{37570E6E-2003-4D91-B5AC-B452EC7E0FA7}" dt="2026-09-29T07:29:00.463" v="350" actId="1076"/>
          <ac:grpSpMkLst>
            <pc:docMk/>
            <pc:sldMk cId="0" sldId="268"/>
            <ac:grpSpMk id="30" creationId="{DB85F949-A9F3-796A-BE2F-E30D93C3102F}"/>
          </ac:grpSpMkLst>
        </pc:grpChg>
      </pc:sldChg>
      <pc:sldChg chg="modSp mod modNotes">
        <pc:chgData name="Croney, Aynslie (NBCC)" userId="5b4b8641-5be5-4a22-b80a-b2335657ba3c" providerId="ADAL" clId="{37570E6E-2003-4D91-B5AC-B452EC7E0FA7}" dt="2026-09-29T08:04:09.993" v="780"/>
        <pc:sldMkLst>
          <pc:docMk/>
          <pc:sldMk cId="0" sldId="269"/>
        </pc:sldMkLst>
        <pc:spChg chg="mod">
          <ac:chgData name="Croney, Aynslie (NBCC)" userId="5b4b8641-5be5-4a22-b80a-b2335657ba3c" providerId="ADAL" clId="{37570E6E-2003-4D91-B5AC-B452EC7E0FA7}" dt="2026-09-29T08:04:09.993" v="780"/>
          <ac:spMkLst>
            <pc:docMk/>
            <pc:sldMk cId="0" sldId="269"/>
            <ac:spMk id="2" creationId="{00000000-0000-0000-0000-000000000000}"/>
          </ac:spMkLst>
        </pc:spChg>
        <pc:spChg chg="mod">
          <ac:chgData name="Croney, Aynslie (NBCC)" userId="5b4b8641-5be5-4a22-b80a-b2335657ba3c" providerId="ADAL" clId="{37570E6E-2003-4D91-B5AC-B452EC7E0FA7}" dt="2026-09-29T08:04:09.993" v="780"/>
          <ac:spMkLst>
            <pc:docMk/>
            <pc:sldMk cId="0" sldId="269"/>
            <ac:spMk id="3" creationId="{00000000-0000-0000-0000-000000000000}"/>
          </ac:spMkLst>
        </pc:spChg>
        <pc:spChg chg="mod">
          <ac:chgData name="Croney, Aynslie (NBCC)" userId="5b4b8641-5be5-4a22-b80a-b2335657ba3c" providerId="ADAL" clId="{37570E6E-2003-4D91-B5AC-B452EC7E0FA7}" dt="2026-09-29T08:04:09.993" v="780"/>
          <ac:spMkLst>
            <pc:docMk/>
            <pc:sldMk cId="0" sldId="269"/>
            <ac:spMk id="4" creationId="{00000000-0000-0000-0000-000000000000}"/>
          </ac:spMkLst>
        </pc:spChg>
        <pc:spChg chg="mod">
          <ac:chgData name="Croney, Aynslie (NBCC)" userId="5b4b8641-5be5-4a22-b80a-b2335657ba3c" providerId="ADAL" clId="{37570E6E-2003-4D91-B5AC-B452EC7E0FA7}" dt="2026-09-29T08:04:09.993" v="780"/>
          <ac:spMkLst>
            <pc:docMk/>
            <pc:sldMk cId="0" sldId="269"/>
            <ac:spMk id="5" creationId="{00000000-0000-0000-0000-000000000000}"/>
          </ac:spMkLst>
        </pc:spChg>
        <pc:spChg chg="mod">
          <ac:chgData name="Croney, Aynslie (NBCC)" userId="5b4b8641-5be5-4a22-b80a-b2335657ba3c" providerId="ADAL" clId="{37570E6E-2003-4D91-B5AC-B452EC7E0FA7}" dt="2026-09-29T08:04:09.993" v="780"/>
          <ac:spMkLst>
            <pc:docMk/>
            <pc:sldMk cId="0" sldId="269"/>
            <ac:spMk id="6" creationId="{00000000-0000-0000-0000-000000000000}"/>
          </ac:spMkLst>
        </pc:spChg>
        <pc:spChg chg="mod">
          <ac:chgData name="Croney, Aynslie (NBCC)" userId="5b4b8641-5be5-4a22-b80a-b2335657ba3c" providerId="ADAL" clId="{37570E6E-2003-4D91-B5AC-B452EC7E0FA7}" dt="2026-09-29T08:04:09.993" v="780"/>
          <ac:spMkLst>
            <pc:docMk/>
            <pc:sldMk cId="0" sldId="269"/>
            <ac:spMk id="7" creationId="{00000000-0000-0000-0000-000000000000}"/>
          </ac:spMkLst>
        </pc:spChg>
        <pc:spChg chg="mod">
          <ac:chgData name="Croney, Aynslie (NBCC)" userId="5b4b8641-5be5-4a22-b80a-b2335657ba3c" providerId="ADAL" clId="{37570E6E-2003-4D91-B5AC-B452EC7E0FA7}" dt="2026-09-29T08:04:09.993" v="780"/>
          <ac:spMkLst>
            <pc:docMk/>
            <pc:sldMk cId="0" sldId="269"/>
            <ac:spMk id="8" creationId="{00000000-0000-0000-0000-000000000000}"/>
          </ac:spMkLst>
        </pc:spChg>
      </pc:sldChg>
      <pc:sldChg chg="modSp modNotes">
        <pc:chgData name="Croney, Aynslie (NBCC)" userId="5b4b8641-5be5-4a22-b80a-b2335657ba3c" providerId="ADAL" clId="{37570E6E-2003-4D91-B5AC-B452EC7E0FA7}" dt="2026-09-29T08:04:09.993" v="780"/>
        <pc:sldMkLst>
          <pc:docMk/>
          <pc:sldMk cId="273047085" sldId="270"/>
        </pc:sldMkLst>
        <pc:spChg chg="mod">
          <ac:chgData name="Croney, Aynslie (NBCC)" userId="5b4b8641-5be5-4a22-b80a-b2335657ba3c" providerId="ADAL" clId="{37570E6E-2003-4D91-B5AC-B452EC7E0FA7}" dt="2026-09-29T08:04:09.993" v="780"/>
          <ac:spMkLst>
            <pc:docMk/>
            <pc:sldMk cId="273047085" sldId="270"/>
            <ac:spMk id="3" creationId="{5291C31A-E03D-EAE2-FF19-B7420F5FF4E4}"/>
          </ac:spMkLst>
        </pc:spChg>
        <pc:spChg chg="mod">
          <ac:chgData name="Croney, Aynslie (NBCC)" userId="5b4b8641-5be5-4a22-b80a-b2335657ba3c" providerId="ADAL" clId="{37570E6E-2003-4D91-B5AC-B452EC7E0FA7}" dt="2026-09-29T08:04:09.993" v="780"/>
          <ac:spMkLst>
            <pc:docMk/>
            <pc:sldMk cId="273047085" sldId="270"/>
            <ac:spMk id="4" creationId="{1877ACEA-71E7-EB29-394E-6958185DA52B}"/>
          </ac:spMkLst>
        </pc:spChg>
        <pc:spChg chg="mod">
          <ac:chgData name="Croney, Aynslie (NBCC)" userId="5b4b8641-5be5-4a22-b80a-b2335657ba3c" providerId="ADAL" clId="{37570E6E-2003-4D91-B5AC-B452EC7E0FA7}" dt="2026-09-29T08:04:09.993" v="780"/>
          <ac:spMkLst>
            <pc:docMk/>
            <pc:sldMk cId="273047085" sldId="270"/>
            <ac:spMk id="5" creationId="{505CBE46-7969-DF1A-C795-C5814F70768C}"/>
          </ac:spMkLst>
        </pc:spChg>
        <pc:spChg chg="mod">
          <ac:chgData name="Croney, Aynslie (NBCC)" userId="5b4b8641-5be5-4a22-b80a-b2335657ba3c" providerId="ADAL" clId="{37570E6E-2003-4D91-B5AC-B452EC7E0FA7}" dt="2026-09-29T08:04:09.993" v="780"/>
          <ac:spMkLst>
            <pc:docMk/>
            <pc:sldMk cId="273047085" sldId="270"/>
            <ac:spMk id="6" creationId="{E5961A5D-F843-2A69-2129-0FC9975CA852}"/>
          </ac:spMkLst>
        </pc:spChg>
        <pc:spChg chg="mod">
          <ac:chgData name="Croney, Aynslie (NBCC)" userId="5b4b8641-5be5-4a22-b80a-b2335657ba3c" providerId="ADAL" clId="{37570E6E-2003-4D91-B5AC-B452EC7E0FA7}" dt="2026-09-29T08:04:09.993" v="780"/>
          <ac:spMkLst>
            <pc:docMk/>
            <pc:sldMk cId="273047085" sldId="270"/>
            <ac:spMk id="7" creationId="{F37E2BFC-901E-E364-1005-C1CDB1B64F1E}"/>
          </ac:spMkLst>
        </pc:spChg>
        <pc:picChg chg="mod">
          <ac:chgData name="Croney, Aynslie (NBCC)" userId="5b4b8641-5be5-4a22-b80a-b2335657ba3c" providerId="ADAL" clId="{37570E6E-2003-4D91-B5AC-B452EC7E0FA7}" dt="2026-09-29T08:04:09.993" v="780"/>
          <ac:picMkLst>
            <pc:docMk/>
            <pc:sldMk cId="273047085" sldId="270"/>
            <ac:picMk id="10" creationId="{5423AD62-963C-E179-F786-C81D17FD0242}"/>
          </ac:picMkLst>
        </pc:picChg>
      </pc:sldChg>
      <pc:sldChg chg="modSp modNotes">
        <pc:chgData name="Croney, Aynslie (NBCC)" userId="5b4b8641-5be5-4a22-b80a-b2335657ba3c" providerId="ADAL" clId="{37570E6E-2003-4D91-B5AC-B452EC7E0FA7}" dt="2026-09-29T08:04:09.993" v="780"/>
        <pc:sldMkLst>
          <pc:docMk/>
          <pc:sldMk cId="1963830900" sldId="272"/>
        </pc:sldMkLst>
        <pc:spChg chg="mod">
          <ac:chgData name="Croney, Aynslie (NBCC)" userId="5b4b8641-5be5-4a22-b80a-b2335657ba3c" providerId="ADAL" clId="{37570E6E-2003-4D91-B5AC-B452EC7E0FA7}" dt="2026-09-29T08:04:09.993" v="780"/>
          <ac:spMkLst>
            <pc:docMk/>
            <pc:sldMk cId="1963830900" sldId="272"/>
            <ac:spMk id="2" creationId="{01789EC4-E38E-99CF-2AD5-4B5895E8A0F1}"/>
          </ac:spMkLst>
        </pc:spChg>
        <pc:spChg chg="mod">
          <ac:chgData name="Croney, Aynslie (NBCC)" userId="5b4b8641-5be5-4a22-b80a-b2335657ba3c" providerId="ADAL" clId="{37570E6E-2003-4D91-B5AC-B452EC7E0FA7}" dt="2026-09-29T08:04:09.993" v="780"/>
          <ac:spMkLst>
            <pc:docMk/>
            <pc:sldMk cId="1963830900" sldId="272"/>
            <ac:spMk id="3" creationId="{36690B7B-2371-B2AF-F29F-A2678B6F9CA4}"/>
          </ac:spMkLst>
        </pc:spChg>
        <pc:spChg chg="mod">
          <ac:chgData name="Croney, Aynslie (NBCC)" userId="5b4b8641-5be5-4a22-b80a-b2335657ba3c" providerId="ADAL" clId="{37570E6E-2003-4D91-B5AC-B452EC7E0FA7}" dt="2026-09-29T08:04:09.993" v="780"/>
          <ac:spMkLst>
            <pc:docMk/>
            <pc:sldMk cId="1963830900" sldId="272"/>
            <ac:spMk id="5" creationId="{92FF6E38-7FD4-93C9-310A-C7C3974792A5}"/>
          </ac:spMkLst>
        </pc:spChg>
        <pc:spChg chg="mod">
          <ac:chgData name="Croney, Aynslie (NBCC)" userId="5b4b8641-5be5-4a22-b80a-b2335657ba3c" providerId="ADAL" clId="{37570E6E-2003-4D91-B5AC-B452EC7E0FA7}" dt="2026-09-29T08:04:09.993" v="780"/>
          <ac:spMkLst>
            <pc:docMk/>
            <pc:sldMk cId="1963830900" sldId="272"/>
            <ac:spMk id="18" creationId="{4576CD76-BF28-9B48-DCF1-4D60B27BDE8B}"/>
          </ac:spMkLst>
        </pc:spChg>
        <pc:spChg chg="mod">
          <ac:chgData name="Croney, Aynslie (NBCC)" userId="5b4b8641-5be5-4a22-b80a-b2335657ba3c" providerId="ADAL" clId="{37570E6E-2003-4D91-B5AC-B452EC7E0FA7}" dt="2026-09-29T08:04:09.993" v="780"/>
          <ac:spMkLst>
            <pc:docMk/>
            <pc:sldMk cId="1963830900" sldId="272"/>
            <ac:spMk id="20" creationId="{65B833A6-D420-349B-1A71-4093023B1A7E}"/>
          </ac:spMkLst>
        </pc:spChg>
        <pc:spChg chg="mod">
          <ac:chgData name="Croney, Aynslie (NBCC)" userId="5b4b8641-5be5-4a22-b80a-b2335657ba3c" providerId="ADAL" clId="{37570E6E-2003-4D91-B5AC-B452EC7E0FA7}" dt="2026-09-29T08:04:09.993" v="780"/>
          <ac:spMkLst>
            <pc:docMk/>
            <pc:sldMk cId="1963830900" sldId="272"/>
            <ac:spMk id="22" creationId="{7AFDC576-6462-FEEC-B0B1-18F9005E6FCC}"/>
          </ac:spMkLst>
        </pc:spChg>
        <pc:spChg chg="mod">
          <ac:chgData name="Croney, Aynslie (NBCC)" userId="5b4b8641-5be5-4a22-b80a-b2335657ba3c" providerId="ADAL" clId="{37570E6E-2003-4D91-B5AC-B452EC7E0FA7}" dt="2026-09-29T08:04:09.993" v="780"/>
          <ac:spMkLst>
            <pc:docMk/>
            <pc:sldMk cId="1963830900" sldId="272"/>
            <ac:spMk id="24" creationId="{DA8036CD-4FD3-1903-88E9-CF5E3381EE83}"/>
          </ac:spMkLst>
        </pc:spChg>
        <pc:spChg chg="mod">
          <ac:chgData name="Croney, Aynslie (NBCC)" userId="5b4b8641-5be5-4a22-b80a-b2335657ba3c" providerId="ADAL" clId="{37570E6E-2003-4D91-B5AC-B452EC7E0FA7}" dt="2026-09-29T08:04:09.993" v="780"/>
          <ac:spMkLst>
            <pc:docMk/>
            <pc:sldMk cId="1963830900" sldId="272"/>
            <ac:spMk id="26" creationId="{2ABE2D3B-2683-6960-4BF7-34D3E5258C3D}"/>
          </ac:spMkLst>
        </pc:spChg>
        <pc:spChg chg="mod">
          <ac:chgData name="Croney, Aynslie (NBCC)" userId="5b4b8641-5be5-4a22-b80a-b2335657ba3c" providerId="ADAL" clId="{37570E6E-2003-4D91-B5AC-B452EC7E0FA7}" dt="2026-09-29T08:04:09.993" v="780"/>
          <ac:spMkLst>
            <pc:docMk/>
            <pc:sldMk cId="1963830900" sldId="272"/>
            <ac:spMk id="28" creationId="{920120DF-3B19-2CD1-3B34-00BFAA439550}"/>
          </ac:spMkLst>
        </pc:spChg>
        <pc:spChg chg="mod">
          <ac:chgData name="Croney, Aynslie (NBCC)" userId="5b4b8641-5be5-4a22-b80a-b2335657ba3c" providerId="ADAL" clId="{37570E6E-2003-4D91-B5AC-B452EC7E0FA7}" dt="2026-09-29T08:04:09.993" v="780"/>
          <ac:spMkLst>
            <pc:docMk/>
            <pc:sldMk cId="1963830900" sldId="272"/>
            <ac:spMk id="30" creationId="{FB2E27B6-EACF-D6C0-EAD5-D812B18D7627}"/>
          </ac:spMkLst>
        </pc:spChg>
      </pc:sldChg>
      <pc:sldChg chg="modSp modNotes">
        <pc:chgData name="Croney, Aynslie (NBCC)" userId="5b4b8641-5be5-4a22-b80a-b2335657ba3c" providerId="ADAL" clId="{37570E6E-2003-4D91-B5AC-B452EC7E0FA7}" dt="2026-09-29T08:04:09.993" v="780"/>
        <pc:sldMkLst>
          <pc:docMk/>
          <pc:sldMk cId="2116668364" sldId="273"/>
        </pc:sldMkLst>
        <pc:spChg chg="mod">
          <ac:chgData name="Croney, Aynslie (NBCC)" userId="5b4b8641-5be5-4a22-b80a-b2335657ba3c" providerId="ADAL" clId="{37570E6E-2003-4D91-B5AC-B452EC7E0FA7}" dt="2026-09-29T08:04:09.993" v="780"/>
          <ac:spMkLst>
            <pc:docMk/>
            <pc:sldMk cId="2116668364" sldId="273"/>
            <ac:spMk id="3" creationId="{EB766231-1E7A-0E26-1E84-3784C82B05AE}"/>
          </ac:spMkLst>
        </pc:spChg>
        <pc:spChg chg="mod">
          <ac:chgData name="Croney, Aynslie (NBCC)" userId="5b4b8641-5be5-4a22-b80a-b2335657ba3c" providerId="ADAL" clId="{37570E6E-2003-4D91-B5AC-B452EC7E0FA7}" dt="2026-09-29T08:04:09.993" v="780"/>
          <ac:spMkLst>
            <pc:docMk/>
            <pc:sldMk cId="2116668364" sldId="273"/>
            <ac:spMk id="4" creationId="{6A398609-046F-F10B-1C47-C85C96091647}"/>
          </ac:spMkLst>
        </pc:spChg>
        <pc:spChg chg="mod">
          <ac:chgData name="Croney, Aynslie (NBCC)" userId="5b4b8641-5be5-4a22-b80a-b2335657ba3c" providerId="ADAL" clId="{37570E6E-2003-4D91-B5AC-B452EC7E0FA7}" dt="2026-09-29T08:04:09.993" v="780"/>
          <ac:spMkLst>
            <pc:docMk/>
            <pc:sldMk cId="2116668364" sldId="273"/>
            <ac:spMk id="5" creationId="{3DF5F725-FE89-3B19-2AC6-D5D88725703F}"/>
          </ac:spMkLst>
        </pc:spChg>
        <pc:spChg chg="mod">
          <ac:chgData name="Croney, Aynslie (NBCC)" userId="5b4b8641-5be5-4a22-b80a-b2335657ba3c" providerId="ADAL" clId="{37570E6E-2003-4D91-B5AC-B452EC7E0FA7}" dt="2026-09-29T08:04:09.993" v="780"/>
          <ac:spMkLst>
            <pc:docMk/>
            <pc:sldMk cId="2116668364" sldId="273"/>
            <ac:spMk id="6" creationId="{ED855084-2325-17B6-81EE-08D137FDA4F6}"/>
          </ac:spMkLst>
        </pc:spChg>
        <pc:spChg chg="mod">
          <ac:chgData name="Croney, Aynslie (NBCC)" userId="5b4b8641-5be5-4a22-b80a-b2335657ba3c" providerId="ADAL" clId="{37570E6E-2003-4D91-B5AC-B452EC7E0FA7}" dt="2026-09-29T08:04:09.993" v="780"/>
          <ac:spMkLst>
            <pc:docMk/>
            <pc:sldMk cId="2116668364" sldId="273"/>
            <ac:spMk id="7" creationId="{52B543C7-172B-2CD1-9925-7CE751121B14}"/>
          </ac:spMkLst>
        </pc:spChg>
        <pc:spChg chg="mod">
          <ac:chgData name="Croney, Aynslie (NBCC)" userId="5b4b8641-5be5-4a22-b80a-b2335657ba3c" providerId="ADAL" clId="{37570E6E-2003-4D91-B5AC-B452EC7E0FA7}" dt="2026-09-29T08:04:09.993" v="780"/>
          <ac:spMkLst>
            <pc:docMk/>
            <pc:sldMk cId="2116668364" sldId="273"/>
            <ac:spMk id="9" creationId="{22609D37-C503-8EC6-8F60-79AA6AC5FE0C}"/>
          </ac:spMkLst>
        </pc:spChg>
        <pc:picChg chg="mod">
          <ac:chgData name="Croney, Aynslie (NBCC)" userId="5b4b8641-5be5-4a22-b80a-b2335657ba3c" providerId="ADAL" clId="{37570E6E-2003-4D91-B5AC-B452EC7E0FA7}" dt="2026-09-29T08:04:09.993" v="780"/>
          <ac:picMkLst>
            <pc:docMk/>
            <pc:sldMk cId="2116668364" sldId="273"/>
            <ac:picMk id="10" creationId="{DC4B2116-D10B-9BA9-3CE2-6E012B9FEE7E}"/>
          </ac:picMkLst>
        </pc:picChg>
      </pc:sldChg>
      <pc:sldChg chg="modSp modNotes">
        <pc:chgData name="Croney, Aynslie (NBCC)" userId="5b4b8641-5be5-4a22-b80a-b2335657ba3c" providerId="ADAL" clId="{37570E6E-2003-4D91-B5AC-B452EC7E0FA7}" dt="2026-09-29T08:04:09.993" v="780"/>
        <pc:sldMkLst>
          <pc:docMk/>
          <pc:sldMk cId="0" sldId="279"/>
        </pc:sldMkLst>
        <pc:spChg chg="mod">
          <ac:chgData name="Croney, Aynslie (NBCC)" userId="5b4b8641-5be5-4a22-b80a-b2335657ba3c" providerId="ADAL" clId="{37570E6E-2003-4D91-B5AC-B452EC7E0FA7}" dt="2026-09-29T08:04:09.993" v="780"/>
          <ac:spMkLst>
            <pc:docMk/>
            <pc:sldMk cId="0" sldId="279"/>
            <ac:spMk id="4" creationId="{00000000-0000-0000-0000-000000000000}"/>
          </ac:spMkLst>
        </pc:spChg>
        <pc:spChg chg="mod">
          <ac:chgData name="Croney, Aynslie (NBCC)" userId="5b4b8641-5be5-4a22-b80a-b2335657ba3c" providerId="ADAL" clId="{37570E6E-2003-4D91-B5AC-B452EC7E0FA7}" dt="2026-09-29T08:04:09.993" v="780"/>
          <ac:spMkLst>
            <pc:docMk/>
            <pc:sldMk cId="0" sldId="279"/>
            <ac:spMk id="8" creationId="{00000000-0000-0000-0000-000000000000}"/>
          </ac:spMkLst>
        </pc:spChg>
        <pc:spChg chg="mod">
          <ac:chgData name="Croney, Aynslie (NBCC)" userId="5b4b8641-5be5-4a22-b80a-b2335657ba3c" providerId="ADAL" clId="{37570E6E-2003-4D91-B5AC-B452EC7E0FA7}" dt="2026-09-29T08:04:09.993" v="780"/>
          <ac:spMkLst>
            <pc:docMk/>
            <pc:sldMk cId="0" sldId="279"/>
            <ac:spMk id="10" creationId="{D804CC19-438B-4485-88F6-23E55A3CED76}"/>
          </ac:spMkLst>
        </pc:spChg>
        <pc:spChg chg="mod">
          <ac:chgData name="Croney, Aynslie (NBCC)" userId="5b4b8641-5be5-4a22-b80a-b2335657ba3c" providerId="ADAL" clId="{37570E6E-2003-4D91-B5AC-B452EC7E0FA7}" dt="2026-09-29T08:04:09.993" v="780"/>
          <ac:spMkLst>
            <pc:docMk/>
            <pc:sldMk cId="0" sldId="279"/>
            <ac:spMk id="12" creationId="{ACCA03EF-469B-690E-150A-6128730FD15E}"/>
          </ac:spMkLst>
        </pc:spChg>
        <pc:spChg chg="mod">
          <ac:chgData name="Croney, Aynslie (NBCC)" userId="5b4b8641-5be5-4a22-b80a-b2335657ba3c" providerId="ADAL" clId="{37570E6E-2003-4D91-B5AC-B452EC7E0FA7}" dt="2026-09-29T08:04:09.993" v="780"/>
          <ac:spMkLst>
            <pc:docMk/>
            <pc:sldMk cId="0" sldId="279"/>
            <ac:spMk id="14" creationId="{ABD1761C-20DC-55FD-3DCA-CCFE225E4A3E}"/>
          </ac:spMkLst>
        </pc:spChg>
        <pc:spChg chg="mod">
          <ac:chgData name="Croney, Aynslie (NBCC)" userId="5b4b8641-5be5-4a22-b80a-b2335657ba3c" providerId="ADAL" clId="{37570E6E-2003-4D91-B5AC-B452EC7E0FA7}" dt="2026-09-29T08:04:09.993" v="780"/>
          <ac:spMkLst>
            <pc:docMk/>
            <pc:sldMk cId="0" sldId="279"/>
            <ac:spMk id="18" creationId="{E3D5361A-B4BD-8D55-A1B4-18CB95F4074A}"/>
          </ac:spMkLst>
        </pc:spChg>
        <pc:spChg chg="mod">
          <ac:chgData name="Croney, Aynslie (NBCC)" userId="5b4b8641-5be5-4a22-b80a-b2335657ba3c" providerId="ADAL" clId="{37570E6E-2003-4D91-B5AC-B452EC7E0FA7}" dt="2026-09-29T08:04:09.993" v="780"/>
          <ac:spMkLst>
            <pc:docMk/>
            <pc:sldMk cId="0" sldId="279"/>
            <ac:spMk id="20" creationId="{E683A729-91E7-80D9-99D5-13F77692DF65}"/>
          </ac:spMkLst>
        </pc:spChg>
        <pc:spChg chg="mod">
          <ac:chgData name="Croney, Aynslie (NBCC)" userId="5b4b8641-5be5-4a22-b80a-b2335657ba3c" providerId="ADAL" clId="{37570E6E-2003-4D91-B5AC-B452EC7E0FA7}" dt="2026-09-29T08:04:09.993" v="780"/>
          <ac:spMkLst>
            <pc:docMk/>
            <pc:sldMk cId="0" sldId="279"/>
            <ac:spMk id="22" creationId="{1D895B5D-1890-3310-48FE-C6269525E99C}"/>
          </ac:spMkLst>
        </pc:spChg>
        <pc:spChg chg="mod">
          <ac:chgData name="Croney, Aynslie (NBCC)" userId="5b4b8641-5be5-4a22-b80a-b2335657ba3c" providerId="ADAL" clId="{37570E6E-2003-4D91-B5AC-B452EC7E0FA7}" dt="2026-09-29T08:04:09.993" v="780"/>
          <ac:spMkLst>
            <pc:docMk/>
            <pc:sldMk cId="0" sldId="279"/>
            <ac:spMk id="24" creationId="{1E980795-77EB-CE52-3630-C2E426D78645}"/>
          </ac:spMkLst>
        </pc:spChg>
        <pc:spChg chg="mod">
          <ac:chgData name="Croney, Aynslie (NBCC)" userId="5b4b8641-5be5-4a22-b80a-b2335657ba3c" providerId="ADAL" clId="{37570E6E-2003-4D91-B5AC-B452EC7E0FA7}" dt="2026-09-29T08:04:09.993" v="780"/>
          <ac:spMkLst>
            <pc:docMk/>
            <pc:sldMk cId="0" sldId="279"/>
            <ac:spMk id="26" creationId="{3ABC9A60-9457-328E-2464-C5730B815B62}"/>
          </ac:spMkLst>
        </pc:spChg>
      </pc:sldChg>
      <pc:sldChg chg="modSp modNotes">
        <pc:chgData name="Croney, Aynslie (NBCC)" userId="5b4b8641-5be5-4a22-b80a-b2335657ba3c" providerId="ADAL" clId="{37570E6E-2003-4D91-B5AC-B452EC7E0FA7}" dt="2026-09-29T08:04:09.993" v="780"/>
        <pc:sldMkLst>
          <pc:docMk/>
          <pc:sldMk cId="0" sldId="280"/>
        </pc:sldMkLst>
        <pc:spChg chg="mod">
          <ac:chgData name="Croney, Aynslie (NBCC)" userId="5b4b8641-5be5-4a22-b80a-b2335657ba3c" providerId="ADAL" clId="{37570E6E-2003-4D91-B5AC-B452EC7E0FA7}" dt="2026-09-29T08:04:09.993" v="780"/>
          <ac:spMkLst>
            <pc:docMk/>
            <pc:sldMk cId="0" sldId="280"/>
            <ac:spMk id="7" creationId="{00000000-0000-0000-0000-000000000000}"/>
          </ac:spMkLst>
        </pc:spChg>
        <pc:spChg chg="mod">
          <ac:chgData name="Croney, Aynslie (NBCC)" userId="5b4b8641-5be5-4a22-b80a-b2335657ba3c" providerId="ADAL" clId="{37570E6E-2003-4D91-B5AC-B452EC7E0FA7}" dt="2026-09-29T08:04:09.993" v="780"/>
          <ac:spMkLst>
            <pc:docMk/>
            <pc:sldMk cId="0" sldId="280"/>
            <ac:spMk id="8" creationId="{00000000-0000-0000-0000-000000000000}"/>
          </ac:spMkLst>
        </pc:spChg>
        <pc:spChg chg="mod">
          <ac:chgData name="Croney, Aynslie (NBCC)" userId="5b4b8641-5be5-4a22-b80a-b2335657ba3c" providerId="ADAL" clId="{37570E6E-2003-4D91-B5AC-B452EC7E0FA7}" dt="2026-09-29T08:04:09.993" v="780"/>
          <ac:spMkLst>
            <pc:docMk/>
            <pc:sldMk cId="0" sldId="280"/>
            <ac:spMk id="9" creationId="{00000000-0000-0000-0000-000000000000}"/>
          </ac:spMkLst>
        </pc:spChg>
        <pc:spChg chg="mod">
          <ac:chgData name="Croney, Aynslie (NBCC)" userId="5b4b8641-5be5-4a22-b80a-b2335657ba3c" providerId="ADAL" clId="{37570E6E-2003-4D91-B5AC-B452EC7E0FA7}" dt="2026-09-29T08:04:09.993" v="780"/>
          <ac:spMkLst>
            <pc:docMk/>
            <pc:sldMk cId="0" sldId="280"/>
            <ac:spMk id="13" creationId="{00000000-0000-0000-0000-000000000000}"/>
          </ac:spMkLst>
        </pc:spChg>
        <pc:spChg chg="mod">
          <ac:chgData name="Croney, Aynslie (NBCC)" userId="5b4b8641-5be5-4a22-b80a-b2335657ba3c" providerId="ADAL" clId="{37570E6E-2003-4D91-B5AC-B452EC7E0FA7}" dt="2026-09-29T08:04:09.993" v="780"/>
          <ac:spMkLst>
            <pc:docMk/>
            <pc:sldMk cId="0" sldId="280"/>
            <ac:spMk id="14" creationId="{00000000-0000-0000-0000-000000000000}"/>
          </ac:spMkLst>
        </pc:spChg>
        <pc:spChg chg="mod">
          <ac:chgData name="Croney, Aynslie (NBCC)" userId="5b4b8641-5be5-4a22-b80a-b2335657ba3c" providerId="ADAL" clId="{37570E6E-2003-4D91-B5AC-B452EC7E0FA7}" dt="2026-09-29T08:04:09.993" v="780"/>
          <ac:spMkLst>
            <pc:docMk/>
            <pc:sldMk cId="0" sldId="280"/>
            <ac:spMk id="15" creationId="{00000000-0000-0000-0000-000000000000}"/>
          </ac:spMkLst>
        </pc:spChg>
        <pc:spChg chg="mod">
          <ac:chgData name="Croney, Aynslie (NBCC)" userId="5b4b8641-5be5-4a22-b80a-b2335657ba3c" providerId="ADAL" clId="{37570E6E-2003-4D91-B5AC-B452EC7E0FA7}" dt="2026-09-29T08:04:09.993" v="780"/>
          <ac:spMkLst>
            <pc:docMk/>
            <pc:sldMk cId="0" sldId="280"/>
            <ac:spMk id="17" creationId="{00000000-0000-0000-0000-000000000000}"/>
          </ac:spMkLst>
        </pc:spChg>
        <pc:spChg chg="mod">
          <ac:chgData name="Croney, Aynslie (NBCC)" userId="5b4b8641-5be5-4a22-b80a-b2335657ba3c" providerId="ADAL" clId="{37570E6E-2003-4D91-B5AC-B452EC7E0FA7}" dt="2026-09-29T08:04:09.993" v="780"/>
          <ac:spMkLst>
            <pc:docMk/>
            <pc:sldMk cId="0" sldId="280"/>
            <ac:spMk id="19" creationId="{00000000-0000-0000-0000-000000000000}"/>
          </ac:spMkLst>
        </pc:spChg>
        <pc:spChg chg="mod">
          <ac:chgData name="Croney, Aynslie (NBCC)" userId="5b4b8641-5be5-4a22-b80a-b2335657ba3c" providerId="ADAL" clId="{37570E6E-2003-4D91-B5AC-B452EC7E0FA7}" dt="2026-09-29T08:04:09.993" v="780"/>
          <ac:spMkLst>
            <pc:docMk/>
            <pc:sldMk cId="0" sldId="280"/>
            <ac:spMk id="20" creationId="{00000000-0000-0000-0000-000000000000}"/>
          </ac:spMkLst>
        </pc:spChg>
        <pc:spChg chg="mod">
          <ac:chgData name="Croney, Aynslie (NBCC)" userId="5b4b8641-5be5-4a22-b80a-b2335657ba3c" providerId="ADAL" clId="{37570E6E-2003-4D91-B5AC-B452EC7E0FA7}" dt="2026-09-29T08:04:09.993" v="780"/>
          <ac:spMkLst>
            <pc:docMk/>
            <pc:sldMk cId="0" sldId="280"/>
            <ac:spMk id="22" creationId="{EC5B3789-5582-53A6-D645-F70798FF19EF}"/>
          </ac:spMkLst>
        </pc:spChg>
      </pc:sldChg>
      <pc:sldChg chg="modSp modNotes">
        <pc:chgData name="Croney, Aynslie (NBCC)" userId="5b4b8641-5be5-4a22-b80a-b2335657ba3c" providerId="ADAL" clId="{37570E6E-2003-4D91-B5AC-B452EC7E0FA7}" dt="2026-09-29T08:04:09.993" v="780"/>
        <pc:sldMkLst>
          <pc:docMk/>
          <pc:sldMk cId="2574167696" sldId="281"/>
        </pc:sldMkLst>
        <pc:spChg chg="mod">
          <ac:chgData name="Croney, Aynslie (NBCC)" userId="5b4b8641-5be5-4a22-b80a-b2335657ba3c" providerId="ADAL" clId="{37570E6E-2003-4D91-B5AC-B452EC7E0FA7}" dt="2026-09-29T08:04:09.993" v="780"/>
          <ac:spMkLst>
            <pc:docMk/>
            <pc:sldMk cId="2574167696" sldId="281"/>
            <ac:spMk id="2" creationId="{0FA406C2-BB61-BFAA-7001-9BC26791488B}"/>
          </ac:spMkLst>
        </pc:spChg>
        <pc:spChg chg="mod">
          <ac:chgData name="Croney, Aynslie (NBCC)" userId="5b4b8641-5be5-4a22-b80a-b2335657ba3c" providerId="ADAL" clId="{37570E6E-2003-4D91-B5AC-B452EC7E0FA7}" dt="2026-09-29T08:04:09.993" v="780"/>
          <ac:spMkLst>
            <pc:docMk/>
            <pc:sldMk cId="2574167696" sldId="281"/>
            <ac:spMk id="3" creationId="{C1592F32-5887-73B1-B69C-1A411023EA36}"/>
          </ac:spMkLst>
        </pc:spChg>
        <pc:spChg chg="mod">
          <ac:chgData name="Croney, Aynslie (NBCC)" userId="5b4b8641-5be5-4a22-b80a-b2335657ba3c" providerId="ADAL" clId="{37570E6E-2003-4D91-B5AC-B452EC7E0FA7}" dt="2026-09-29T08:04:09.993" v="780"/>
          <ac:spMkLst>
            <pc:docMk/>
            <pc:sldMk cId="2574167696" sldId="281"/>
            <ac:spMk id="4" creationId="{630C998D-1366-9685-E8C3-527888FE58BD}"/>
          </ac:spMkLst>
        </pc:spChg>
        <pc:spChg chg="mod">
          <ac:chgData name="Croney, Aynslie (NBCC)" userId="5b4b8641-5be5-4a22-b80a-b2335657ba3c" providerId="ADAL" clId="{37570E6E-2003-4D91-B5AC-B452EC7E0FA7}" dt="2026-09-29T08:04:09.993" v="780"/>
          <ac:spMkLst>
            <pc:docMk/>
            <pc:sldMk cId="2574167696" sldId="281"/>
            <ac:spMk id="10" creationId="{F959748A-069C-1CF8-C010-612E9B228A29}"/>
          </ac:spMkLst>
        </pc:spChg>
        <pc:spChg chg="mod">
          <ac:chgData name="Croney, Aynslie (NBCC)" userId="5b4b8641-5be5-4a22-b80a-b2335657ba3c" providerId="ADAL" clId="{37570E6E-2003-4D91-B5AC-B452EC7E0FA7}" dt="2026-09-29T08:04:09.993" v="780"/>
          <ac:spMkLst>
            <pc:docMk/>
            <pc:sldMk cId="2574167696" sldId="281"/>
            <ac:spMk id="13" creationId="{00000000-0000-0000-0000-000000000000}"/>
          </ac:spMkLst>
        </pc:spChg>
        <pc:spChg chg="mod">
          <ac:chgData name="Croney, Aynslie (NBCC)" userId="5b4b8641-5be5-4a22-b80a-b2335657ba3c" providerId="ADAL" clId="{37570E6E-2003-4D91-B5AC-B452EC7E0FA7}" dt="2026-09-29T08:04:09.993" v="780"/>
          <ac:spMkLst>
            <pc:docMk/>
            <pc:sldMk cId="2574167696" sldId="281"/>
            <ac:spMk id="14" creationId="{00000000-0000-0000-0000-000000000000}"/>
          </ac:spMkLst>
        </pc:spChg>
        <pc:spChg chg="mod">
          <ac:chgData name="Croney, Aynslie (NBCC)" userId="5b4b8641-5be5-4a22-b80a-b2335657ba3c" providerId="ADAL" clId="{37570E6E-2003-4D91-B5AC-B452EC7E0FA7}" dt="2026-09-29T08:04:09.993" v="780"/>
          <ac:spMkLst>
            <pc:docMk/>
            <pc:sldMk cId="2574167696" sldId="281"/>
            <ac:spMk id="15" creationId="{00000000-0000-0000-0000-000000000000}"/>
          </ac:spMkLst>
        </pc:spChg>
        <pc:spChg chg="mod">
          <ac:chgData name="Croney, Aynslie (NBCC)" userId="5b4b8641-5be5-4a22-b80a-b2335657ba3c" providerId="ADAL" clId="{37570E6E-2003-4D91-B5AC-B452EC7E0FA7}" dt="2026-09-29T08:04:09.993" v="780"/>
          <ac:spMkLst>
            <pc:docMk/>
            <pc:sldMk cId="2574167696" sldId="281"/>
            <ac:spMk id="16" creationId="{00000000-0000-0000-0000-000000000000}"/>
          </ac:spMkLst>
        </pc:spChg>
        <pc:spChg chg="mod">
          <ac:chgData name="Croney, Aynslie (NBCC)" userId="5b4b8641-5be5-4a22-b80a-b2335657ba3c" providerId="ADAL" clId="{37570E6E-2003-4D91-B5AC-B452EC7E0FA7}" dt="2026-09-29T08:04:09.993" v="780"/>
          <ac:spMkLst>
            <pc:docMk/>
            <pc:sldMk cId="2574167696" sldId="281"/>
            <ac:spMk id="24" creationId="{00000000-0000-0000-0000-000000000000}"/>
          </ac:spMkLst>
        </pc:spChg>
        <pc:spChg chg="mod">
          <ac:chgData name="Croney, Aynslie (NBCC)" userId="5b4b8641-5be5-4a22-b80a-b2335657ba3c" providerId="ADAL" clId="{37570E6E-2003-4D91-B5AC-B452EC7E0FA7}" dt="2026-09-29T08:04:09.993" v="780"/>
          <ac:spMkLst>
            <pc:docMk/>
            <pc:sldMk cId="2574167696" sldId="281"/>
            <ac:spMk id="25" creationId="{00000000-0000-0000-0000-000000000000}"/>
          </ac:spMkLst>
        </pc:spChg>
      </pc:sldChg>
      <pc:sldChg chg="addSp delSp modSp mod modNotes modNotesTx">
        <pc:chgData name="Croney, Aynslie (NBCC)" userId="5b4b8641-5be5-4a22-b80a-b2335657ba3c" providerId="ADAL" clId="{37570E6E-2003-4D91-B5AC-B452EC7E0FA7}" dt="2026-09-29T08:04:09.993" v="780"/>
        <pc:sldMkLst>
          <pc:docMk/>
          <pc:sldMk cId="2241616720" sldId="282"/>
        </pc:sldMkLst>
        <pc:spChg chg="mod">
          <ac:chgData name="Croney, Aynslie (NBCC)" userId="5b4b8641-5be5-4a22-b80a-b2335657ba3c" providerId="ADAL" clId="{37570E6E-2003-4D91-B5AC-B452EC7E0FA7}" dt="2026-09-29T08:04:09.993" v="780"/>
          <ac:spMkLst>
            <pc:docMk/>
            <pc:sldMk cId="2241616720" sldId="282"/>
            <ac:spMk id="3" creationId="{27271626-EC47-200F-BA06-22CC2DFA9D6B}"/>
          </ac:spMkLst>
        </pc:spChg>
        <pc:spChg chg="mod">
          <ac:chgData name="Croney, Aynslie (NBCC)" userId="5b4b8641-5be5-4a22-b80a-b2335657ba3c" providerId="ADAL" clId="{37570E6E-2003-4D91-B5AC-B452EC7E0FA7}" dt="2026-09-29T08:04:09.993" v="780"/>
          <ac:spMkLst>
            <pc:docMk/>
            <pc:sldMk cId="2241616720" sldId="282"/>
            <ac:spMk id="4" creationId="{93BDE6D1-CDF5-58B3-33DC-77DD45302E21}"/>
          </ac:spMkLst>
        </pc:spChg>
        <pc:spChg chg="mod">
          <ac:chgData name="Croney, Aynslie (NBCC)" userId="5b4b8641-5be5-4a22-b80a-b2335657ba3c" providerId="ADAL" clId="{37570E6E-2003-4D91-B5AC-B452EC7E0FA7}" dt="2026-09-29T08:04:09.993" v="780"/>
          <ac:spMkLst>
            <pc:docMk/>
            <pc:sldMk cId="2241616720" sldId="282"/>
            <ac:spMk id="5" creationId="{49476669-C4D7-E371-C7AF-CEE7512D732A}"/>
          </ac:spMkLst>
        </pc:spChg>
        <pc:spChg chg="mod">
          <ac:chgData name="Croney, Aynslie (NBCC)" userId="5b4b8641-5be5-4a22-b80a-b2335657ba3c" providerId="ADAL" clId="{37570E6E-2003-4D91-B5AC-B452EC7E0FA7}" dt="2026-09-29T08:04:09.993" v="780"/>
          <ac:spMkLst>
            <pc:docMk/>
            <pc:sldMk cId="2241616720" sldId="282"/>
            <ac:spMk id="6" creationId="{A1811E3F-0D45-9D6C-FD22-AEBA9429A32C}"/>
          </ac:spMkLst>
        </pc:spChg>
        <pc:spChg chg="mod">
          <ac:chgData name="Croney, Aynslie (NBCC)" userId="5b4b8641-5be5-4a22-b80a-b2335657ba3c" providerId="ADAL" clId="{37570E6E-2003-4D91-B5AC-B452EC7E0FA7}" dt="2026-09-29T08:04:09.993" v="780"/>
          <ac:spMkLst>
            <pc:docMk/>
            <pc:sldMk cId="2241616720" sldId="282"/>
            <ac:spMk id="7" creationId="{1380C6B2-B930-537B-C1D4-751EA67CE351}"/>
          </ac:spMkLst>
        </pc:spChg>
        <pc:spChg chg="mod">
          <ac:chgData name="Croney, Aynslie (NBCC)" userId="5b4b8641-5be5-4a22-b80a-b2335657ba3c" providerId="ADAL" clId="{37570E6E-2003-4D91-B5AC-B452EC7E0FA7}" dt="2026-09-29T08:04:09.993" v="780"/>
          <ac:spMkLst>
            <pc:docMk/>
            <pc:sldMk cId="2241616720" sldId="282"/>
            <ac:spMk id="9" creationId="{7CE5C26F-620D-3A87-7124-AAF8D336EB63}"/>
          </ac:spMkLst>
        </pc:spChg>
        <pc:picChg chg="add mod">
          <ac:chgData name="Croney, Aynslie (NBCC)" userId="5b4b8641-5be5-4a22-b80a-b2335657ba3c" providerId="ADAL" clId="{37570E6E-2003-4D91-B5AC-B452EC7E0FA7}" dt="2026-09-29T08:04:09.993" v="780"/>
          <ac:picMkLst>
            <pc:docMk/>
            <pc:sldMk cId="2241616720" sldId="282"/>
            <ac:picMk id="8" creationId="{767E4E8C-3CAB-7EBB-B2E4-7811BAE58086}"/>
          </ac:picMkLst>
        </pc:picChg>
      </pc:sldChg>
      <pc:sldChg chg="modSp del mod">
        <pc:chgData name="Croney, Aynslie (NBCC)" userId="5b4b8641-5be5-4a22-b80a-b2335657ba3c" providerId="ADAL" clId="{37570E6E-2003-4D91-B5AC-B452EC7E0FA7}" dt="2026-09-29T07:16:14.047" v="234" actId="47"/>
        <pc:sldMkLst>
          <pc:docMk/>
          <pc:sldMk cId="0" sldId="283"/>
        </pc:sldMkLst>
        <pc:spChg chg="mod">
          <ac:chgData name="Croney, Aynslie (NBCC)" userId="5b4b8641-5be5-4a22-b80a-b2335657ba3c" providerId="ADAL" clId="{37570E6E-2003-4D91-B5AC-B452EC7E0FA7}" dt="2026-09-29T07:15:47.462" v="230" actId="21"/>
          <ac:spMkLst>
            <pc:docMk/>
            <pc:sldMk cId="0" sldId="283"/>
            <ac:spMk id="3" creationId="{00000000-0000-0000-0000-000000000000}"/>
          </ac:spMkLst>
        </pc:spChg>
      </pc:sldChg>
      <pc:sldChg chg="modSp del mod">
        <pc:chgData name="Croney, Aynslie (NBCC)" userId="5b4b8641-5be5-4a22-b80a-b2335657ba3c" providerId="ADAL" clId="{37570E6E-2003-4D91-B5AC-B452EC7E0FA7}" dt="2026-09-29T07:17:49.676" v="250" actId="47"/>
        <pc:sldMkLst>
          <pc:docMk/>
          <pc:sldMk cId="0" sldId="284"/>
        </pc:sldMkLst>
        <pc:spChg chg="mod">
          <ac:chgData name="Croney, Aynslie (NBCC)" userId="5b4b8641-5be5-4a22-b80a-b2335657ba3c" providerId="ADAL" clId="{37570E6E-2003-4D91-B5AC-B452EC7E0FA7}" dt="2026-09-29T07:16:51.786" v="237" actId="21"/>
          <ac:spMkLst>
            <pc:docMk/>
            <pc:sldMk cId="0" sldId="284"/>
            <ac:spMk id="3" creationId="{00000000-0000-0000-0000-000000000000}"/>
          </ac:spMkLst>
        </pc:spChg>
        <pc:spChg chg="mod">
          <ac:chgData name="Croney, Aynslie (NBCC)" userId="5b4b8641-5be5-4a22-b80a-b2335657ba3c" providerId="ADAL" clId="{37570E6E-2003-4D91-B5AC-B452EC7E0FA7}" dt="2026-09-29T07:17:22.003" v="238" actId="21"/>
          <ac:spMkLst>
            <pc:docMk/>
            <pc:sldMk cId="0" sldId="284"/>
            <ac:spMk id="4" creationId="{00000000-0000-0000-0000-000000000000}"/>
          </ac:spMkLst>
        </pc:spChg>
      </pc:sldChg>
      <pc:sldChg chg="modSp del mod">
        <pc:chgData name="Croney, Aynslie (NBCC)" userId="5b4b8641-5be5-4a22-b80a-b2335657ba3c" providerId="ADAL" clId="{37570E6E-2003-4D91-B5AC-B452EC7E0FA7}" dt="2026-09-29T07:18:28.637" v="254" actId="47"/>
        <pc:sldMkLst>
          <pc:docMk/>
          <pc:sldMk cId="0" sldId="285"/>
        </pc:sldMkLst>
        <pc:spChg chg="mod">
          <ac:chgData name="Croney, Aynslie (NBCC)" userId="5b4b8641-5be5-4a22-b80a-b2335657ba3c" providerId="ADAL" clId="{37570E6E-2003-4D91-B5AC-B452EC7E0FA7}" dt="2026-09-29T07:18:11.192" v="251" actId="21"/>
          <ac:spMkLst>
            <pc:docMk/>
            <pc:sldMk cId="0" sldId="285"/>
            <ac:spMk id="3" creationId="{00000000-0000-0000-0000-000000000000}"/>
          </ac:spMkLst>
        </pc:spChg>
      </pc:sldChg>
      <pc:sldChg chg="modSp del mod">
        <pc:chgData name="Croney, Aynslie (NBCC)" userId="5b4b8641-5be5-4a22-b80a-b2335657ba3c" providerId="ADAL" clId="{37570E6E-2003-4D91-B5AC-B452EC7E0FA7}" dt="2026-09-29T07:19:32.081" v="261" actId="47"/>
        <pc:sldMkLst>
          <pc:docMk/>
          <pc:sldMk cId="0" sldId="286"/>
        </pc:sldMkLst>
        <pc:spChg chg="mod">
          <ac:chgData name="Croney, Aynslie (NBCC)" userId="5b4b8641-5be5-4a22-b80a-b2335657ba3c" providerId="ADAL" clId="{37570E6E-2003-4D91-B5AC-B452EC7E0FA7}" dt="2026-09-29T07:18:45.002" v="255" actId="21"/>
          <ac:spMkLst>
            <pc:docMk/>
            <pc:sldMk cId="0" sldId="286"/>
            <ac:spMk id="3" creationId="{00000000-0000-0000-0000-000000000000}"/>
          </ac:spMkLst>
        </pc:spChg>
      </pc:sldChg>
      <pc:sldChg chg="modSp del mod">
        <pc:chgData name="Croney, Aynslie (NBCC)" userId="5b4b8641-5be5-4a22-b80a-b2335657ba3c" providerId="ADAL" clId="{37570E6E-2003-4D91-B5AC-B452EC7E0FA7}" dt="2026-09-29T07:19:38.767" v="262" actId="47"/>
        <pc:sldMkLst>
          <pc:docMk/>
          <pc:sldMk cId="0" sldId="287"/>
        </pc:sldMkLst>
      </pc:sldChg>
      <pc:sldChg chg="delSp modSp del mod">
        <pc:chgData name="Croney, Aynslie (NBCC)" userId="5b4b8641-5be5-4a22-b80a-b2335657ba3c" providerId="ADAL" clId="{37570E6E-2003-4D91-B5AC-B452EC7E0FA7}" dt="2026-09-29T07:22:23.465" v="303" actId="47"/>
        <pc:sldMkLst>
          <pc:docMk/>
          <pc:sldMk cId="0" sldId="288"/>
        </pc:sldMkLst>
        <pc:spChg chg="del mod">
          <ac:chgData name="Croney, Aynslie (NBCC)" userId="5b4b8641-5be5-4a22-b80a-b2335657ba3c" providerId="ADAL" clId="{37570E6E-2003-4D91-B5AC-B452EC7E0FA7}" dt="2026-09-29T07:21:33.276" v="293"/>
          <ac:spMkLst>
            <pc:docMk/>
            <pc:sldMk cId="0" sldId="288"/>
            <ac:spMk id="3" creationId="{00000000-0000-0000-0000-000000000000}"/>
          </ac:spMkLst>
        </pc:spChg>
        <pc:spChg chg="del mod">
          <ac:chgData name="Croney, Aynslie (NBCC)" userId="5b4b8641-5be5-4a22-b80a-b2335657ba3c" providerId="ADAL" clId="{37570E6E-2003-4D91-B5AC-B452EC7E0FA7}" dt="2026-09-29T07:21:48.828" v="296"/>
          <ac:spMkLst>
            <pc:docMk/>
            <pc:sldMk cId="0" sldId="288"/>
            <ac:spMk id="7" creationId="{00000000-0000-0000-0000-000000000000}"/>
          </ac:spMkLst>
        </pc:spChg>
        <pc:spChg chg="del mod">
          <ac:chgData name="Croney, Aynslie (NBCC)" userId="5b4b8641-5be5-4a22-b80a-b2335657ba3c" providerId="ADAL" clId="{37570E6E-2003-4D91-B5AC-B452EC7E0FA7}" dt="2026-09-29T07:22:01.927" v="299"/>
          <ac:spMkLst>
            <pc:docMk/>
            <pc:sldMk cId="0" sldId="288"/>
            <ac:spMk id="8" creationId="{00000000-0000-0000-0000-000000000000}"/>
          </ac:spMkLst>
        </pc:spChg>
      </pc:sldChg>
      <pc:sldChg chg="del ord modNotesTx">
        <pc:chgData name="Croney, Aynslie (NBCC)" userId="5b4b8641-5be5-4a22-b80a-b2335657ba3c" providerId="ADAL" clId="{37570E6E-2003-4D91-B5AC-B452EC7E0FA7}" dt="2026-09-29T07:38:42.055" v="500" actId="47"/>
        <pc:sldMkLst>
          <pc:docMk/>
          <pc:sldMk cId="0" sldId="289"/>
        </pc:sldMkLst>
      </pc:sldChg>
      <pc:sldChg chg="del">
        <pc:chgData name="Croney, Aynslie (NBCC)" userId="5b4b8641-5be5-4a22-b80a-b2335657ba3c" providerId="ADAL" clId="{37570E6E-2003-4D91-B5AC-B452EC7E0FA7}" dt="2026-09-29T07:12:20.707" v="219" actId="47"/>
        <pc:sldMkLst>
          <pc:docMk/>
          <pc:sldMk cId="0" sldId="290"/>
        </pc:sldMkLst>
      </pc:sldChg>
      <pc:sldChg chg="addSp delSp modSp add mod ord modAnim modNotes modNotesTx">
        <pc:chgData name="Croney, Aynslie (NBCC)" userId="5b4b8641-5be5-4a22-b80a-b2335657ba3c" providerId="ADAL" clId="{37570E6E-2003-4D91-B5AC-B452EC7E0FA7}" dt="2026-09-29T08:04:09.993" v="780"/>
        <pc:sldMkLst>
          <pc:docMk/>
          <pc:sldMk cId="1916142639" sldId="291"/>
        </pc:sldMkLst>
        <pc:spChg chg="mod">
          <ac:chgData name="Croney, Aynslie (NBCC)" userId="5b4b8641-5be5-4a22-b80a-b2335657ba3c" providerId="ADAL" clId="{37570E6E-2003-4D91-B5AC-B452EC7E0FA7}" dt="2026-09-29T08:04:09.993" v="780"/>
          <ac:spMkLst>
            <pc:docMk/>
            <pc:sldMk cId="1916142639" sldId="291"/>
            <ac:spMk id="2" creationId="{7F458816-B221-2FD3-567E-005CFF3036C2}"/>
          </ac:spMkLst>
        </pc:spChg>
        <pc:spChg chg="mod">
          <ac:chgData name="Croney, Aynslie (NBCC)" userId="5b4b8641-5be5-4a22-b80a-b2335657ba3c" providerId="ADAL" clId="{37570E6E-2003-4D91-B5AC-B452EC7E0FA7}" dt="2026-09-29T08:04:09.993" v="780"/>
          <ac:spMkLst>
            <pc:docMk/>
            <pc:sldMk cId="1916142639" sldId="291"/>
            <ac:spMk id="3" creationId="{B2877E19-6A77-FE52-D4DB-76E49346A629}"/>
          </ac:spMkLst>
        </pc:spChg>
        <pc:spChg chg="mod">
          <ac:chgData name="Croney, Aynslie (NBCC)" userId="5b4b8641-5be5-4a22-b80a-b2335657ba3c" providerId="ADAL" clId="{37570E6E-2003-4D91-B5AC-B452EC7E0FA7}" dt="2026-09-29T07:04:32.366" v="143" actId="20577"/>
          <ac:spMkLst>
            <pc:docMk/>
            <pc:sldMk cId="1916142639" sldId="291"/>
            <ac:spMk id="4" creationId="{20DCD5E1-4A90-2891-A032-E7B86E20B327}"/>
          </ac:spMkLst>
        </pc:spChg>
        <pc:spChg chg="del">
          <ac:chgData name="Croney, Aynslie (NBCC)" userId="5b4b8641-5be5-4a22-b80a-b2335657ba3c" providerId="ADAL" clId="{37570E6E-2003-4D91-B5AC-B452EC7E0FA7}" dt="2026-09-29T07:04:37.659" v="144" actId="478"/>
          <ac:spMkLst>
            <pc:docMk/>
            <pc:sldMk cId="1916142639" sldId="291"/>
            <ac:spMk id="5" creationId="{DA02C6B4-749D-BD09-7FA0-1FC4F01DEBD1}"/>
          </ac:spMkLst>
        </pc:spChg>
        <pc:spChg chg="mod">
          <ac:chgData name="Croney, Aynslie (NBCC)" userId="5b4b8641-5be5-4a22-b80a-b2335657ba3c" providerId="ADAL" clId="{37570E6E-2003-4D91-B5AC-B452EC7E0FA7}" dt="2026-09-29T08:04:09.993" v="780"/>
          <ac:spMkLst>
            <pc:docMk/>
            <pc:sldMk cId="1916142639" sldId="291"/>
            <ac:spMk id="6" creationId="{F73F8155-EDC7-72B3-1596-FDC0F789131C}"/>
          </ac:spMkLst>
        </pc:spChg>
        <pc:spChg chg="mod">
          <ac:chgData name="Croney, Aynslie (NBCC)" userId="5b4b8641-5be5-4a22-b80a-b2335657ba3c" providerId="ADAL" clId="{37570E6E-2003-4D91-B5AC-B452EC7E0FA7}" dt="2026-09-29T07:07:17.362" v="162" actId="1076"/>
          <ac:spMkLst>
            <pc:docMk/>
            <pc:sldMk cId="1916142639" sldId="291"/>
            <ac:spMk id="8" creationId="{1F7DD459-3F58-F821-C8D5-52B05B1C93FF}"/>
          </ac:spMkLst>
        </pc:spChg>
        <pc:spChg chg="mod">
          <ac:chgData name="Croney, Aynslie (NBCC)" userId="5b4b8641-5be5-4a22-b80a-b2335657ba3c" providerId="ADAL" clId="{37570E6E-2003-4D91-B5AC-B452EC7E0FA7}" dt="2026-09-29T08:04:09.993" v="780"/>
          <ac:spMkLst>
            <pc:docMk/>
            <pc:sldMk cId="1916142639" sldId="291"/>
            <ac:spMk id="9" creationId="{A0290CC3-5AFF-D9FC-834A-8382CED74D4B}"/>
          </ac:spMkLst>
        </pc:spChg>
        <pc:spChg chg="add mod">
          <ac:chgData name="Croney, Aynslie (NBCC)" userId="5b4b8641-5be5-4a22-b80a-b2335657ba3c" providerId="ADAL" clId="{37570E6E-2003-4D91-B5AC-B452EC7E0FA7}" dt="2026-09-29T08:04:09.993" v="780"/>
          <ac:spMkLst>
            <pc:docMk/>
            <pc:sldMk cId="1916142639" sldId="291"/>
            <ac:spMk id="10" creationId="{F9D2CD5B-1953-69BB-C7EF-D9C96CF4AA16}"/>
          </ac:spMkLst>
        </pc:spChg>
        <pc:spChg chg="mod">
          <ac:chgData name="Croney, Aynslie (NBCC)" userId="5b4b8641-5be5-4a22-b80a-b2335657ba3c" providerId="ADAL" clId="{37570E6E-2003-4D91-B5AC-B452EC7E0FA7}" dt="2026-09-29T08:04:09.993" v="780"/>
          <ac:spMkLst>
            <pc:docMk/>
            <pc:sldMk cId="1916142639" sldId="291"/>
            <ac:spMk id="11" creationId="{FEFA114C-97A9-6EE5-D536-5B1B811D74AB}"/>
          </ac:spMkLst>
        </pc:spChg>
        <pc:spChg chg="mod">
          <ac:chgData name="Croney, Aynslie (NBCC)" userId="5b4b8641-5be5-4a22-b80a-b2335657ba3c" providerId="ADAL" clId="{37570E6E-2003-4D91-B5AC-B452EC7E0FA7}" dt="2026-09-29T08:04:09.993" v="780"/>
          <ac:spMkLst>
            <pc:docMk/>
            <pc:sldMk cId="1916142639" sldId="291"/>
            <ac:spMk id="13" creationId="{67B89F91-0715-EE60-B234-ADE5D9BF5DC2}"/>
          </ac:spMkLst>
        </pc:spChg>
        <pc:spChg chg="mod">
          <ac:chgData name="Croney, Aynslie (NBCC)" userId="5b4b8641-5be5-4a22-b80a-b2335657ba3c" providerId="ADAL" clId="{37570E6E-2003-4D91-B5AC-B452EC7E0FA7}" dt="2026-09-29T08:04:09.993" v="780"/>
          <ac:spMkLst>
            <pc:docMk/>
            <pc:sldMk cId="1916142639" sldId="291"/>
            <ac:spMk id="14" creationId="{D7AD58B9-5BE3-D91A-C47A-23B17C1BEC4F}"/>
          </ac:spMkLst>
        </pc:spChg>
        <pc:spChg chg="mod">
          <ac:chgData name="Croney, Aynslie (NBCC)" userId="5b4b8641-5be5-4a22-b80a-b2335657ba3c" providerId="ADAL" clId="{37570E6E-2003-4D91-B5AC-B452EC7E0FA7}" dt="2026-09-29T08:04:09.993" v="780"/>
          <ac:spMkLst>
            <pc:docMk/>
            <pc:sldMk cId="1916142639" sldId="291"/>
            <ac:spMk id="16" creationId="{47BD65B2-2C06-7263-26D9-2AA581DC47C8}"/>
          </ac:spMkLst>
        </pc:spChg>
        <pc:spChg chg="mod">
          <ac:chgData name="Croney, Aynslie (NBCC)" userId="5b4b8641-5be5-4a22-b80a-b2335657ba3c" providerId="ADAL" clId="{37570E6E-2003-4D91-B5AC-B452EC7E0FA7}" dt="2026-09-29T07:07:17.362" v="162" actId="1076"/>
          <ac:spMkLst>
            <pc:docMk/>
            <pc:sldMk cId="1916142639" sldId="291"/>
            <ac:spMk id="18" creationId="{6749593E-3E08-5C22-965B-45A99F04A726}"/>
          </ac:spMkLst>
        </pc:spChg>
        <pc:spChg chg="mod">
          <ac:chgData name="Croney, Aynslie (NBCC)" userId="5b4b8641-5be5-4a22-b80a-b2335657ba3c" providerId="ADAL" clId="{37570E6E-2003-4D91-B5AC-B452EC7E0FA7}" dt="2026-09-29T08:04:09.993" v="780"/>
          <ac:spMkLst>
            <pc:docMk/>
            <pc:sldMk cId="1916142639" sldId="291"/>
            <ac:spMk id="19" creationId="{89B82712-3CA5-0394-526A-DFF8EDFF7FF9}"/>
          </ac:spMkLst>
        </pc:spChg>
      </pc:sldChg>
      <pc:sldChg chg="modSp add mod modAnim modNotes modNotesTx">
        <pc:chgData name="Croney, Aynslie (NBCC)" userId="5b4b8641-5be5-4a22-b80a-b2335657ba3c" providerId="ADAL" clId="{37570E6E-2003-4D91-B5AC-B452EC7E0FA7}" dt="2026-09-29T08:04:09.993" v="780"/>
        <pc:sldMkLst>
          <pc:docMk/>
          <pc:sldMk cId="2943482632" sldId="292"/>
        </pc:sldMkLst>
        <pc:spChg chg="mod">
          <ac:chgData name="Croney, Aynslie (NBCC)" userId="5b4b8641-5be5-4a22-b80a-b2335657ba3c" providerId="ADAL" clId="{37570E6E-2003-4D91-B5AC-B452EC7E0FA7}" dt="2026-09-29T08:04:09.993" v="780"/>
          <ac:spMkLst>
            <pc:docMk/>
            <pc:sldMk cId="2943482632" sldId="292"/>
            <ac:spMk id="3" creationId="{C6D5AC84-ACB4-0EBA-6431-0CB6B25FA459}"/>
          </ac:spMkLst>
        </pc:spChg>
        <pc:spChg chg="mod">
          <ac:chgData name="Croney, Aynslie (NBCC)" userId="5b4b8641-5be5-4a22-b80a-b2335657ba3c" providerId="ADAL" clId="{37570E6E-2003-4D91-B5AC-B452EC7E0FA7}" dt="2026-09-29T08:04:09.993" v="780"/>
          <ac:spMkLst>
            <pc:docMk/>
            <pc:sldMk cId="2943482632" sldId="292"/>
            <ac:spMk id="4" creationId="{679CFCAD-0760-32E3-0B45-B66BFE5B197C}"/>
          </ac:spMkLst>
        </pc:spChg>
        <pc:spChg chg="mod">
          <ac:chgData name="Croney, Aynslie (NBCC)" userId="5b4b8641-5be5-4a22-b80a-b2335657ba3c" providerId="ADAL" clId="{37570E6E-2003-4D91-B5AC-B452EC7E0FA7}" dt="2026-09-29T07:52:44.456" v="700" actId="14100"/>
          <ac:spMkLst>
            <pc:docMk/>
            <pc:sldMk cId="2943482632" sldId="292"/>
            <ac:spMk id="6" creationId="{E65BB8C1-0D57-4F14-AA4B-6EA7C3C2D070}"/>
          </ac:spMkLst>
        </pc:spChg>
        <pc:spChg chg="mod">
          <ac:chgData name="Croney, Aynslie (NBCC)" userId="5b4b8641-5be5-4a22-b80a-b2335657ba3c" providerId="ADAL" clId="{37570E6E-2003-4D91-B5AC-B452EC7E0FA7}" dt="2026-09-29T08:04:09.993" v="780"/>
          <ac:spMkLst>
            <pc:docMk/>
            <pc:sldMk cId="2943482632" sldId="292"/>
            <ac:spMk id="7" creationId="{9649B947-033B-6886-B756-7E72752FE0F9}"/>
          </ac:spMkLst>
        </pc:spChg>
        <pc:spChg chg="mod">
          <ac:chgData name="Croney, Aynslie (NBCC)" userId="5b4b8641-5be5-4a22-b80a-b2335657ba3c" providerId="ADAL" clId="{37570E6E-2003-4D91-B5AC-B452EC7E0FA7}" dt="2026-09-29T08:04:09.993" v="780"/>
          <ac:spMkLst>
            <pc:docMk/>
            <pc:sldMk cId="2943482632" sldId="292"/>
            <ac:spMk id="8" creationId="{B4F80A20-649F-A031-3766-17859783962B}"/>
          </ac:spMkLst>
        </pc:spChg>
        <pc:spChg chg="mod">
          <ac:chgData name="Croney, Aynslie (NBCC)" userId="5b4b8641-5be5-4a22-b80a-b2335657ba3c" providerId="ADAL" clId="{37570E6E-2003-4D91-B5AC-B452EC7E0FA7}" dt="2026-09-29T07:52:54.467" v="702" actId="242"/>
          <ac:spMkLst>
            <pc:docMk/>
            <pc:sldMk cId="2943482632" sldId="292"/>
            <ac:spMk id="9" creationId="{61C7BCE5-37FE-B8A5-02AB-63355E308A67}"/>
          </ac:spMkLst>
        </pc:spChg>
        <pc:spChg chg="mod">
          <ac:chgData name="Croney, Aynslie (NBCC)" userId="5b4b8641-5be5-4a22-b80a-b2335657ba3c" providerId="ADAL" clId="{37570E6E-2003-4D91-B5AC-B452EC7E0FA7}" dt="2026-09-29T08:04:09.993" v="780"/>
          <ac:spMkLst>
            <pc:docMk/>
            <pc:sldMk cId="2943482632" sldId="292"/>
            <ac:spMk id="10" creationId="{AB842483-68F4-A4E6-939F-28F0DAEA3A3E}"/>
          </ac:spMkLst>
        </pc:spChg>
        <pc:spChg chg="mod">
          <ac:chgData name="Croney, Aynslie (NBCC)" userId="5b4b8641-5be5-4a22-b80a-b2335657ba3c" providerId="ADAL" clId="{37570E6E-2003-4D91-B5AC-B452EC7E0FA7}" dt="2026-09-29T07:51:49.639" v="695" actId="1076"/>
          <ac:spMkLst>
            <pc:docMk/>
            <pc:sldMk cId="2943482632" sldId="292"/>
            <ac:spMk id="11" creationId="{8A413629-5BE8-BCCC-9406-5728716AF09E}"/>
          </ac:spMkLst>
        </pc:spChg>
        <pc:spChg chg="mod">
          <ac:chgData name="Croney, Aynslie (NBCC)" userId="5b4b8641-5be5-4a22-b80a-b2335657ba3c" providerId="ADAL" clId="{37570E6E-2003-4D91-B5AC-B452EC7E0FA7}" dt="2026-09-29T08:04:09.993" v="780"/>
          <ac:spMkLst>
            <pc:docMk/>
            <pc:sldMk cId="2943482632" sldId="292"/>
            <ac:spMk id="12" creationId="{6361B65E-FCE5-EBB2-BAAC-0DDB4001C013}"/>
          </ac:spMkLst>
        </pc:spChg>
        <pc:spChg chg="mod">
          <ac:chgData name="Croney, Aynslie (NBCC)" userId="5b4b8641-5be5-4a22-b80a-b2335657ba3c" providerId="ADAL" clId="{37570E6E-2003-4D91-B5AC-B452EC7E0FA7}" dt="2026-09-29T08:04:09.993" v="780"/>
          <ac:spMkLst>
            <pc:docMk/>
            <pc:sldMk cId="2943482632" sldId="292"/>
            <ac:spMk id="13" creationId="{C329AB6F-D1D1-6555-F913-0398E725F4D1}"/>
          </ac:spMkLst>
        </pc:spChg>
        <pc:spChg chg="mod">
          <ac:chgData name="Croney, Aynslie (NBCC)" userId="5b4b8641-5be5-4a22-b80a-b2335657ba3c" providerId="ADAL" clId="{37570E6E-2003-4D91-B5AC-B452EC7E0FA7}" dt="2026-09-29T07:52:44.456" v="700" actId="14100"/>
          <ac:spMkLst>
            <pc:docMk/>
            <pc:sldMk cId="2943482632" sldId="292"/>
            <ac:spMk id="14" creationId="{909D2D8E-F108-A19A-5479-C45FAB6BBCBB}"/>
          </ac:spMkLst>
        </pc:spChg>
        <pc:spChg chg="mod">
          <ac:chgData name="Croney, Aynslie (NBCC)" userId="5b4b8641-5be5-4a22-b80a-b2335657ba3c" providerId="ADAL" clId="{37570E6E-2003-4D91-B5AC-B452EC7E0FA7}" dt="2026-09-29T07:51:49.639" v="695" actId="1076"/>
          <ac:spMkLst>
            <pc:docMk/>
            <pc:sldMk cId="2943482632" sldId="292"/>
            <ac:spMk id="15" creationId="{6EAE6E85-D8E7-D4C2-8466-B9C22B74D483}"/>
          </ac:spMkLst>
        </pc:spChg>
        <pc:spChg chg="mod">
          <ac:chgData name="Croney, Aynslie (NBCC)" userId="5b4b8641-5be5-4a22-b80a-b2335657ba3c" providerId="ADAL" clId="{37570E6E-2003-4D91-B5AC-B452EC7E0FA7}" dt="2026-09-29T08:04:09.993" v="780"/>
          <ac:spMkLst>
            <pc:docMk/>
            <pc:sldMk cId="2943482632" sldId="292"/>
            <ac:spMk id="16" creationId="{88F531FF-3F9C-18E3-2AB5-B7D3DBF21385}"/>
          </ac:spMkLst>
        </pc:spChg>
        <pc:spChg chg="mod">
          <ac:chgData name="Croney, Aynslie (NBCC)" userId="5b4b8641-5be5-4a22-b80a-b2335657ba3c" providerId="ADAL" clId="{37570E6E-2003-4D91-B5AC-B452EC7E0FA7}" dt="2026-09-29T08:04:09.993" v="780"/>
          <ac:spMkLst>
            <pc:docMk/>
            <pc:sldMk cId="2943482632" sldId="292"/>
            <ac:spMk id="17" creationId="{95CD29CC-20AF-1CF6-2DD4-3F793CCB7F63}"/>
          </ac:spMkLst>
        </pc:spChg>
        <pc:spChg chg="mod">
          <ac:chgData name="Croney, Aynslie (NBCC)" userId="5b4b8641-5be5-4a22-b80a-b2335657ba3c" providerId="ADAL" clId="{37570E6E-2003-4D91-B5AC-B452EC7E0FA7}" dt="2026-09-29T08:04:09.993" v="780"/>
          <ac:spMkLst>
            <pc:docMk/>
            <pc:sldMk cId="2943482632" sldId="292"/>
            <ac:spMk id="18" creationId="{AA85924A-BC32-E35D-9837-F65A198D9483}"/>
          </ac:spMkLst>
        </pc:spChg>
      </pc:sldChg>
      <pc:sldMasterChg chg="modSp modSldLayout">
        <pc:chgData name="Croney, Aynslie (NBCC)" userId="5b4b8641-5be5-4a22-b80a-b2335657ba3c" providerId="ADAL" clId="{37570E6E-2003-4D91-B5AC-B452EC7E0FA7}" dt="2026-09-29T08:04:09.993" v="780"/>
        <pc:sldMasterMkLst>
          <pc:docMk/>
          <pc:sldMasterMk cId="4210454314" sldId="2147483651"/>
        </pc:sldMasterMkLst>
        <pc:spChg chg="mod">
          <ac:chgData name="Croney, Aynslie (NBCC)" userId="5b4b8641-5be5-4a22-b80a-b2335657ba3c" providerId="ADAL" clId="{37570E6E-2003-4D91-B5AC-B452EC7E0FA7}" dt="2026-09-29T08:04:09.993" v="780"/>
          <ac:spMkLst>
            <pc:docMk/>
            <pc:sldMasterMk cId="4210454314" sldId="2147483651"/>
            <ac:spMk id="2" creationId="{00000000-0000-0000-0000-000000000000}"/>
          </ac:spMkLst>
        </pc:spChg>
        <pc:spChg chg="mod">
          <ac:chgData name="Croney, Aynslie (NBCC)" userId="5b4b8641-5be5-4a22-b80a-b2335657ba3c" providerId="ADAL" clId="{37570E6E-2003-4D91-B5AC-B452EC7E0FA7}" dt="2026-09-29T08:04:09.993" v="780"/>
          <ac:spMkLst>
            <pc:docMk/>
            <pc:sldMasterMk cId="4210454314" sldId="2147483651"/>
            <ac:spMk id="3" creationId="{00000000-0000-0000-0000-000000000000}"/>
          </ac:spMkLst>
        </pc:spChg>
        <pc:spChg chg="mod">
          <ac:chgData name="Croney, Aynslie (NBCC)" userId="5b4b8641-5be5-4a22-b80a-b2335657ba3c" providerId="ADAL" clId="{37570E6E-2003-4D91-B5AC-B452EC7E0FA7}" dt="2026-09-29T08:04:09.993" v="780"/>
          <ac:spMkLst>
            <pc:docMk/>
            <pc:sldMasterMk cId="4210454314" sldId="2147483651"/>
            <ac:spMk id="4" creationId="{00000000-0000-0000-0000-000000000000}"/>
          </ac:spMkLst>
        </pc:spChg>
        <pc:spChg chg="mod">
          <ac:chgData name="Croney, Aynslie (NBCC)" userId="5b4b8641-5be5-4a22-b80a-b2335657ba3c" providerId="ADAL" clId="{37570E6E-2003-4D91-B5AC-B452EC7E0FA7}" dt="2026-09-29T08:04:09.993" v="780"/>
          <ac:spMkLst>
            <pc:docMk/>
            <pc:sldMasterMk cId="4210454314" sldId="2147483651"/>
            <ac:spMk id="5" creationId="{00000000-0000-0000-0000-000000000000}"/>
          </ac:spMkLst>
        </pc:spChg>
        <pc:spChg chg="mod">
          <ac:chgData name="Croney, Aynslie (NBCC)" userId="5b4b8641-5be5-4a22-b80a-b2335657ba3c" providerId="ADAL" clId="{37570E6E-2003-4D91-B5AC-B452EC7E0FA7}" dt="2026-09-29T08:04:09.993" v="780"/>
          <ac:spMkLst>
            <pc:docMk/>
            <pc:sldMasterMk cId="4210454314" sldId="2147483651"/>
            <ac:spMk id="6" creationId="{00000000-0000-0000-0000-000000000000}"/>
          </ac:spMkLst>
        </pc:spChg>
        <pc:sldLayoutChg chg="modSp">
          <pc:chgData name="Croney, Aynslie (NBCC)" userId="5b4b8641-5be5-4a22-b80a-b2335657ba3c" providerId="ADAL" clId="{37570E6E-2003-4D91-B5AC-B452EC7E0FA7}" dt="2026-09-29T08:04:09.993" v="780"/>
          <pc:sldLayoutMkLst>
            <pc:docMk/>
            <pc:sldMasterMk cId="4210454314" sldId="2147483651"/>
            <pc:sldLayoutMk cId="1767511831" sldId="2147483652"/>
          </pc:sldLayoutMkLst>
          <pc:spChg chg="mod">
            <ac:chgData name="Croney, Aynslie (NBCC)" userId="5b4b8641-5be5-4a22-b80a-b2335657ba3c" providerId="ADAL" clId="{37570E6E-2003-4D91-B5AC-B452EC7E0FA7}" dt="2026-09-29T08:04:09.993" v="780"/>
            <ac:spMkLst>
              <pc:docMk/>
              <pc:sldMasterMk cId="4210454314" sldId="2147483651"/>
              <pc:sldLayoutMk cId="1767511831" sldId="2147483652"/>
              <ac:spMk id="2" creationId="{00000000-0000-0000-0000-000000000000}"/>
            </ac:spMkLst>
          </pc:spChg>
          <pc:spChg chg="mod">
            <ac:chgData name="Croney, Aynslie (NBCC)" userId="5b4b8641-5be5-4a22-b80a-b2335657ba3c" providerId="ADAL" clId="{37570E6E-2003-4D91-B5AC-B452EC7E0FA7}" dt="2026-09-29T08:04:09.993" v="780"/>
            <ac:spMkLst>
              <pc:docMk/>
              <pc:sldMasterMk cId="4210454314" sldId="2147483651"/>
              <pc:sldLayoutMk cId="1767511831" sldId="2147483652"/>
              <ac:spMk id="3" creationId="{00000000-0000-0000-0000-000000000000}"/>
            </ac:spMkLst>
          </pc:spChg>
        </pc:sldLayoutChg>
        <pc:sldLayoutChg chg="modSp">
          <pc:chgData name="Croney, Aynslie (NBCC)" userId="5b4b8641-5be5-4a22-b80a-b2335657ba3c" providerId="ADAL" clId="{37570E6E-2003-4D91-B5AC-B452EC7E0FA7}" dt="2026-09-29T08:04:09.993" v="780"/>
          <pc:sldLayoutMkLst>
            <pc:docMk/>
            <pc:sldMasterMk cId="4210454314" sldId="2147483651"/>
            <pc:sldLayoutMk cId="1549788101" sldId="2147483654"/>
          </pc:sldLayoutMkLst>
          <pc:spChg chg="mod">
            <ac:chgData name="Croney, Aynslie (NBCC)" userId="5b4b8641-5be5-4a22-b80a-b2335657ba3c" providerId="ADAL" clId="{37570E6E-2003-4D91-B5AC-B452EC7E0FA7}" dt="2026-09-29T08:04:09.993" v="780"/>
            <ac:spMkLst>
              <pc:docMk/>
              <pc:sldMasterMk cId="4210454314" sldId="2147483651"/>
              <pc:sldLayoutMk cId="1549788101" sldId="2147483654"/>
              <ac:spMk id="2" creationId="{00000000-0000-0000-0000-000000000000}"/>
            </ac:spMkLst>
          </pc:spChg>
          <pc:spChg chg="mod">
            <ac:chgData name="Croney, Aynslie (NBCC)" userId="5b4b8641-5be5-4a22-b80a-b2335657ba3c" providerId="ADAL" clId="{37570E6E-2003-4D91-B5AC-B452EC7E0FA7}" dt="2026-09-29T08:04:09.993" v="780"/>
            <ac:spMkLst>
              <pc:docMk/>
              <pc:sldMasterMk cId="4210454314" sldId="2147483651"/>
              <pc:sldLayoutMk cId="1549788101" sldId="2147483654"/>
              <ac:spMk id="3" creationId="{00000000-0000-0000-0000-000000000000}"/>
            </ac:spMkLst>
          </pc:spChg>
        </pc:sldLayoutChg>
        <pc:sldLayoutChg chg="modSp">
          <pc:chgData name="Croney, Aynslie (NBCC)" userId="5b4b8641-5be5-4a22-b80a-b2335657ba3c" providerId="ADAL" clId="{37570E6E-2003-4D91-B5AC-B452EC7E0FA7}" dt="2026-09-29T08:04:09.993" v="780"/>
          <pc:sldLayoutMkLst>
            <pc:docMk/>
            <pc:sldMasterMk cId="4210454314" sldId="2147483651"/>
            <pc:sldLayoutMk cId="3715899285" sldId="2147483655"/>
          </pc:sldLayoutMkLst>
          <pc:spChg chg="mod">
            <ac:chgData name="Croney, Aynslie (NBCC)" userId="5b4b8641-5be5-4a22-b80a-b2335657ba3c" providerId="ADAL" clId="{37570E6E-2003-4D91-B5AC-B452EC7E0FA7}" dt="2026-09-29T08:04:09.993" v="780"/>
            <ac:spMkLst>
              <pc:docMk/>
              <pc:sldMasterMk cId="4210454314" sldId="2147483651"/>
              <pc:sldLayoutMk cId="3715899285" sldId="2147483655"/>
              <ac:spMk id="3" creationId="{00000000-0000-0000-0000-000000000000}"/>
            </ac:spMkLst>
          </pc:spChg>
          <pc:spChg chg="mod">
            <ac:chgData name="Croney, Aynslie (NBCC)" userId="5b4b8641-5be5-4a22-b80a-b2335657ba3c" providerId="ADAL" clId="{37570E6E-2003-4D91-B5AC-B452EC7E0FA7}" dt="2026-09-29T08:04:09.993" v="780"/>
            <ac:spMkLst>
              <pc:docMk/>
              <pc:sldMasterMk cId="4210454314" sldId="2147483651"/>
              <pc:sldLayoutMk cId="3715899285" sldId="2147483655"/>
              <ac:spMk id="4" creationId="{00000000-0000-0000-0000-000000000000}"/>
            </ac:spMkLst>
          </pc:spChg>
        </pc:sldLayoutChg>
        <pc:sldLayoutChg chg="modSp">
          <pc:chgData name="Croney, Aynslie (NBCC)" userId="5b4b8641-5be5-4a22-b80a-b2335657ba3c" providerId="ADAL" clId="{37570E6E-2003-4D91-B5AC-B452EC7E0FA7}" dt="2026-09-29T08:04:09.993" v="780"/>
          <pc:sldLayoutMkLst>
            <pc:docMk/>
            <pc:sldMasterMk cId="4210454314" sldId="2147483651"/>
            <pc:sldLayoutMk cId="4003483818" sldId="2147483656"/>
          </pc:sldLayoutMkLst>
          <pc:spChg chg="mod">
            <ac:chgData name="Croney, Aynslie (NBCC)" userId="5b4b8641-5be5-4a22-b80a-b2335657ba3c" providerId="ADAL" clId="{37570E6E-2003-4D91-B5AC-B452EC7E0FA7}" dt="2026-09-29T08:04:09.993" v="780"/>
            <ac:spMkLst>
              <pc:docMk/>
              <pc:sldMasterMk cId="4210454314" sldId="2147483651"/>
              <pc:sldLayoutMk cId="4003483818" sldId="2147483656"/>
              <ac:spMk id="2" creationId="{00000000-0000-0000-0000-000000000000}"/>
            </ac:spMkLst>
          </pc:spChg>
          <pc:spChg chg="mod">
            <ac:chgData name="Croney, Aynslie (NBCC)" userId="5b4b8641-5be5-4a22-b80a-b2335657ba3c" providerId="ADAL" clId="{37570E6E-2003-4D91-B5AC-B452EC7E0FA7}" dt="2026-09-29T08:04:09.993" v="780"/>
            <ac:spMkLst>
              <pc:docMk/>
              <pc:sldMasterMk cId="4210454314" sldId="2147483651"/>
              <pc:sldLayoutMk cId="4003483818" sldId="2147483656"/>
              <ac:spMk id="3" creationId="{00000000-0000-0000-0000-000000000000}"/>
            </ac:spMkLst>
          </pc:spChg>
          <pc:spChg chg="mod">
            <ac:chgData name="Croney, Aynslie (NBCC)" userId="5b4b8641-5be5-4a22-b80a-b2335657ba3c" providerId="ADAL" clId="{37570E6E-2003-4D91-B5AC-B452EC7E0FA7}" dt="2026-09-29T08:04:09.993" v="780"/>
            <ac:spMkLst>
              <pc:docMk/>
              <pc:sldMasterMk cId="4210454314" sldId="2147483651"/>
              <pc:sldLayoutMk cId="4003483818" sldId="2147483656"/>
              <ac:spMk id="4" creationId="{00000000-0000-0000-0000-000000000000}"/>
            </ac:spMkLst>
          </pc:spChg>
          <pc:spChg chg="mod">
            <ac:chgData name="Croney, Aynslie (NBCC)" userId="5b4b8641-5be5-4a22-b80a-b2335657ba3c" providerId="ADAL" clId="{37570E6E-2003-4D91-B5AC-B452EC7E0FA7}" dt="2026-09-29T08:04:09.993" v="780"/>
            <ac:spMkLst>
              <pc:docMk/>
              <pc:sldMasterMk cId="4210454314" sldId="2147483651"/>
              <pc:sldLayoutMk cId="4003483818" sldId="2147483656"/>
              <ac:spMk id="5" creationId="{00000000-0000-0000-0000-000000000000}"/>
            </ac:spMkLst>
          </pc:spChg>
          <pc:spChg chg="mod">
            <ac:chgData name="Croney, Aynslie (NBCC)" userId="5b4b8641-5be5-4a22-b80a-b2335657ba3c" providerId="ADAL" clId="{37570E6E-2003-4D91-B5AC-B452EC7E0FA7}" dt="2026-09-29T08:04:09.993" v="780"/>
            <ac:spMkLst>
              <pc:docMk/>
              <pc:sldMasterMk cId="4210454314" sldId="2147483651"/>
              <pc:sldLayoutMk cId="4003483818" sldId="2147483656"/>
              <ac:spMk id="6" creationId="{00000000-0000-0000-0000-000000000000}"/>
            </ac:spMkLst>
          </pc:spChg>
        </pc:sldLayoutChg>
        <pc:sldLayoutChg chg="modSp">
          <pc:chgData name="Croney, Aynslie (NBCC)" userId="5b4b8641-5be5-4a22-b80a-b2335657ba3c" providerId="ADAL" clId="{37570E6E-2003-4D91-B5AC-B452EC7E0FA7}" dt="2026-09-29T08:04:09.993" v="780"/>
          <pc:sldLayoutMkLst>
            <pc:docMk/>
            <pc:sldMasterMk cId="4210454314" sldId="2147483651"/>
            <pc:sldLayoutMk cId="1139707114" sldId="2147483659"/>
          </pc:sldLayoutMkLst>
          <pc:spChg chg="mod">
            <ac:chgData name="Croney, Aynslie (NBCC)" userId="5b4b8641-5be5-4a22-b80a-b2335657ba3c" providerId="ADAL" clId="{37570E6E-2003-4D91-B5AC-B452EC7E0FA7}" dt="2026-09-29T08:04:09.993" v="780"/>
            <ac:spMkLst>
              <pc:docMk/>
              <pc:sldMasterMk cId="4210454314" sldId="2147483651"/>
              <pc:sldLayoutMk cId="1139707114" sldId="2147483659"/>
              <ac:spMk id="2" creationId="{00000000-0000-0000-0000-000000000000}"/>
            </ac:spMkLst>
          </pc:spChg>
          <pc:spChg chg="mod">
            <ac:chgData name="Croney, Aynslie (NBCC)" userId="5b4b8641-5be5-4a22-b80a-b2335657ba3c" providerId="ADAL" clId="{37570E6E-2003-4D91-B5AC-B452EC7E0FA7}" dt="2026-09-29T08:04:09.993" v="780"/>
            <ac:spMkLst>
              <pc:docMk/>
              <pc:sldMasterMk cId="4210454314" sldId="2147483651"/>
              <pc:sldLayoutMk cId="1139707114" sldId="2147483659"/>
              <ac:spMk id="3" creationId="{00000000-0000-0000-0000-000000000000}"/>
            </ac:spMkLst>
          </pc:spChg>
          <pc:spChg chg="mod">
            <ac:chgData name="Croney, Aynslie (NBCC)" userId="5b4b8641-5be5-4a22-b80a-b2335657ba3c" providerId="ADAL" clId="{37570E6E-2003-4D91-B5AC-B452EC7E0FA7}" dt="2026-09-29T08:04:09.993" v="780"/>
            <ac:spMkLst>
              <pc:docMk/>
              <pc:sldMasterMk cId="4210454314" sldId="2147483651"/>
              <pc:sldLayoutMk cId="1139707114" sldId="2147483659"/>
              <ac:spMk id="4" creationId="{00000000-0000-0000-0000-000000000000}"/>
            </ac:spMkLst>
          </pc:spChg>
        </pc:sldLayoutChg>
        <pc:sldLayoutChg chg="modSp">
          <pc:chgData name="Croney, Aynslie (NBCC)" userId="5b4b8641-5be5-4a22-b80a-b2335657ba3c" providerId="ADAL" clId="{37570E6E-2003-4D91-B5AC-B452EC7E0FA7}" dt="2026-09-29T08:04:09.993" v="780"/>
          <pc:sldLayoutMkLst>
            <pc:docMk/>
            <pc:sldMasterMk cId="4210454314" sldId="2147483651"/>
            <pc:sldLayoutMk cId="850071907" sldId="2147483660"/>
          </pc:sldLayoutMkLst>
          <pc:spChg chg="mod">
            <ac:chgData name="Croney, Aynslie (NBCC)" userId="5b4b8641-5be5-4a22-b80a-b2335657ba3c" providerId="ADAL" clId="{37570E6E-2003-4D91-B5AC-B452EC7E0FA7}" dt="2026-09-29T08:04:09.993" v="780"/>
            <ac:spMkLst>
              <pc:docMk/>
              <pc:sldMasterMk cId="4210454314" sldId="2147483651"/>
              <pc:sldLayoutMk cId="850071907" sldId="2147483660"/>
              <ac:spMk id="2" creationId="{00000000-0000-0000-0000-000000000000}"/>
            </ac:spMkLst>
          </pc:spChg>
          <pc:spChg chg="mod">
            <ac:chgData name="Croney, Aynslie (NBCC)" userId="5b4b8641-5be5-4a22-b80a-b2335657ba3c" providerId="ADAL" clId="{37570E6E-2003-4D91-B5AC-B452EC7E0FA7}" dt="2026-09-29T08:04:09.993" v="780"/>
            <ac:spMkLst>
              <pc:docMk/>
              <pc:sldMasterMk cId="4210454314" sldId="2147483651"/>
              <pc:sldLayoutMk cId="850071907" sldId="2147483660"/>
              <ac:spMk id="3" creationId="{00000000-0000-0000-0000-000000000000}"/>
            </ac:spMkLst>
          </pc:spChg>
          <pc:spChg chg="mod">
            <ac:chgData name="Croney, Aynslie (NBCC)" userId="5b4b8641-5be5-4a22-b80a-b2335657ba3c" providerId="ADAL" clId="{37570E6E-2003-4D91-B5AC-B452EC7E0FA7}" dt="2026-09-29T08:04:09.993" v="780"/>
            <ac:spMkLst>
              <pc:docMk/>
              <pc:sldMasterMk cId="4210454314" sldId="2147483651"/>
              <pc:sldLayoutMk cId="850071907" sldId="2147483660"/>
              <ac:spMk id="4" creationId="{00000000-0000-0000-0000-000000000000}"/>
            </ac:spMkLst>
          </pc:spChg>
        </pc:sldLayoutChg>
        <pc:sldLayoutChg chg="modSp">
          <pc:chgData name="Croney, Aynslie (NBCC)" userId="5b4b8641-5be5-4a22-b80a-b2335657ba3c" providerId="ADAL" clId="{37570E6E-2003-4D91-B5AC-B452EC7E0FA7}" dt="2026-09-29T08:04:09.993" v="780"/>
          <pc:sldLayoutMkLst>
            <pc:docMk/>
            <pc:sldMasterMk cId="4210454314" sldId="2147483651"/>
            <pc:sldLayoutMk cId="282125352" sldId="2147483662"/>
          </pc:sldLayoutMkLst>
          <pc:spChg chg="mod">
            <ac:chgData name="Croney, Aynslie (NBCC)" userId="5b4b8641-5be5-4a22-b80a-b2335657ba3c" providerId="ADAL" clId="{37570E6E-2003-4D91-B5AC-B452EC7E0FA7}" dt="2026-09-29T08:04:09.993" v="780"/>
            <ac:spMkLst>
              <pc:docMk/>
              <pc:sldMasterMk cId="4210454314" sldId="2147483651"/>
              <pc:sldLayoutMk cId="282125352" sldId="2147483662"/>
              <ac:spMk id="2" creationId="{00000000-0000-0000-0000-000000000000}"/>
            </ac:spMkLst>
          </pc:spChg>
          <pc:spChg chg="mod">
            <ac:chgData name="Croney, Aynslie (NBCC)" userId="5b4b8641-5be5-4a22-b80a-b2335657ba3c" providerId="ADAL" clId="{37570E6E-2003-4D91-B5AC-B452EC7E0FA7}" dt="2026-09-29T08:04:09.993" v="780"/>
            <ac:spMkLst>
              <pc:docMk/>
              <pc:sldMasterMk cId="4210454314" sldId="2147483651"/>
              <pc:sldLayoutMk cId="282125352" sldId="2147483662"/>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F3FFC27-FD42-0DA3-991B-9309ABE22FD2}"/>
              </a:ext>
            </a:extLst>
          </p:cNvPr>
          <p:cNvSpPr>
            <a:spLocks noGrp="1"/>
          </p:cNvSpPr>
          <p:nvPr>
            <p:ph type="body" sz="quarter" idx="3"/>
          </p:nvPr>
        </p:nvSpPr>
        <p:spPr>
          <a:xfrm>
            <a:off x="685800" y="3062452"/>
            <a:ext cx="5486400" cy="6067096"/>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3" name="Slide Image Placeholder 2">
            <a:extLst>
              <a:ext uri="{FF2B5EF4-FFF2-40B4-BE49-F238E27FC236}">
                <a16:creationId xmlns:a16="http://schemas.microsoft.com/office/drawing/2014/main" id="{9677125C-A336-F78E-92E0-AA69342EBF31}"/>
              </a:ext>
            </a:extLst>
          </p:cNvPr>
          <p:cNvSpPr>
            <a:spLocks noGrp="1" noRot="1" noChangeAspect="1"/>
          </p:cNvSpPr>
          <p:nvPr>
            <p:ph type="sldImg" idx="2"/>
          </p:nvPr>
        </p:nvSpPr>
        <p:spPr>
          <a:xfrm>
            <a:off x="973138" y="184150"/>
            <a:ext cx="4911725" cy="2763838"/>
          </a:xfrm>
          <a:prstGeom prst="rect">
            <a:avLst/>
          </a:prstGeom>
          <a:noFill/>
          <a:ln w="12700">
            <a:solidFill>
              <a:prstClr val="black"/>
            </a:solidFill>
          </a:ln>
        </p:spPr>
        <p:txBody>
          <a:bodyPr vert="horz" lIns="91440" tIns="45720" rIns="91440" bIns="45720" rtlCol="0" anchor="ctr"/>
          <a:lstStyle/>
          <a:p>
            <a:endParaRPr lang="en-CA"/>
          </a:p>
        </p:txBody>
      </p:sp>
      <p:sp>
        <p:nvSpPr>
          <p:cNvPr id="4" name="Slide Number Placeholder 3">
            <a:extLst>
              <a:ext uri="{FF2B5EF4-FFF2-40B4-BE49-F238E27FC236}">
                <a16:creationId xmlns:a16="http://schemas.microsoft.com/office/drawing/2014/main" id="{3EEC7663-99D4-31B0-8CC5-86FBAF2500E0}"/>
              </a:ext>
            </a:extLst>
          </p:cNvPr>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237ACDCE-7ADE-4047-9AFB-4C5D0CC6C08B}" type="slidenum">
              <a:rPr lang="en-CA" smtClean="0"/>
              <a:t>‹#›</a:t>
            </a:fld>
            <a:endParaRPr lang="en-CA"/>
          </a:p>
        </p:txBody>
      </p:sp>
    </p:spTree>
    <p:extLst>
      <p:ext uri="{BB962C8B-B14F-4D97-AF65-F5344CB8AC3E}">
        <p14:creationId xmlns:p14="http://schemas.microsoft.com/office/powerpoint/2010/main" val="1594614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73138" y="184150"/>
            <a:ext cx="4911725" cy="2763838"/>
          </a:xfrm>
        </p:spPr>
      </p:sp>
      <p:sp>
        <p:nvSpPr>
          <p:cNvPr id="3" name="Notes Placeholder 2"/>
          <p:cNvSpPr>
            <a:spLocks noGrp="1"/>
          </p:cNvSpPr>
          <p:nvPr>
            <p:ph type="body" idx="1"/>
          </p:nvPr>
        </p:nvSpPr>
        <p:spPr/>
        <p:txBody>
          <a:bodyPr/>
          <a:lstStyle/>
          <a:p>
            <a:r>
              <a:rPr lang="en-US" dirty="0"/>
              <a:t>Welcome students and frame today as a practical decision-making lesson, not a software lesson.
Before we choose typefaces, colours, photos, layout, or format, we need to ask: Who is this for? What should they understand, feel, or do? Where will they see it?</a:t>
            </a:r>
          </a:p>
          <a:p>
            <a:r>
              <a:rPr lang="en-US" dirty="0"/>
              <a:t>
Image: AI-generated classroom illustration. No external visual source used.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73138" y="184150"/>
            <a:ext cx="4911725" cy="2763838"/>
          </a:xfrm>
        </p:spPr>
      </p:sp>
      <p:sp>
        <p:nvSpPr>
          <p:cNvPr id="3" name="Notes Placeholder 2"/>
          <p:cNvSpPr>
            <a:spLocks noGrp="1"/>
          </p:cNvSpPr>
          <p:nvPr>
            <p:ph type="body" idx="1"/>
          </p:nvPr>
        </p:nvSpPr>
        <p:spPr/>
        <p:txBody>
          <a:bodyPr/>
          <a:lstStyle/>
          <a:p>
            <a:r>
              <a:rPr lang="en-US" dirty="0"/>
              <a:t>Emphasize that the topics connect: audience informs persona; persona is tested against context and medium.
Opening question: “Think of a poster, app, sign, or social post that confused you. Was the problem the message, the audience, or the place you saw it?”
</a:t>
            </a:r>
          </a:p>
          <a:p>
            <a:pPr lvl="0"/>
            <a:r>
              <a:rPr lang="en-CA" sz="1200" kern="1200" dirty="0">
                <a:solidFill>
                  <a:schemeClr val="tx1"/>
                </a:solidFill>
                <a:effectLst/>
                <a:latin typeface="+mn-lt"/>
                <a:ea typeface="+mn-ea"/>
                <a:cs typeface="+mn-cs"/>
              </a:rPr>
              <a:t>Distinguish between the </a:t>
            </a:r>
            <a:r>
              <a:rPr lang="en-CA" sz="1200" b="1" kern="1200" dirty="0">
                <a:solidFill>
                  <a:schemeClr val="tx1"/>
                </a:solidFill>
                <a:effectLst/>
                <a:latin typeface="+mn-lt"/>
                <a:ea typeface="+mn-ea"/>
                <a:cs typeface="+mn-cs"/>
              </a:rPr>
              <a:t>Intended Message</a:t>
            </a:r>
            <a:r>
              <a:rPr lang="en-CA" sz="1200" kern="1200" dirty="0">
                <a:solidFill>
                  <a:schemeClr val="tx1"/>
                </a:solidFill>
                <a:effectLst/>
                <a:latin typeface="+mn-lt"/>
                <a:ea typeface="+mn-ea"/>
                <a:cs typeface="+mn-cs"/>
              </a:rPr>
              <a:t> (what the designer encodes) and the </a:t>
            </a:r>
            <a:r>
              <a:rPr lang="en-CA" sz="1200" b="1" kern="1200" dirty="0">
                <a:solidFill>
                  <a:schemeClr val="tx1"/>
                </a:solidFill>
                <a:effectLst/>
                <a:latin typeface="+mn-lt"/>
                <a:ea typeface="+mn-ea"/>
                <a:cs typeface="+mn-cs"/>
              </a:rPr>
              <a:t>Perceived Message</a:t>
            </a:r>
            <a:r>
              <a:rPr lang="en-CA" sz="1200" kern="1200" dirty="0">
                <a:solidFill>
                  <a:schemeClr val="tx1"/>
                </a:solidFill>
                <a:effectLst/>
                <a:latin typeface="+mn-lt"/>
                <a:ea typeface="+mn-ea"/>
                <a:cs typeface="+mn-cs"/>
              </a:rPr>
              <a:t> (what the audience decodes).</a:t>
            </a:r>
          </a:p>
          <a:p>
            <a:r>
              <a:rPr lang="en-CA"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CA" sz="1200" kern="1200" dirty="0">
                <a:solidFill>
                  <a:schemeClr val="tx1"/>
                </a:solidFill>
                <a:effectLst/>
                <a:latin typeface="+mn-lt"/>
                <a:ea typeface="+mn-ea"/>
                <a:cs typeface="+mn-cs"/>
              </a:rPr>
              <a:t>Understand why graphic design is a two-way form of communication, not just self-expression.</a:t>
            </a:r>
          </a:p>
          <a:p>
            <a:pPr marL="171450" lvl="0" indent="-171450">
              <a:buFont typeface="Arial" panose="020B0604020202020204" pitchFamily="34" charset="0"/>
              <a:buChar char="•"/>
            </a:pPr>
            <a:r>
              <a:rPr lang="en-CA" sz="1200" kern="1200" dirty="0">
                <a:solidFill>
                  <a:schemeClr val="tx1"/>
                </a:solidFill>
                <a:effectLst/>
                <a:latin typeface="+mn-lt"/>
                <a:ea typeface="+mn-ea"/>
                <a:cs typeface="+mn-cs"/>
              </a:rPr>
              <a:t>Identify potential visual "noise" that distorts a message.</a:t>
            </a:r>
          </a:p>
          <a:p>
            <a:pPr marL="171450" lvl="0" indent="-171450">
              <a:buFont typeface="Arial" panose="020B0604020202020204" pitchFamily="34" charset="0"/>
              <a:buChar char="•"/>
            </a:pPr>
            <a:endParaRPr lang="en-CA" sz="1200" kern="1200" dirty="0">
              <a:solidFill>
                <a:schemeClr val="tx1"/>
              </a:solidFill>
              <a:effectLst/>
              <a:latin typeface="+mn-lt"/>
              <a:ea typeface="+mn-ea"/>
              <a:cs typeface="+mn-cs"/>
            </a:endParaRPr>
          </a:p>
          <a:p>
            <a:pPr lvl="0"/>
            <a:r>
              <a:rPr lang="en-CA" sz="1200" kern="1200" dirty="0">
                <a:solidFill>
                  <a:schemeClr val="tx1"/>
                </a:solidFill>
                <a:effectLst/>
                <a:latin typeface="+mn-lt"/>
                <a:ea typeface="+mn-ea"/>
                <a:cs typeface="+mn-cs"/>
              </a:rPr>
              <a:t>Understand the concept of the </a:t>
            </a:r>
            <a:r>
              <a:rPr lang="en-CA" sz="1200" b="1" kern="1200" dirty="0">
                <a:solidFill>
                  <a:schemeClr val="tx1"/>
                </a:solidFill>
                <a:effectLst/>
                <a:latin typeface="+mn-lt"/>
                <a:ea typeface="+mn-ea"/>
                <a:cs typeface="+mn-cs"/>
              </a:rPr>
              <a:t>User Persona</a:t>
            </a:r>
            <a:r>
              <a:rPr lang="en-CA" sz="1200" kern="1200" dirty="0">
                <a:solidFill>
                  <a:schemeClr val="tx1"/>
                </a:solidFill>
                <a:effectLst/>
                <a:latin typeface="+mn-lt"/>
                <a:ea typeface="+mn-ea"/>
                <a:cs typeface="+mn-cs"/>
              </a:rPr>
              <a:t> pioneered by Alan Cooper.</a:t>
            </a:r>
          </a:p>
          <a:p>
            <a:pPr marL="171450" indent="-171450">
              <a:buFont typeface="Arial" panose="020B0604020202020204" pitchFamily="34" charset="0"/>
              <a:buChar char="•"/>
            </a:pPr>
            <a:r>
              <a:rPr lang="en-CA" sz="1200" kern="1200" dirty="0">
                <a:solidFill>
                  <a:schemeClr val="tx1"/>
                </a:solidFill>
                <a:effectLst/>
                <a:latin typeface="+mn-lt"/>
                <a:ea typeface="+mn-ea"/>
                <a:cs typeface="+mn-cs"/>
              </a:rPr>
              <a:t> Recognise why "designing for everybody means designing for nobody."</a:t>
            </a:r>
          </a:p>
          <a:p>
            <a:pPr marL="171450" lvl="0" indent="-171450">
              <a:buFont typeface="Arial" panose="020B0604020202020204" pitchFamily="34" charset="0"/>
              <a:buChar char="•"/>
            </a:pPr>
            <a:r>
              <a:rPr lang="en-CA" sz="1200" kern="1200" dirty="0">
                <a:solidFill>
                  <a:schemeClr val="tx1"/>
                </a:solidFill>
                <a:effectLst/>
                <a:latin typeface="+mn-lt"/>
                <a:ea typeface="+mn-ea"/>
                <a:cs typeface="+mn-cs"/>
              </a:rPr>
              <a:t>Learn how to synthesize demographic and psychographic data into actionable design criteria.</a:t>
            </a:r>
          </a:p>
          <a:p>
            <a:pPr marL="171450" lvl="0" indent="-171450">
              <a:buFont typeface="Arial" panose="020B0604020202020204" pitchFamily="34" charset="0"/>
              <a:buChar char="•"/>
            </a:pPr>
            <a:endParaRPr lang="en-CA" sz="1200" kern="1200" dirty="0">
              <a:solidFill>
                <a:schemeClr val="tx1"/>
              </a:solidFill>
              <a:effectLst/>
              <a:latin typeface="+mn-lt"/>
              <a:ea typeface="+mn-ea"/>
              <a:cs typeface="+mn-cs"/>
            </a:endParaRPr>
          </a:p>
          <a:p>
            <a:pPr lvl="0"/>
            <a:r>
              <a:rPr lang="en-CA" sz="1200" kern="1200" dirty="0">
                <a:solidFill>
                  <a:schemeClr val="tx1"/>
                </a:solidFill>
                <a:effectLst/>
                <a:latin typeface="+mn-lt"/>
                <a:ea typeface="+mn-ea"/>
                <a:cs typeface="+mn-cs"/>
              </a:rPr>
              <a:t>Apply Marshall McLuhan’s media theory (</a:t>
            </a:r>
            <a:r>
              <a:rPr lang="en-CA" sz="1200" i="1" kern="1200" dirty="0">
                <a:solidFill>
                  <a:schemeClr val="tx1"/>
                </a:solidFill>
                <a:effectLst/>
                <a:latin typeface="+mn-lt"/>
                <a:ea typeface="+mn-ea"/>
                <a:cs typeface="+mn-cs"/>
              </a:rPr>
              <a:t>"The medium is the message"</a:t>
            </a:r>
            <a:r>
              <a:rPr lang="en-CA" sz="1200" kern="1200" dirty="0">
                <a:solidFill>
                  <a:schemeClr val="tx1"/>
                </a:solidFill>
                <a:effectLst/>
                <a:latin typeface="+mn-lt"/>
                <a:ea typeface="+mn-ea"/>
                <a:cs typeface="+mn-cs"/>
              </a:rPr>
              <a:t>) to modern graphic design.</a:t>
            </a:r>
          </a:p>
          <a:p>
            <a:pPr marL="171450" indent="-171450">
              <a:buFont typeface="Arial" panose="020B0604020202020204" pitchFamily="34" charset="0"/>
              <a:buChar char="•"/>
            </a:pPr>
            <a:r>
              <a:rPr lang="en-CA" sz="1200" kern="1200" dirty="0">
                <a:solidFill>
                  <a:schemeClr val="tx1"/>
                </a:solidFill>
                <a:effectLst/>
                <a:latin typeface="+mn-lt"/>
                <a:ea typeface="+mn-ea"/>
                <a:cs typeface="+mn-cs"/>
              </a:rPr>
              <a:t>Contrast physical (environmental, print) context with digital (screen, UX/UI) context.</a:t>
            </a:r>
          </a:p>
          <a:p>
            <a:pPr marL="171450" lvl="0" indent="-171450">
              <a:buFont typeface="Arial" panose="020B0604020202020204" pitchFamily="34" charset="0"/>
              <a:buChar char="•"/>
            </a:pPr>
            <a:r>
              <a:rPr lang="en-CA" sz="1200" kern="1200" dirty="0">
                <a:solidFill>
                  <a:schemeClr val="tx1"/>
                </a:solidFill>
                <a:effectLst/>
                <a:latin typeface="+mn-lt"/>
                <a:ea typeface="+mn-ea"/>
                <a:cs typeface="+mn-cs"/>
              </a:rPr>
              <a:t>Evaluate how viewing distance, lighting, and platform constraints dictate visual hierarchy.</a:t>
            </a:r>
            <a:endParaRPr lang="en-US" dirty="0"/>
          </a:p>
          <a:p>
            <a:endParaRPr lang="en-US" dirty="0"/>
          </a:p>
          <a:p>
            <a:endParaRPr lang="en-US" dirty="0"/>
          </a:p>
          <a:p>
            <a:r>
              <a:rPr lang="en-US" dirty="0"/>
              <a:t>To recap: design communication so the intended audience can find, understand, and use information; user-centred design sources emphasize designing around user needs.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16667-0065-89FC-C49D-A2FA3E0E81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2D06B9-C517-2814-6F11-8497A8A216E2}"/>
              </a:ext>
            </a:extLst>
          </p:cNvPr>
          <p:cNvSpPr>
            <a:spLocks noGrp="1" noRot="1" noChangeAspect="1"/>
          </p:cNvSpPr>
          <p:nvPr>
            <p:ph type="sldImg"/>
          </p:nvPr>
        </p:nvSpPr>
        <p:spPr>
          <a:xfrm>
            <a:off x="973138" y="184150"/>
            <a:ext cx="4911725" cy="2763838"/>
          </a:xfrm>
        </p:spPr>
      </p:sp>
      <p:sp>
        <p:nvSpPr>
          <p:cNvPr id="3" name="Notes Placeholder 2">
            <a:extLst>
              <a:ext uri="{FF2B5EF4-FFF2-40B4-BE49-F238E27FC236}">
                <a16:creationId xmlns:a16="http://schemas.microsoft.com/office/drawing/2014/main" id="{27EC4D4F-7FA4-AB9A-D5D5-319D922A692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i="1" kern="1200" dirty="0">
                <a:solidFill>
                  <a:schemeClr val="tx1"/>
                </a:solidFill>
                <a:effectLst/>
                <a:latin typeface="+mn-lt"/>
                <a:ea typeface="+mn-ea"/>
                <a:cs typeface="+mn-cs"/>
              </a:rPr>
              <a:t>Begin by asking the class: "Is graphic design art?" Let them answer briefly before setting the foundation.</a:t>
            </a:r>
            <a:endParaRPr lang="en-CA" sz="1200" kern="1200" dirty="0">
              <a:solidFill>
                <a:schemeClr val="tx1"/>
              </a:solidFill>
              <a:effectLst/>
              <a:latin typeface="+mn-lt"/>
              <a:ea typeface="+mn-ea"/>
              <a:cs typeface="+mn-cs"/>
            </a:endParaRPr>
          </a:p>
          <a:p>
            <a:endParaRPr lang="en-CA" dirty="0"/>
          </a:p>
          <a:p>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1" kern="1200" dirty="0">
                <a:solidFill>
                  <a:schemeClr val="tx1"/>
                </a:solidFill>
                <a:effectLst/>
                <a:latin typeface="+mn-lt"/>
                <a:ea typeface="+mn-ea"/>
                <a:cs typeface="+mn-cs"/>
              </a:rPr>
              <a:t>Design vs. Fine Art:</a:t>
            </a:r>
            <a:r>
              <a:rPr lang="en-CA" sz="120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Fine art can be self-referential or open to infinite interpretation.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Graphic design, however, must fulfill a purpose: it is </a:t>
            </a:r>
            <a:r>
              <a:rPr lang="en-CA" sz="1200" b="1" kern="1200" dirty="0">
                <a:solidFill>
                  <a:schemeClr val="tx1"/>
                </a:solidFill>
                <a:effectLst/>
                <a:latin typeface="+mn-lt"/>
                <a:ea typeface="+mn-ea"/>
                <a:cs typeface="+mn-cs"/>
              </a:rPr>
              <a:t>communication with intent</a:t>
            </a:r>
            <a:r>
              <a:rPr lang="en-CA" sz="120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If your audience does not decode the message as intended, the design has failed—regardless of how aesthetically pleasing it looks.</a:t>
            </a:r>
          </a:p>
          <a:p>
            <a:endParaRPr lang="en-CA" dirty="0"/>
          </a:p>
          <a:p>
            <a:endParaRPr lang="en-US" dirty="0"/>
          </a:p>
        </p:txBody>
      </p:sp>
      <p:sp>
        <p:nvSpPr>
          <p:cNvPr id="4" name="Slide Number Placeholder 3">
            <a:extLst>
              <a:ext uri="{FF2B5EF4-FFF2-40B4-BE49-F238E27FC236}">
                <a16:creationId xmlns:a16="http://schemas.microsoft.com/office/drawing/2014/main" id="{7BC55B4B-0E56-177B-9336-02CE04C8FF7D}"/>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3459396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B1E99-31DB-67E0-B0B8-0DA2EE4573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E6769F-4D2F-E50F-DC51-578E09A01079}"/>
              </a:ext>
            </a:extLst>
          </p:cNvPr>
          <p:cNvSpPr>
            <a:spLocks noGrp="1" noRot="1" noChangeAspect="1"/>
          </p:cNvSpPr>
          <p:nvPr>
            <p:ph type="sldImg"/>
          </p:nvPr>
        </p:nvSpPr>
        <p:spPr>
          <a:xfrm>
            <a:off x="973138" y="184150"/>
            <a:ext cx="4911725" cy="2763838"/>
          </a:xfrm>
        </p:spPr>
      </p:sp>
      <p:sp>
        <p:nvSpPr>
          <p:cNvPr id="3" name="Notes Placeholder 2">
            <a:extLst>
              <a:ext uri="{FF2B5EF4-FFF2-40B4-BE49-F238E27FC236}">
                <a16:creationId xmlns:a16="http://schemas.microsoft.com/office/drawing/2014/main" id="{102BDD7C-F5DB-6ABD-D189-DC9133A71220}"/>
              </a:ext>
            </a:extLst>
          </p:cNvPr>
          <p:cNvSpPr>
            <a:spLocks noGrp="1"/>
          </p:cNvSpPr>
          <p:nvPr>
            <p:ph type="body" idx="1"/>
          </p:nvPr>
        </p:nvSpPr>
        <p:spPr/>
        <p:txBody>
          <a:bodyPr/>
          <a:lstStyle/>
          <a:p>
            <a:r>
              <a:rPr lang="en-CA" dirty="0"/>
              <a:t>The Designer</a:t>
            </a:r>
          </a:p>
          <a:p>
            <a:r>
              <a:rPr lang="en-CA" sz="1200" b="1" kern="1200" dirty="0">
                <a:solidFill>
                  <a:schemeClr val="tx1"/>
                </a:solidFill>
                <a:effectLst/>
                <a:latin typeface="+mn-lt"/>
                <a:ea typeface="+mn-ea"/>
                <a:cs typeface="+mn-cs"/>
              </a:rPr>
              <a:t>Encoding:</a:t>
            </a:r>
            <a:r>
              <a:rPr lang="en-CA" sz="1200" kern="1200" dirty="0">
                <a:solidFill>
                  <a:schemeClr val="tx1"/>
                </a:solidFill>
                <a:effectLst/>
                <a:latin typeface="+mn-lt"/>
                <a:ea typeface="+mn-ea"/>
                <a:cs typeface="+mn-cs"/>
              </a:rPr>
              <a:t> As designers, we construct visual messages using color palettes, typography, spatial layout, imagery, and cultural symbols.</a:t>
            </a:r>
          </a:p>
          <a:p>
            <a:endParaRPr lang="en-CA" dirty="0"/>
          </a:p>
          <a:p>
            <a:endParaRPr lang="en-CA" dirty="0"/>
          </a:p>
          <a:p>
            <a:r>
              <a:rPr lang="en-CA" dirty="0"/>
              <a:t>The Audience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1" kern="1200" dirty="0">
                <a:solidFill>
                  <a:schemeClr val="tx1"/>
                </a:solidFill>
                <a:effectLst/>
                <a:latin typeface="+mn-lt"/>
                <a:ea typeface="+mn-ea"/>
                <a:cs typeface="+mn-cs"/>
              </a:rPr>
              <a:t>Decoding:</a:t>
            </a:r>
            <a:r>
              <a:rPr lang="en-CA" sz="1200" kern="1200" dirty="0">
                <a:solidFill>
                  <a:schemeClr val="tx1"/>
                </a:solidFill>
                <a:effectLst/>
                <a:latin typeface="+mn-lt"/>
                <a:ea typeface="+mn-ea"/>
                <a:cs typeface="+mn-cs"/>
              </a:rPr>
              <a:t> The audience interprets those visual cues based on their cultural background, personal experiences, language, and context.</a:t>
            </a:r>
          </a:p>
          <a:p>
            <a:endParaRPr lang="en-CA" dirty="0"/>
          </a:p>
          <a:p>
            <a:endParaRPr lang="en-CA" dirty="0"/>
          </a:p>
          <a:p>
            <a:r>
              <a:rPr lang="en-CA" dirty="0"/>
              <a:t>Why the Audience Matters</a:t>
            </a:r>
          </a:p>
          <a:p>
            <a:pPr marL="0" indent="0">
              <a:buNone/>
            </a:pPr>
            <a:r>
              <a:rPr lang="en-US" sz="1200" dirty="0">
                <a:solidFill>
                  <a:srgbClr val="000000"/>
                </a:solidFill>
              </a:rPr>
              <a:t>• Design is communication</a:t>
            </a:r>
            <a:endParaRPr lang="en-US" sz="1200" dirty="0"/>
          </a:p>
          <a:p>
            <a:pPr marL="0" indent="0">
              <a:buNone/>
            </a:pPr>
            <a:r>
              <a:rPr lang="en-US" sz="1200" dirty="0">
                <a:solidFill>
                  <a:srgbClr val="000000"/>
                </a:solidFill>
              </a:rPr>
              <a:t>• Every design has a target audience</a:t>
            </a:r>
            <a:endParaRPr lang="en-US" sz="1200" dirty="0"/>
          </a:p>
          <a:p>
            <a:pPr marL="0" indent="0">
              <a:buNone/>
            </a:pPr>
            <a:r>
              <a:rPr lang="en-US" sz="1200" dirty="0">
                <a:solidFill>
                  <a:srgbClr val="000000"/>
                </a:solidFill>
              </a:rPr>
              <a:t>• Good design solves audience needs not designer preferences</a:t>
            </a:r>
            <a:endParaRPr lang="en-US" sz="1200" dirty="0"/>
          </a:p>
          <a:p>
            <a:endParaRPr lang="en-CA" dirty="0"/>
          </a:p>
          <a:p>
            <a:endParaRPr lang="en-CA" dirty="0"/>
          </a:p>
          <a:p>
            <a:pPr marL="0" indent="0">
              <a:buNone/>
            </a:pPr>
            <a:r>
              <a:rPr lang="en-US" sz="1200" b="1" dirty="0">
                <a:solidFill>
                  <a:srgbClr val="003366"/>
                </a:solidFill>
              </a:rPr>
              <a:t>Interactive Question/Activity:</a:t>
            </a:r>
            <a:endParaRPr lang="en-US" sz="1200" b="1" dirty="0"/>
          </a:p>
          <a:p>
            <a:pPr marL="0" indent="0">
              <a:buNone/>
            </a:pPr>
            <a:r>
              <a:rPr lang="en-US" sz="1200" dirty="0">
                <a:solidFill>
                  <a:srgbClr val="003366"/>
                </a:solidFill>
              </a:rPr>
              <a:t>Ask: Who is the audience for a campus event poster?</a:t>
            </a:r>
            <a:endParaRPr lang="en-US" sz="1200" dirty="0"/>
          </a:p>
          <a:p>
            <a:endParaRPr lang="en-CA" dirty="0"/>
          </a:p>
          <a:p>
            <a:endParaRPr lang="en-US" dirty="0"/>
          </a:p>
        </p:txBody>
      </p:sp>
      <p:sp>
        <p:nvSpPr>
          <p:cNvPr id="4" name="Slide Number Placeholder 3">
            <a:extLst>
              <a:ext uri="{FF2B5EF4-FFF2-40B4-BE49-F238E27FC236}">
                <a16:creationId xmlns:a16="http://schemas.microsoft.com/office/drawing/2014/main" id="{36CD0590-8D97-3FE5-68CA-CB5F936FA064}"/>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2480402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73138" y="184150"/>
            <a:ext cx="4911725" cy="2763838"/>
          </a:xfrm>
        </p:spPr>
      </p:sp>
      <p:sp>
        <p:nvSpPr>
          <p:cNvPr id="3" name="Notes Placeholder 2"/>
          <p:cNvSpPr>
            <a:spLocks noGrp="1"/>
          </p:cNvSpPr>
          <p:nvPr>
            <p:ph type="body" idx="1"/>
          </p:nvPr>
        </p:nvSpPr>
        <p:spPr/>
        <p:txBody>
          <a:bodyPr/>
          <a:lstStyle/>
          <a:p>
            <a:r>
              <a:rPr lang="en-US" dirty="0"/>
              <a:t>When students say, ‘I want it to appeal to everyone,’ gently push back. In professional design, ‘everyone’ is too vague to guide choices. The more clearly we define the audience, the more confident our design decisions become.</a:t>
            </a:r>
          </a:p>
          <a:p>
            <a:r>
              <a:rPr lang="en-US" dirty="0"/>
              <a:t>
Question: What would change if the same message were designed for: a teenager, a parent, a new Canadian, or a business sponsor?</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5B6673"/>
                </a:solidFill>
              </a:rPr>
              <a:t>Example: A campus event poster for first-year students should not look or read the same as a sponsorship proposal for local businesses.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5B6673"/>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r>
              <a:rPr lang="en-US" dirty="0"/>
              <a:t>
Key accuracy check: Canada.ca defines plain language as wording, structure, and design that help the intended audience find, understand, and use information. This supports the point that message clarity and audience fit are design concerns, not just writing concerns.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73138" y="184150"/>
            <a:ext cx="4911725" cy="2763838"/>
          </a:xfrm>
        </p:spPr>
      </p:sp>
      <p:sp>
        <p:nvSpPr>
          <p:cNvPr id="3" name="Notes Placeholder 2"/>
          <p:cNvSpPr>
            <a:spLocks noGrp="1"/>
          </p:cNvSpPr>
          <p:nvPr>
            <p:ph type="body" idx="1"/>
          </p:nvPr>
        </p:nvSpPr>
        <p:spPr/>
        <p:txBody>
          <a:bodyPr/>
          <a:lstStyle/>
          <a:p>
            <a:r>
              <a:rPr lang="en-US" dirty="0"/>
              <a:t>Audience awareness does not mean stereotyping. It means making evidence-informed guesses, then checking them. Good designers ask: what might this audience need to feel confident, included, safe, or motivated?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73138" y="184150"/>
            <a:ext cx="4911725" cy="2763838"/>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dirty="0">
                <a:solidFill>
                  <a:srgbClr val="334155"/>
                </a:solidFill>
                <a:latin typeface="Lato"/>
              </a:rPr>
              <a:t>Successful communication requires shifting focus from internal preference to audience reception.</a:t>
            </a:r>
          </a:p>
          <a:p>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dirty="0">
                <a:solidFill>
                  <a:srgbClr val="0F172A"/>
                </a:solidFill>
                <a:latin typeface="Lato"/>
              </a:rPr>
              <a:t>Intentional Cues:</a:t>
            </a:r>
            <a:r>
              <a:rPr lang="en-US" sz="1200" b="0" i="0" u="none" dirty="0">
                <a:solidFill>
                  <a:srgbClr val="334155"/>
                </a:solidFill>
                <a:latin typeface="Lato"/>
              </a:rPr>
              <a:t> Select typography and </a:t>
            </a:r>
            <a:r>
              <a:rPr lang="en-US" sz="1200" b="0" i="0" u="none" dirty="0" err="1">
                <a:solidFill>
                  <a:srgbClr val="334155"/>
                </a:solidFill>
                <a:latin typeface="Lato"/>
              </a:rPr>
              <a:t>colours</a:t>
            </a:r>
            <a:r>
              <a:rPr lang="en-US" sz="1200" b="0" i="0" u="none" dirty="0">
                <a:solidFill>
                  <a:srgbClr val="334155"/>
                </a:solidFill>
                <a:latin typeface="Lato"/>
              </a:rPr>
              <a:t> that reflect audience literacy.</a:t>
            </a:r>
          </a:p>
          <a:p>
            <a:endParaRPr lang="en-CA" dirty="0"/>
          </a:p>
          <a:p>
            <a:pPr>
              <a:lnSpc>
                <a:spcPts val="2025"/>
              </a:lnSpc>
            </a:pPr>
            <a:r>
              <a:rPr lang="en-US" sz="1200" b="1" dirty="0">
                <a:solidFill>
                  <a:srgbClr val="0F172A"/>
                </a:solidFill>
                <a:latin typeface="Lato"/>
              </a:rPr>
              <a:t>Eliminating Noise:</a:t>
            </a:r>
            <a:r>
              <a:rPr lang="en-US" sz="1200" dirty="0">
                <a:solidFill>
                  <a:srgbClr val="334155"/>
                </a:solidFill>
                <a:latin typeface="Lato"/>
              </a:rPr>
              <a:t> Remove confusing symbols and visual clutter. </a:t>
            </a:r>
            <a:r>
              <a:rPr lang="en-CA" sz="1200" kern="1200" dirty="0">
                <a:solidFill>
                  <a:schemeClr val="tx1"/>
                </a:solidFill>
                <a:effectLst/>
                <a:latin typeface="+mn-lt"/>
                <a:ea typeface="+mn-ea"/>
                <a:cs typeface="+mn-cs"/>
              </a:rPr>
              <a:t>Visual noise can be physical (poor contrast, tiny text size, bad printing) or cultural (using symbols or slang that the target demographic finds confusing or offensive).</a:t>
            </a:r>
          </a:p>
          <a:p>
            <a:pPr>
              <a:lnSpc>
                <a:spcPts val="2025"/>
              </a:lnSpc>
            </a:pPr>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ts val="2025"/>
              </a:lnSpc>
              <a:spcBef>
                <a:spcPts val="0"/>
              </a:spcBef>
              <a:spcAft>
                <a:spcPts val="0"/>
              </a:spcAft>
              <a:buClrTx/>
              <a:buSzTx/>
              <a:buFontTx/>
              <a:buNone/>
              <a:tabLst/>
              <a:defRPr/>
            </a:pPr>
            <a:r>
              <a:rPr lang="en-US" sz="1200" b="1" i="0" u="none" dirty="0">
                <a:solidFill>
                  <a:srgbClr val="0F172A"/>
                </a:solidFill>
                <a:latin typeface="Lato"/>
              </a:rPr>
              <a:t>Shared Codes:</a:t>
            </a:r>
            <a:r>
              <a:rPr lang="en-US" sz="1200" b="0" i="0" u="none" dirty="0">
                <a:solidFill>
                  <a:srgbClr val="334155"/>
                </a:solidFill>
                <a:latin typeface="Lato"/>
              </a:rPr>
              <a:t> Use cultural metaphors understood by your specific demographic.</a:t>
            </a:r>
          </a:p>
          <a:p>
            <a:pPr>
              <a:lnSpc>
                <a:spcPts val="2025"/>
              </a:lnSpc>
            </a:pPr>
            <a:endParaRPr lang="en-CA" sz="1200" kern="1200" dirty="0">
              <a:solidFill>
                <a:schemeClr val="tx1"/>
              </a:solidFill>
              <a:effectLst/>
              <a:latin typeface="+mn-lt"/>
              <a:ea typeface="+mn-ea"/>
              <a:cs typeface="+mn-cs"/>
            </a:endParaRPr>
          </a:p>
          <a:p>
            <a:endParaRPr lang="en-CA" dirty="0"/>
          </a:p>
        </p:txBody>
      </p:sp>
      <p:sp>
        <p:nvSpPr>
          <p:cNvPr id="4" name="Slide Number Placeholder 3"/>
          <p:cNvSpPr>
            <a:spLocks noGrp="1"/>
          </p:cNvSpPr>
          <p:nvPr>
            <p:ph type="sldNum" sz="quarter" idx="5"/>
          </p:nvPr>
        </p:nvSpPr>
        <p:spPr/>
        <p:txBody>
          <a:bodyPr/>
          <a:lstStyle/>
          <a:p>
            <a:fld id="{2974D91C-5FCE-432E-985B-D11121B6D450}" type="slidenum">
              <a:rPr lang="en-CA" smtClean="0"/>
              <a:t>7</a:t>
            </a:fld>
            <a:endParaRPr lang="en-CA"/>
          </a:p>
        </p:txBody>
      </p:sp>
    </p:spTree>
    <p:extLst>
      <p:ext uri="{BB962C8B-B14F-4D97-AF65-F5344CB8AC3E}">
        <p14:creationId xmlns:p14="http://schemas.microsoft.com/office/powerpoint/2010/main" val="15490061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14E78-0FB7-9929-BF6B-C79D71D9A1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C2EFBA-3A28-A875-FBA5-5AEDF4E6BC4D}"/>
              </a:ext>
            </a:extLst>
          </p:cNvPr>
          <p:cNvSpPr>
            <a:spLocks noGrp="1" noRot="1" noChangeAspect="1"/>
          </p:cNvSpPr>
          <p:nvPr>
            <p:ph type="sldImg"/>
          </p:nvPr>
        </p:nvSpPr>
        <p:spPr>
          <a:xfrm>
            <a:off x="973138" y="184150"/>
            <a:ext cx="4911725" cy="2763838"/>
          </a:xfrm>
        </p:spPr>
      </p:sp>
      <p:sp>
        <p:nvSpPr>
          <p:cNvPr id="3" name="Notes Placeholder 2">
            <a:extLst>
              <a:ext uri="{FF2B5EF4-FFF2-40B4-BE49-F238E27FC236}">
                <a16:creationId xmlns:a16="http://schemas.microsoft.com/office/drawing/2014/main" id="{041CFCB2-052B-B8D0-644D-BFE7E08129CC}"/>
              </a:ext>
            </a:extLst>
          </p:cNvPr>
          <p:cNvSpPr>
            <a:spLocks noGrp="1"/>
          </p:cNvSpPr>
          <p:nvPr>
            <p:ph type="body" idx="1"/>
          </p:nvPr>
        </p:nvSpPr>
        <p:spPr/>
        <p:txBody>
          <a:bodyPr/>
          <a:lstStyle/>
          <a:p>
            <a:r>
              <a:rPr lang="en-US" dirty="0"/>
              <a:t>A persona is not a random character biography. It is a design tool. It turns ‘students’ or ‘customers’ into a person-like summary that helps you make decisions.</a:t>
            </a:r>
          </a:p>
          <a:p>
            <a:endParaRPr lang="en-US" dirty="0"/>
          </a:p>
          <a:p>
            <a:r>
              <a:rPr lang="en-US" dirty="0"/>
              <a:t>
Question: What is the danger of designing only for yourself?</a:t>
            </a:r>
          </a:p>
          <a:p>
            <a:r>
              <a:rPr lang="en-US" dirty="0"/>
              <a:t>Expected responses: personal bias, missing accessibility needs, using references others do not know, making the design too trendy or too confusing.
</a:t>
            </a:r>
          </a:p>
          <a:p>
            <a:endParaRPr lang="en-US" dirty="0"/>
          </a:p>
        </p:txBody>
      </p:sp>
      <p:sp>
        <p:nvSpPr>
          <p:cNvPr id="4" name="Slide Number Placeholder 3">
            <a:extLst>
              <a:ext uri="{FF2B5EF4-FFF2-40B4-BE49-F238E27FC236}">
                <a16:creationId xmlns:a16="http://schemas.microsoft.com/office/drawing/2014/main" id="{2A49BD70-5C78-8EA0-5797-D1E4619A7F52}"/>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585141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73138" y="184150"/>
            <a:ext cx="4911725" cy="2763838"/>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1D2733"/>
                </a:solidFill>
                <a:latin typeface="Aptos Display" pitchFamily="34" charset="0"/>
              </a:rPr>
              <a:t>Personas</a:t>
            </a:r>
            <a:r>
              <a:rPr lang="en-US" sz="1000" b="1" dirty="0">
                <a:solidFill>
                  <a:srgbClr val="1D2733"/>
                </a:solidFill>
                <a:latin typeface="Aptos Display" pitchFamily="34" charset="0"/>
                <a:ea typeface="Aptos Display" pitchFamily="34" charset="-122"/>
                <a:cs typeface="Aptos Display" pitchFamily="34" charset="-120"/>
              </a:rPr>
              <a:t> </a:t>
            </a:r>
            <a:r>
              <a:rPr lang="en-US" sz="1200" b="1" dirty="0">
                <a:solidFill>
                  <a:srgbClr val="1D2733"/>
                </a:solidFill>
                <a:latin typeface="Aptos Display" pitchFamily="34" charset="0"/>
              </a:rPr>
              <a:t>make</a:t>
            </a:r>
            <a:r>
              <a:rPr lang="en-US" sz="1000" b="1" dirty="0">
                <a:solidFill>
                  <a:srgbClr val="1D2733"/>
                </a:solidFill>
                <a:latin typeface="Aptos Display" pitchFamily="34" charset="0"/>
                <a:ea typeface="Aptos Display" pitchFamily="34" charset="-122"/>
                <a:cs typeface="Aptos Display" pitchFamily="34" charset="-120"/>
              </a:rPr>
              <a:t> </a:t>
            </a:r>
            <a:r>
              <a:rPr lang="en-US" sz="1200" b="1" dirty="0">
                <a:solidFill>
                  <a:srgbClr val="1D2733"/>
                </a:solidFill>
                <a:latin typeface="Aptos Display" pitchFamily="34" charset="0"/>
              </a:rPr>
              <a:t>the</a:t>
            </a:r>
            <a:r>
              <a:rPr lang="en-US" sz="1000" b="1" dirty="0">
                <a:solidFill>
                  <a:srgbClr val="1D2733"/>
                </a:solidFill>
                <a:latin typeface="Aptos Display" pitchFamily="34" charset="0"/>
                <a:ea typeface="Aptos Display" pitchFamily="34" charset="-122"/>
                <a:cs typeface="Aptos Display" pitchFamily="34" charset="-120"/>
              </a:rPr>
              <a:t> </a:t>
            </a:r>
            <a:r>
              <a:rPr lang="en-US" sz="1200" b="1" dirty="0">
                <a:solidFill>
                  <a:srgbClr val="1D2733"/>
                </a:solidFill>
                <a:latin typeface="Aptos Display" pitchFamily="34" charset="0"/>
              </a:rPr>
              <a:t>audience</a:t>
            </a:r>
            <a:r>
              <a:rPr lang="en-US" sz="1000" b="1" dirty="0">
                <a:solidFill>
                  <a:srgbClr val="1D2733"/>
                </a:solidFill>
                <a:latin typeface="Aptos Display" pitchFamily="34" charset="0"/>
                <a:ea typeface="Aptos Display" pitchFamily="34" charset="-122"/>
                <a:cs typeface="Aptos Display" pitchFamily="34" charset="-120"/>
              </a:rPr>
              <a:t> </a:t>
            </a:r>
            <a:r>
              <a:rPr lang="en-US" sz="1200" b="1" dirty="0">
                <a:solidFill>
                  <a:srgbClr val="1D2733"/>
                </a:solidFill>
                <a:latin typeface="Aptos Display" pitchFamily="34" charset="0"/>
              </a:rPr>
              <a:t>easier to design</a:t>
            </a:r>
            <a:r>
              <a:rPr lang="en-US" sz="1000" b="1" dirty="0">
                <a:solidFill>
                  <a:srgbClr val="1D2733"/>
                </a:solidFill>
                <a:latin typeface="Aptos Display" pitchFamily="34" charset="0"/>
                <a:ea typeface="Aptos Display" pitchFamily="34" charset="-122"/>
                <a:cs typeface="Aptos Display" pitchFamily="34" charset="-120"/>
              </a:rPr>
              <a:t> </a:t>
            </a:r>
            <a:r>
              <a:rPr lang="en-US" sz="1200" b="1" dirty="0">
                <a:solidFill>
                  <a:srgbClr val="1D2733"/>
                </a:solidFill>
                <a:latin typeface="Aptos Display" pitchFamily="34" charset="0"/>
              </a:rPr>
              <a:t>for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5B6673"/>
                </a:solidFill>
              </a:rPr>
              <a:t>A persona is a fictional but realistic profile of a target user or audience member.</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5B6673"/>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07599"/>
                </a:solidFill>
              </a:rPr>
              <a:t>Why they help</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5B6673"/>
                </a:solidFill>
              </a:rPr>
              <a:t>READ FROM SLIDE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5B6673"/>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5B6673"/>
                </a:solidFill>
              </a:rPr>
              <a:t>Personas are tools, not facts. They should be grounded in research or careful assumptions and revised when you learn more.</a:t>
            </a:r>
            <a:endParaRPr lang="en-US" sz="1200" dirty="0"/>
          </a:p>
          <a:p>
            <a:r>
              <a:rPr lang="en-US" sz="1200" dirty="0">
                <a:solidFill>
                  <a:srgbClr val="000000"/>
                </a:solidFill>
              </a:rPr>
              <a:t>• Personas are fictional, research-based representations of users</a:t>
            </a:r>
            <a:endParaRPr lang="en-US" sz="1200" dirty="0"/>
          </a:p>
          <a:p>
            <a:r>
              <a:rPr lang="en-US" sz="1200" dirty="0">
                <a:solidFill>
                  <a:srgbClr val="000000"/>
                </a:solidFill>
              </a:rPr>
              <a:t>• Help build empathy</a:t>
            </a:r>
            <a:endParaRPr lang="en-US" sz="1200" dirty="0"/>
          </a:p>
          <a:p>
            <a:r>
              <a:rPr lang="en-US" sz="1200" dirty="0">
                <a:solidFill>
                  <a:srgbClr val="000000"/>
                </a:solidFill>
              </a:rPr>
              <a:t>• Support design decisions</a:t>
            </a:r>
            <a:endParaRPr lang="en-US" sz="1200" dirty="0"/>
          </a:p>
          <a:p>
            <a:endParaRPr lang="en-US" dirty="0"/>
          </a:p>
          <a:p>
            <a:r>
              <a:rPr lang="en-US" dirty="0"/>
              <a:t>
Source accuracy check: Nielsen Norman Group describes a persona as a fictional yet realistic description of a typical or target user and says personas can support empathy, memorability, prioritization, and design decisions.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A7433-18B6-ACFE-2B97-7374E21086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813176-489F-C4CA-8E29-67AB332FFC69}"/>
              </a:ext>
            </a:extLst>
          </p:cNvPr>
          <p:cNvSpPr>
            <a:spLocks noGrp="1" noRot="1" noChangeAspect="1"/>
          </p:cNvSpPr>
          <p:nvPr>
            <p:ph type="sldImg"/>
          </p:nvPr>
        </p:nvSpPr>
        <p:spPr>
          <a:xfrm>
            <a:off x="973138" y="184150"/>
            <a:ext cx="4911725" cy="2763838"/>
          </a:xfrm>
        </p:spPr>
      </p:sp>
      <p:sp>
        <p:nvSpPr>
          <p:cNvPr id="3" name="Notes Placeholder 2">
            <a:extLst>
              <a:ext uri="{FF2B5EF4-FFF2-40B4-BE49-F238E27FC236}">
                <a16:creationId xmlns:a16="http://schemas.microsoft.com/office/drawing/2014/main" id="{B171E41D-628A-DD70-581B-6A60EEFAE0A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5B6673"/>
                </a:solidFill>
              </a:rPr>
              <a:t>Why Personas Matter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5B6673"/>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5B6673"/>
                </a:solidFill>
              </a:rPr>
              <a:t>READ FROM SLIDE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5B6673"/>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5B6673"/>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5B6673"/>
                </a:solidFill>
              </a:rPr>
              <a:t>Personas are tools, not facts. They should be grounded in research or careful assumptions and revised when you learn more.</a:t>
            </a:r>
            <a:endParaRPr lang="en-US" sz="1200" dirty="0"/>
          </a:p>
          <a:p>
            <a:endParaRPr lang="en-US" dirty="0"/>
          </a:p>
          <a:p>
            <a:endParaRPr lang="en-US" dirty="0"/>
          </a:p>
          <a:p>
            <a:r>
              <a:rPr lang="en-US" dirty="0"/>
              <a:t>
Source accuracy check: Nielsen Norman Group describes a persona as a fictional yet realistic description of a typical or target user and says personas can support empathy, memorability, prioritization, and design decisions.</a:t>
            </a:r>
          </a:p>
        </p:txBody>
      </p:sp>
      <p:sp>
        <p:nvSpPr>
          <p:cNvPr id="4" name="Slide Number Placeholder 3">
            <a:extLst>
              <a:ext uri="{FF2B5EF4-FFF2-40B4-BE49-F238E27FC236}">
                <a16:creationId xmlns:a16="http://schemas.microsoft.com/office/drawing/2014/main" id="{491B23AD-6FE8-0D8E-7629-459BF4462DBB}"/>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5846405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73138" y="184150"/>
            <a:ext cx="4911725" cy="2763838"/>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1" dirty="0">
                <a:solidFill>
                  <a:srgbClr val="0F172A"/>
                </a:solidFill>
                <a:latin typeface="Poppins"/>
              </a:rPr>
              <a:t>Designing for One</a:t>
            </a:r>
          </a:p>
          <a:p>
            <a:r>
              <a:rPr lang="en-US" dirty="0"/>
              <a:t>1 Primary Persona - </a:t>
            </a:r>
            <a:r>
              <a:rPr lang="en-US" sz="1200" dirty="0">
                <a:solidFill>
                  <a:srgbClr val="1D2733"/>
                </a:solidFill>
                <a:latin typeface="Aptos Display" pitchFamily="34" charset="0"/>
                <a:ea typeface="Aptos Display" pitchFamily="34" charset="-122"/>
                <a:cs typeface="Aptos Display" pitchFamily="34" charset="-120"/>
              </a:rPr>
              <a:t>A </a:t>
            </a:r>
            <a:r>
              <a:rPr lang="en-US" sz="1200" dirty="0">
                <a:solidFill>
                  <a:srgbClr val="1D2733"/>
                </a:solidFill>
                <a:latin typeface="Aptos Display" pitchFamily="34" charset="0"/>
              </a:rPr>
              <a:t>useful design persona is specific — but not creepy</a:t>
            </a:r>
          </a:p>
          <a:p>
            <a:endParaRPr lang="en-US" sz="1200" dirty="0">
              <a:solidFill>
                <a:srgbClr val="1D2733"/>
              </a:solidFill>
              <a:latin typeface="Aptos Display" pitchFamily="34" charset="0"/>
            </a:endParaRPr>
          </a:p>
          <a:p>
            <a:r>
              <a:rPr lang="en-US" sz="1200" dirty="0">
                <a:solidFill>
                  <a:srgbClr val="1D2733"/>
                </a:solidFill>
                <a:latin typeface="Aptos Display" pitchFamily="34" charset="0"/>
              </a:rPr>
              <a:t>Include – READ FROM SLIDE</a:t>
            </a:r>
          </a:p>
          <a:p>
            <a:r>
              <a:rPr lang="en-US" sz="1200" dirty="0">
                <a:solidFill>
                  <a:srgbClr val="1D2733"/>
                </a:solidFill>
                <a:latin typeface="Aptos Display" pitchFamily="34" charset="0"/>
              </a:rPr>
              <a:t>Avoid – READ FORM SLIDE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dirty="0">
                <a:solidFill>
                  <a:srgbClr val="0F172A"/>
                </a:solidFill>
                <a:latin typeface="Poppins SemiBold"/>
              </a:rPr>
              <a:t>Avoid Generic Compromise</a:t>
            </a:r>
          </a:p>
          <a:p>
            <a:r>
              <a:rPr lang="en-US" sz="1200" dirty="0">
                <a:solidFill>
                  <a:srgbClr val="334155"/>
                </a:solidFill>
                <a:latin typeface="Lato"/>
              </a:rPr>
              <a:t>Attempting to satisfy every potential demographic leads to cluttered layouts, diluted messaging, and weak visual hierarchy.</a:t>
            </a:r>
          </a:p>
          <a:p>
            <a:endParaRPr lang="en-US" sz="1200" dirty="0">
              <a:solidFill>
                <a:srgbClr val="334155"/>
              </a:solidFill>
              <a:latin typeface="Lato"/>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Emphasize ethics and usefulness. Persona details should be relevant and respectful. If a detail does not influence the design choice, it probably does not belong.</a:t>
            </a:r>
          </a:p>
          <a:p>
            <a:endParaRPr lang="en-US" sz="1200" dirty="0">
              <a:solidFill>
                <a:srgbClr val="334155"/>
              </a:solidFill>
              <a:latin typeface="Lato"/>
            </a:endParaRPr>
          </a:p>
          <a:p>
            <a:r>
              <a:rPr lang="en-US" sz="1200" dirty="0">
                <a:solidFill>
                  <a:srgbClr val="334155"/>
                </a:solidFill>
                <a:latin typeface="Lato"/>
              </a:rPr>
              <a:t>Summary: Identify one primary persona whose needs must be met, then accommodate secondary personas without compromising the core message.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5B6673"/>
                </a:solidFill>
              </a:rPr>
              <a:t>Keep details that affect design decisions. Leave out details that do not matter.</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Interactive question: “Which is more useful for designing a transit poster: ‘Jordan likes dogs’ or ‘Jordan has 8 seconds to read the sign while transferring buses’? Why?”
Source used: NN/g personas guidance and user-</a:t>
            </a:r>
            <a:r>
              <a:rPr lang="en-US" dirty="0" err="1"/>
              <a:t>centred</a:t>
            </a:r>
            <a:r>
              <a:rPr lang="en-US" dirty="0"/>
              <a:t> design principles.</a:t>
            </a:r>
          </a:p>
          <a:p>
            <a:endParaRPr lang="en-CA" dirty="0"/>
          </a:p>
        </p:txBody>
      </p:sp>
      <p:sp>
        <p:nvSpPr>
          <p:cNvPr id="4" name="Slide Number Placeholder 3"/>
          <p:cNvSpPr>
            <a:spLocks noGrp="1"/>
          </p:cNvSpPr>
          <p:nvPr>
            <p:ph type="sldNum" sz="quarter" idx="5"/>
          </p:nvPr>
        </p:nvSpPr>
        <p:spPr/>
        <p:txBody>
          <a:bodyPr/>
          <a:lstStyle/>
          <a:p>
            <a:fld id="{237ACDCE-7ADE-4047-9AFB-4C5D0CC6C08B}" type="slidenum">
              <a:rPr lang="en-CA" smtClean="0"/>
              <a:t>11</a:t>
            </a:fld>
            <a:endParaRPr lang="en-CA"/>
          </a:p>
        </p:txBody>
      </p:sp>
    </p:spTree>
    <p:extLst>
      <p:ext uri="{BB962C8B-B14F-4D97-AF65-F5344CB8AC3E}">
        <p14:creationId xmlns:p14="http://schemas.microsoft.com/office/powerpoint/2010/main" val="37639991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73138" y="184150"/>
            <a:ext cx="4911725" cy="2763838"/>
          </a:xfrm>
        </p:spPr>
      </p:sp>
      <p:sp>
        <p:nvSpPr>
          <p:cNvPr id="3" name="Notes Placeholder 2"/>
          <p:cNvSpPr>
            <a:spLocks noGrp="1"/>
          </p:cNvSpPr>
          <p:nvPr>
            <p:ph type="body" idx="1"/>
          </p:nvPr>
        </p:nvSpPr>
        <p:spPr/>
        <p:txBody>
          <a:bodyPr/>
          <a:lstStyle/>
          <a:p>
            <a:r>
              <a:rPr lang="en-US" sz="1200" dirty="0">
                <a:solidFill>
                  <a:srgbClr val="000000"/>
                </a:solidFill>
              </a:rPr>
              <a:t>• Name and photo</a:t>
            </a:r>
            <a:endParaRPr lang="en-US" sz="1200" dirty="0"/>
          </a:p>
          <a:p>
            <a:r>
              <a:rPr lang="en-US" sz="1200" dirty="0">
                <a:solidFill>
                  <a:srgbClr val="000000"/>
                </a:solidFill>
              </a:rPr>
              <a:t>• Goals and motivations</a:t>
            </a:r>
            <a:endParaRPr lang="en-US" sz="1200" dirty="0"/>
          </a:p>
          <a:p>
            <a:r>
              <a:rPr lang="en-US" sz="1200" dirty="0">
                <a:solidFill>
                  <a:srgbClr val="000000"/>
                </a:solidFill>
              </a:rPr>
              <a:t>• </a:t>
            </a:r>
            <a:r>
              <a:rPr lang="en-US" sz="1200" dirty="0" err="1">
                <a:solidFill>
                  <a:srgbClr val="000000"/>
                </a:solidFill>
              </a:rPr>
              <a:t>Behaviours</a:t>
            </a:r>
            <a:r>
              <a:rPr lang="en-US" sz="1200" dirty="0">
                <a:solidFill>
                  <a:srgbClr val="000000"/>
                </a:solidFill>
              </a:rPr>
              <a:t> and challenges</a:t>
            </a:r>
            <a:endParaRPr lang="en-US" sz="1200" dirty="0"/>
          </a:p>
          <a:p>
            <a:r>
              <a:rPr lang="en-US" sz="1200" dirty="0">
                <a:solidFill>
                  <a:srgbClr val="000000"/>
                </a:solidFill>
              </a:rPr>
              <a:t>• Design needs</a:t>
            </a:r>
          </a:p>
          <a:p>
            <a:endParaRPr lang="en-US" sz="1200" dirty="0">
              <a:solidFill>
                <a:srgbClr val="000000"/>
              </a:solidFill>
            </a:endParaRPr>
          </a:p>
          <a:p>
            <a:endParaRPr lang="en-US" sz="1200" dirty="0">
              <a:solidFill>
                <a:srgbClr val="000000"/>
              </a:solidFill>
            </a:endParaRPr>
          </a:p>
          <a:p>
            <a:r>
              <a:rPr lang="en-US" sz="1200" dirty="0">
                <a:solidFill>
                  <a:srgbClr val="000000"/>
                </a:solidFill>
              </a:rPr>
              <a:t>• Ava, 19, first-year college student</a:t>
            </a:r>
            <a:endParaRPr lang="en-US" sz="1200" dirty="0"/>
          </a:p>
          <a:p>
            <a:r>
              <a:rPr lang="en-US" sz="1200" dirty="0">
                <a:solidFill>
                  <a:srgbClr val="000000"/>
                </a:solidFill>
              </a:rPr>
              <a:t>• Uses mobile first</a:t>
            </a:r>
            <a:endParaRPr lang="en-US" sz="1200" dirty="0"/>
          </a:p>
          <a:p>
            <a:r>
              <a:rPr lang="en-US" sz="1200" dirty="0">
                <a:solidFill>
                  <a:srgbClr val="000000"/>
                </a:solidFill>
              </a:rPr>
              <a:t>• Needs quick information</a:t>
            </a:r>
            <a:endParaRPr lang="en-US" sz="1200" dirty="0"/>
          </a:p>
          <a:p>
            <a:r>
              <a:rPr lang="en-US" sz="1200" dirty="0">
                <a:solidFill>
                  <a:srgbClr val="000000"/>
                </a:solidFill>
              </a:rPr>
              <a:t>• Overwhelmed by clutter</a:t>
            </a:r>
            <a:endParaRPr lang="en-US" sz="1200" dirty="0"/>
          </a:p>
          <a:p>
            <a:endParaRPr lang="en-US" sz="1200" dirty="0"/>
          </a:p>
          <a:p>
            <a:endParaRPr lang="en-CA" dirty="0"/>
          </a:p>
          <a:p>
            <a:endParaRPr lang="en-CA" dirty="0"/>
          </a:p>
          <a:p>
            <a:endParaRPr lang="en-CA" dirty="0"/>
          </a:p>
        </p:txBody>
      </p:sp>
      <p:sp>
        <p:nvSpPr>
          <p:cNvPr id="4" name="Slide Number Placeholder 3"/>
          <p:cNvSpPr>
            <a:spLocks noGrp="1"/>
          </p:cNvSpPr>
          <p:nvPr>
            <p:ph type="sldNum" sz="quarter" idx="5"/>
          </p:nvPr>
        </p:nvSpPr>
        <p:spPr/>
        <p:txBody>
          <a:bodyPr/>
          <a:lstStyle/>
          <a:p>
            <a:fld id="{237ACDCE-7ADE-4047-9AFB-4C5D0CC6C08B}" type="slidenum">
              <a:rPr lang="en-CA" smtClean="0"/>
              <a:t>12</a:t>
            </a:fld>
            <a:endParaRPr lang="en-CA"/>
          </a:p>
        </p:txBody>
      </p:sp>
    </p:spTree>
    <p:extLst>
      <p:ext uri="{BB962C8B-B14F-4D97-AF65-F5344CB8AC3E}">
        <p14:creationId xmlns:p14="http://schemas.microsoft.com/office/powerpoint/2010/main" val="2374288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73138" y="184150"/>
            <a:ext cx="4911725" cy="2763838"/>
          </a:xfrm>
        </p:spPr>
      </p:sp>
      <p:sp>
        <p:nvSpPr>
          <p:cNvPr id="3" name="Notes Placeholder 2"/>
          <p:cNvSpPr>
            <a:spLocks noGrp="1"/>
          </p:cNvSpPr>
          <p:nvPr>
            <p:ph type="body" idx="1"/>
          </p:nvPr>
        </p:nvSpPr>
        <p:spPr/>
        <p:txBody>
          <a:bodyPr/>
          <a:lstStyle/>
          <a:p>
            <a:r>
              <a:rPr lang="en-US" dirty="0"/>
              <a:t>Students work in pairs. They have 3 minutes to fill in a lightweight persona, then 2 minutes to connect it to a design decision.
Suggested facilitation: Circulate and ask: “What did that persona detail change?” Encourage students to move from labels to design decisions: larger type, less jargon, warmer tone, clearer deadline, image of peer-to-peer critique, QR code, accessible contrast.
Source used: NN/g personas and IxDF persona guidance: personas guide ideation and reduce design complexity when used carefully.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1239B-55E6-AD9A-08C4-39721DBF9B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C1A413-CA4C-3071-8DEB-0D7B51819129}"/>
              </a:ext>
            </a:extLst>
          </p:cNvPr>
          <p:cNvSpPr>
            <a:spLocks noGrp="1" noRot="1" noChangeAspect="1"/>
          </p:cNvSpPr>
          <p:nvPr>
            <p:ph type="sldImg"/>
          </p:nvPr>
        </p:nvSpPr>
        <p:spPr>
          <a:xfrm>
            <a:off x="973138" y="184150"/>
            <a:ext cx="4911725" cy="2763838"/>
          </a:xfrm>
        </p:spPr>
      </p:sp>
      <p:sp>
        <p:nvSpPr>
          <p:cNvPr id="3" name="Notes Placeholder 2">
            <a:extLst>
              <a:ext uri="{FF2B5EF4-FFF2-40B4-BE49-F238E27FC236}">
                <a16:creationId xmlns:a16="http://schemas.microsoft.com/office/drawing/2014/main" id="{BB654C44-E9AA-4635-9CFE-B5CEEAD1E8CA}"/>
              </a:ext>
            </a:extLst>
          </p:cNvPr>
          <p:cNvSpPr>
            <a:spLocks noGrp="1"/>
          </p:cNvSpPr>
          <p:nvPr>
            <p:ph type="body" idx="1"/>
          </p:nvPr>
        </p:nvSpPr>
        <p:spPr/>
        <p:txBody>
          <a:bodyPr/>
          <a:lstStyle/>
          <a:p>
            <a:r>
              <a:rPr lang="en-US" dirty="0"/>
              <a:t>Context and medium are often where beginner designs fail. A design can look beautiful on a laptop screen but fail on a hallway wall, on a phone outdoors, or in a rushed email inbox.</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F172A"/>
                </a:solidFill>
                <a:latin typeface="Poppins"/>
              </a:rPr>
              <a:t>The Medium is the Message</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dirty="0">
                <a:solidFill>
                  <a:srgbClr val="0D9488"/>
                </a:solidFill>
                <a:latin typeface="Poppins SemiBold"/>
              </a:rPr>
              <a:t>— Marshall McLuhan (1964)</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334155"/>
                </a:solidFill>
                <a:latin typeface="Lato"/>
              </a:rPr>
              <a:t>The channel carrying your work alters its trust, tone, and processing speed.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334155"/>
                </a:solidFill>
                <a:latin typeface="Lato"/>
              </a:rPr>
              <a:t>Print commands authority;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334155"/>
                </a:solidFill>
                <a:latin typeface="Lato"/>
              </a:rPr>
              <a:t>mobile demands brevity.</a:t>
            </a:r>
          </a:p>
          <a:p>
            <a:endParaRPr lang="en-US" dirty="0"/>
          </a:p>
        </p:txBody>
      </p:sp>
      <p:sp>
        <p:nvSpPr>
          <p:cNvPr id="4" name="Slide Number Placeholder 3">
            <a:extLst>
              <a:ext uri="{FF2B5EF4-FFF2-40B4-BE49-F238E27FC236}">
                <a16:creationId xmlns:a16="http://schemas.microsoft.com/office/drawing/2014/main" id="{D837D609-B793-268B-3F9F-D969231BCC20}"/>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9264975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73138" y="184150"/>
            <a:ext cx="4911725" cy="2763838"/>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5B6673"/>
                </a:solidFill>
              </a:rPr>
              <a:t>Context is the situation of use. Medium is the channel or format carrying the message.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5B6673"/>
              </a:solidFill>
            </a:endParaRPr>
          </a:p>
          <a:p>
            <a:r>
              <a:rPr lang="en-US" sz="1200" dirty="0">
                <a:solidFill>
                  <a:srgbClr val="000000"/>
                </a:solidFill>
              </a:rPr>
              <a:t>• Context = where, when, and why audience sees design</a:t>
            </a:r>
            <a:endParaRPr lang="en-US" sz="1200" dirty="0"/>
          </a:p>
          <a:p>
            <a:r>
              <a:rPr lang="en-US" sz="1200" dirty="0">
                <a:solidFill>
                  <a:srgbClr val="000000"/>
                </a:solidFill>
              </a:rPr>
              <a:t>• Medium = channel carrying message</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p>
            <a:r>
              <a:rPr lang="en-US" dirty="0"/>
              <a:t>Where did you last see a design that looked good but was hard to use?
Source accuracy check: NN/g’s omnichannel guidance recommends designing for each channel’s unique strengths and role. NN/g UX research guidance also distinguishes natural or near-natural use from scripted or decontextualized use.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73138" y="184150"/>
            <a:ext cx="4911725" cy="2763838"/>
          </a:xfrm>
        </p:spPr>
      </p:sp>
      <p:sp>
        <p:nvSpPr>
          <p:cNvPr id="3" name="Notes Placeholder 2"/>
          <p:cNvSpPr>
            <a:spLocks noGrp="1"/>
          </p:cNvSpPr>
          <p:nvPr>
            <p:ph type="body" idx="1"/>
          </p:nvPr>
        </p:nvSpPr>
        <p:spPr/>
        <p:txBody>
          <a:bodyPr/>
          <a:lstStyle/>
          <a:p>
            <a:r>
              <a:rPr lang="en-US" dirty="0"/>
              <a:t>Medium is not just file size. It changes how much detail people can process, what interaction is possible, what accessibility checks matter, and what production constraints exist</a:t>
            </a:r>
          </a:p>
          <a:p>
            <a:endParaRPr lang="en-US" dirty="0"/>
          </a:p>
          <a:p>
            <a:r>
              <a:rPr lang="en-US" sz="1200" dirty="0">
                <a:solidFill>
                  <a:srgbClr val="000000"/>
                </a:solidFill>
              </a:rPr>
              <a:t>• Environment affects attention</a:t>
            </a:r>
            <a:endParaRPr lang="en-US" sz="1200" dirty="0"/>
          </a:p>
          <a:p>
            <a:r>
              <a:rPr lang="en-US" sz="1200" dirty="0">
                <a:solidFill>
                  <a:srgbClr val="000000"/>
                </a:solidFill>
              </a:rPr>
              <a:t>• Device affects readability</a:t>
            </a:r>
            <a:endParaRPr lang="en-US" sz="1200" dirty="0"/>
          </a:p>
          <a:p>
            <a:r>
              <a:rPr lang="en-US" sz="1200" dirty="0">
                <a:solidFill>
                  <a:srgbClr val="000000"/>
                </a:solidFill>
              </a:rPr>
              <a:t>• Timing affects relevance</a:t>
            </a:r>
          </a:p>
          <a:p>
            <a:endParaRPr lang="en-US" sz="1200" dirty="0">
              <a:solidFill>
                <a:srgbClr val="000000"/>
              </a:solidFill>
            </a:endParaRPr>
          </a:p>
          <a:p>
            <a:r>
              <a:rPr lang="en-US" dirty="0"/>
              <a:t>Accessibility note: </a:t>
            </a:r>
          </a:p>
          <a:p>
            <a:r>
              <a:rPr lang="en-US" dirty="0"/>
              <a:t>For digital work, connect briefly to </a:t>
            </a:r>
            <a:r>
              <a:rPr lang="en-CA" sz="1200" b="1" kern="1200" dirty="0">
                <a:solidFill>
                  <a:schemeClr val="tx1"/>
                </a:solidFill>
                <a:effectLst/>
                <a:latin typeface="+mn-lt"/>
                <a:ea typeface="+mn-ea"/>
                <a:cs typeface="+mn-cs"/>
              </a:rPr>
              <a:t>Web Content Accessibility Guidelines (WCAG)</a:t>
            </a:r>
            <a:r>
              <a:rPr lang="en-US" dirty="0"/>
              <a:t> principles. </a:t>
            </a:r>
          </a:p>
          <a:p>
            <a:pPr lvl="1"/>
            <a:r>
              <a:rPr lang="en-CA" sz="1200" b="1" kern="1200" dirty="0">
                <a:solidFill>
                  <a:schemeClr val="tx1"/>
                </a:solidFill>
                <a:effectLst/>
                <a:latin typeface="+mn-lt"/>
                <a:ea typeface="+mn-ea"/>
                <a:cs typeface="+mn-cs"/>
              </a:rPr>
              <a:t>1. Perceivable: </a:t>
            </a:r>
            <a:r>
              <a:rPr lang="en-CA" sz="1200" b="0" kern="1200" dirty="0">
                <a:solidFill>
                  <a:schemeClr val="tx1"/>
                </a:solidFill>
                <a:effectLst/>
                <a:latin typeface="+mn-lt"/>
                <a:ea typeface="+mn-ea"/>
                <a:cs typeface="+mn-cs"/>
              </a:rPr>
              <a:t>Content must be presented in ways that users can </a:t>
            </a:r>
            <a:r>
              <a:rPr lang="en-CA" sz="1200" b="1" kern="1200" dirty="0">
                <a:solidFill>
                  <a:schemeClr val="tx1"/>
                </a:solidFill>
                <a:effectLst/>
                <a:latin typeface="+mn-lt"/>
                <a:ea typeface="+mn-ea"/>
                <a:cs typeface="+mn-cs"/>
              </a:rPr>
              <a:t>perceive</a:t>
            </a:r>
            <a:r>
              <a:rPr lang="en-CA" sz="1200" b="0" kern="1200" dirty="0">
                <a:solidFill>
                  <a:schemeClr val="tx1"/>
                </a:solidFill>
                <a:effectLst/>
                <a:latin typeface="+mn-lt"/>
                <a:ea typeface="+mn-ea"/>
                <a:cs typeface="+mn-cs"/>
              </a:rPr>
              <a:t> through their senses. </a:t>
            </a:r>
            <a:endParaRPr lang="en-US" dirty="0"/>
          </a:p>
          <a:p>
            <a:pPr lvl="1"/>
            <a:r>
              <a:rPr lang="en-CA" sz="1200" b="1" kern="1200" dirty="0">
                <a:solidFill>
                  <a:schemeClr val="tx1"/>
                </a:solidFill>
                <a:effectLst/>
                <a:latin typeface="+mn-lt"/>
                <a:ea typeface="+mn-ea"/>
                <a:cs typeface="+mn-cs"/>
              </a:rPr>
              <a:t>2. Operable: </a:t>
            </a:r>
            <a:r>
              <a:rPr lang="en-CA" sz="1200" b="0" kern="1200" dirty="0">
                <a:solidFill>
                  <a:schemeClr val="tx1"/>
                </a:solidFill>
                <a:effectLst/>
                <a:latin typeface="+mn-lt"/>
                <a:ea typeface="+mn-ea"/>
                <a:cs typeface="+mn-cs"/>
              </a:rPr>
              <a:t>User interface components and navigation must be </a:t>
            </a:r>
            <a:r>
              <a:rPr lang="en-CA" sz="1200" b="1" kern="1200" dirty="0">
                <a:solidFill>
                  <a:schemeClr val="tx1"/>
                </a:solidFill>
                <a:effectLst/>
                <a:latin typeface="+mn-lt"/>
                <a:ea typeface="+mn-ea"/>
                <a:cs typeface="+mn-cs"/>
              </a:rPr>
              <a:t>operable</a:t>
            </a:r>
          </a:p>
          <a:p>
            <a:pPr lvl="1"/>
            <a:r>
              <a:rPr lang="en-CA" sz="1200" b="1" kern="1200" dirty="0">
                <a:solidFill>
                  <a:schemeClr val="tx1"/>
                </a:solidFill>
                <a:effectLst/>
                <a:latin typeface="+mn-lt"/>
                <a:ea typeface="+mn-ea"/>
                <a:cs typeface="+mn-cs"/>
              </a:rPr>
              <a:t>3. Understandable: </a:t>
            </a:r>
            <a:r>
              <a:rPr lang="en-CA" sz="1200" b="0" kern="1200" dirty="0">
                <a:solidFill>
                  <a:schemeClr val="tx1"/>
                </a:solidFill>
                <a:effectLst/>
                <a:latin typeface="+mn-lt"/>
                <a:ea typeface="+mn-ea"/>
                <a:cs typeface="+mn-cs"/>
              </a:rPr>
              <a:t>Content and interface operation must be </a:t>
            </a:r>
            <a:r>
              <a:rPr lang="en-CA" sz="1200" b="1" kern="1200" dirty="0">
                <a:solidFill>
                  <a:schemeClr val="tx1"/>
                </a:solidFill>
                <a:effectLst/>
                <a:latin typeface="+mn-lt"/>
                <a:ea typeface="+mn-ea"/>
                <a:cs typeface="+mn-cs"/>
              </a:rPr>
              <a:t>understandable</a:t>
            </a:r>
            <a:r>
              <a:rPr lang="en-CA" sz="1200" b="0" kern="1200" dirty="0">
                <a:solidFill>
                  <a:schemeClr val="tx1"/>
                </a:solidFill>
                <a:effectLst/>
                <a:latin typeface="+mn-lt"/>
                <a:ea typeface="+mn-ea"/>
                <a:cs typeface="+mn-cs"/>
              </a:rPr>
              <a:t>. </a:t>
            </a:r>
            <a:endParaRPr lang="en-CA" sz="1200" b="1" kern="1200" dirty="0">
              <a:solidFill>
                <a:schemeClr val="tx1"/>
              </a:solidFill>
              <a:effectLst/>
              <a:latin typeface="+mn-lt"/>
              <a:ea typeface="+mn-ea"/>
              <a:cs typeface="+mn-cs"/>
            </a:endParaRPr>
          </a:p>
          <a:p>
            <a:pPr lvl="1"/>
            <a:r>
              <a:rPr lang="en-CA" sz="1200" b="1" kern="1200" dirty="0">
                <a:solidFill>
                  <a:schemeClr val="tx1"/>
                </a:solidFill>
                <a:effectLst/>
                <a:latin typeface="+mn-lt"/>
                <a:ea typeface="+mn-ea"/>
                <a:cs typeface="+mn-cs"/>
              </a:rPr>
              <a:t>4. Robust: </a:t>
            </a:r>
            <a:r>
              <a:rPr lang="en-CA" sz="1200" b="0" kern="1200" dirty="0">
                <a:solidFill>
                  <a:schemeClr val="tx1"/>
                </a:solidFill>
                <a:effectLst/>
                <a:latin typeface="+mn-lt"/>
                <a:ea typeface="+mn-ea"/>
                <a:cs typeface="+mn-cs"/>
              </a:rPr>
              <a:t>Content must be </a:t>
            </a:r>
            <a:r>
              <a:rPr lang="en-CA" sz="1200" b="1" kern="1200" dirty="0">
                <a:solidFill>
                  <a:schemeClr val="tx1"/>
                </a:solidFill>
                <a:effectLst/>
                <a:latin typeface="+mn-lt"/>
                <a:ea typeface="+mn-ea"/>
                <a:cs typeface="+mn-cs"/>
              </a:rPr>
              <a:t>robust</a:t>
            </a:r>
            <a:r>
              <a:rPr lang="en-CA" sz="1200" b="0" kern="1200" dirty="0">
                <a:solidFill>
                  <a:schemeClr val="tx1"/>
                </a:solidFill>
                <a:effectLst/>
                <a:latin typeface="+mn-lt"/>
                <a:ea typeface="+mn-ea"/>
                <a:cs typeface="+mn-cs"/>
              </a:rPr>
              <a:t> enough to be interpreted reliably by a wide range of </a:t>
            </a:r>
            <a:r>
              <a:rPr lang="en-CA" sz="1200" b="1" kern="1200" dirty="0">
                <a:solidFill>
                  <a:schemeClr val="tx1"/>
                </a:solidFill>
                <a:effectLst/>
                <a:latin typeface="+mn-lt"/>
                <a:ea typeface="+mn-ea"/>
                <a:cs typeface="+mn-cs"/>
              </a:rPr>
              <a:t>user agents</a:t>
            </a:r>
            <a:endParaRPr lang="en-US" dirty="0"/>
          </a:p>
          <a:p>
            <a:endParaRPr lang="en-US" dirty="0"/>
          </a:p>
          <a:p>
            <a:r>
              <a:rPr lang="en-US" dirty="0"/>
              <a:t>For print/signage, translate the same idea into </a:t>
            </a:r>
          </a:p>
          <a:p>
            <a:pPr marL="228600" indent="-228600">
              <a:buFont typeface="+mj-lt"/>
              <a:buAutoNum type="arabicPeriod"/>
            </a:pPr>
            <a:r>
              <a:rPr lang="en-US" dirty="0"/>
              <a:t>contrast, </a:t>
            </a:r>
          </a:p>
          <a:p>
            <a:pPr marL="228600" indent="-228600">
              <a:buFont typeface="+mj-lt"/>
              <a:buAutoNum type="arabicPeriod"/>
            </a:pPr>
            <a:r>
              <a:rPr lang="en-US" dirty="0"/>
              <a:t>legibility, </a:t>
            </a:r>
          </a:p>
          <a:p>
            <a:pPr marL="228600" indent="-228600">
              <a:buFont typeface="+mj-lt"/>
              <a:buAutoNum type="arabicPeriod"/>
            </a:pPr>
            <a:r>
              <a:rPr lang="en-US" dirty="0"/>
              <a:t>viewing distance, and </a:t>
            </a:r>
          </a:p>
          <a:p>
            <a:pPr marL="228600" indent="-228600">
              <a:buFont typeface="+mj-lt"/>
              <a:buAutoNum type="arabicPeriod"/>
            </a:pPr>
            <a:r>
              <a:rPr lang="en-US" dirty="0"/>
              <a:t>clear hierarchy.</a:t>
            </a:r>
            <a:endParaRPr lang="en-US" sz="1200"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3366"/>
                </a:solidFill>
              </a:rPr>
              <a:t>Question: Would a highway billboard and Instagram post look the same?</a:t>
            </a:r>
            <a:endParaRPr lang="en-US"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28D07-102B-3351-C8AB-0DAD696EE5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1EE108-54CD-82FF-0081-1D766378FCCA}"/>
              </a:ext>
            </a:extLst>
          </p:cNvPr>
          <p:cNvSpPr>
            <a:spLocks noGrp="1" noRot="1" noChangeAspect="1"/>
          </p:cNvSpPr>
          <p:nvPr>
            <p:ph type="sldImg"/>
          </p:nvPr>
        </p:nvSpPr>
        <p:spPr>
          <a:xfrm>
            <a:off x="973138" y="184150"/>
            <a:ext cx="4911725" cy="2763838"/>
          </a:xfrm>
        </p:spPr>
      </p:sp>
      <p:sp>
        <p:nvSpPr>
          <p:cNvPr id="3" name="Notes Placeholder 2">
            <a:extLst>
              <a:ext uri="{FF2B5EF4-FFF2-40B4-BE49-F238E27FC236}">
                <a16:creationId xmlns:a16="http://schemas.microsoft.com/office/drawing/2014/main" id="{AC090FEE-511C-C913-5EB7-6971243726C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07599"/>
                </a:solidFill>
              </a:rPr>
              <a:t>Prompt: How would “Portfolio Show — Friday 6 PM” change across these three media?</a:t>
            </a:r>
            <a:endParaRPr lang="en-US" sz="1200" dirty="0"/>
          </a:p>
          <a:p>
            <a:r>
              <a:rPr lang="en-US" dirty="0"/>
              <a:t>For a phone post, poster, and slide, which information should be the largest: date, title, image, location, QR code, or sponsor logo? Why?
</a:t>
            </a:r>
            <a:r>
              <a:rPr lang="en-CA" sz="1200" b="0" kern="1200" dirty="0">
                <a:solidFill>
                  <a:schemeClr val="tx1"/>
                </a:solidFill>
                <a:effectLst/>
                <a:latin typeface="+mn-lt"/>
                <a:ea typeface="+mn-ea"/>
                <a:cs typeface="+mn-cs"/>
              </a:rPr>
              <a:t>The </a:t>
            </a:r>
            <a:r>
              <a:rPr lang="en-CA" sz="1200" b="1" kern="1200" dirty="0">
                <a:solidFill>
                  <a:schemeClr val="tx1"/>
                </a:solidFill>
                <a:effectLst/>
                <a:latin typeface="+mn-lt"/>
                <a:ea typeface="+mn-ea"/>
                <a:cs typeface="+mn-cs"/>
              </a:rPr>
              <a:t>Web Content Accessibility Guidelines (WCAG)</a:t>
            </a:r>
            <a:r>
              <a:rPr lang="en-CA" sz="1200" b="0" kern="1200" dirty="0">
                <a:solidFill>
                  <a:schemeClr val="tx1"/>
                </a:solidFill>
                <a:effectLst/>
                <a:latin typeface="+mn-lt"/>
                <a:ea typeface="+mn-ea"/>
                <a:cs typeface="+mn-cs"/>
              </a:rPr>
              <a:t> are organized around four core principles that ensure digital content is accessible to people with disabilities and usable by all users. These principles, often referred to by the acronym </a:t>
            </a:r>
            <a:r>
              <a:rPr lang="en-CA" sz="1200" b="1" kern="1200" dirty="0">
                <a:solidFill>
                  <a:schemeClr val="tx1"/>
                </a:solidFill>
                <a:effectLst/>
                <a:latin typeface="+mn-lt"/>
                <a:ea typeface="+mn-ea"/>
                <a:cs typeface="+mn-cs"/>
              </a:rPr>
              <a:t>POUR</a:t>
            </a:r>
            <a:r>
              <a:rPr lang="en-CA" sz="1200" b="0" kern="1200" dirty="0">
                <a:solidFill>
                  <a:schemeClr val="tx1"/>
                </a:solidFill>
                <a:effectLst/>
                <a:latin typeface="+mn-lt"/>
                <a:ea typeface="+mn-ea"/>
                <a:cs typeface="+mn-cs"/>
              </a:rPr>
              <a:t>, guide the creation, evaluation, and improvement of web content.</a:t>
            </a:r>
          </a:p>
          <a:p>
            <a:r>
              <a:rPr lang="en-CA" sz="1200" b="1" kern="1200" dirty="0">
                <a:solidFill>
                  <a:schemeClr val="tx1"/>
                </a:solidFill>
                <a:effectLst/>
                <a:latin typeface="+mn-lt"/>
                <a:ea typeface="+mn-ea"/>
                <a:cs typeface="+mn-cs"/>
              </a:rPr>
              <a:t>1. Perceivable: </a:t>
            </a:r>
            <a:r>
              <a:rPr lang="en-CA" sz="1200" b="0" kern="1200" dirty="0">
                <a:solidFill>
                  <a:schemeClr val="tx1"/>
                </a:solidFill>
                <a:effectLst/>
                <a:latin typeface="+mn-lt"/>
                <a:ea typeface="+mn-ea"/>
                <a:cs typeface="+mn-cs"/>
              </a:rPr>
              <a:t>Content must be presented in ways that users can </a:t>
            </a:r>
            <a:r>
              <a:rPr lang="en-CA" sz="1200" b="1" kern="1200" dirty="0">
                <a:solidFill>
                  <a:schemeClr val="tx1"/>
                </a:solidFill>
                <a:effectLst/>
                <a:latin typeface="+mn-lt"/>
                <a:ea typeface="+mn-ea"/>
                <a:cs typeface="+mn-cs"/>
              </a:rPr>
              <a:t>perceive</a:t>
            </a:r>
            <a:r>
              <a:rPr lang="en-CA" sz="1200" b="0" kern="1200" dirty="0">
                <a:solidFill>
                  <a:schemeClr val="tx1"/>
                </a:solidFill>
                <a:effectLst/>
                <a:latin typeface="+mn-lt"/>
                <a:ea typeface="+mn-ea"/>
                <a:cs typeface="+mn-cs"/>
              </a:rPr>
              <a:t> through their senses. This means information should not be invisible to any user, including those with visual, auditory, or other sensory impairments. Examples include providing </a:t>
            </a:r>
            <a:r>
              <a:rPr lang="en-CA" sz="1200" b="1" kern="1200" dirty="0">
                <a:solidFill>
                  <a:schemeClr val="tx1"/>
                </a:solidFill>
                <a:effectLst/>
                <a:latin typeface="+mn-lt"/>
                <a:ea typeface="+mn-ea"/>
                <a:cs typeface="+mn-cs"/>
              </a:rPr>
              <a:t>text alternatives for images</a:t>
            </a:r>
            <a:r>
              <a:rPr lang="en-CA" sz="1200" b="0" kern="1200" dirty="0">
                <a:solidFill>
                  <a:schemeClr val="tx1"/>
                </a:solidFill>
                <a:effectLst/>
                <a:latin typeface="+mn-lt"/>
                <a:ea typeface="+mn-ea"/>
                <a:cs typeface="+mn-cs"/>
              </a:rPr>
              <a:t>, captions for videos, and adaptable content that can be resized or presented in different formats. Perceivable content ensures that all users can access the information regardless of sensory limitations.</a:t>
            </a:r>
          </a:p>
          <a:p>
            <a:r>
              <a:rPr lang="en-CA" sz="1200" b="1" kern="1200" dirty="0">
                <a:solidFill>
                  <a:schemeClr val="tx1"/>
                </a:solidFill>
                <a:effectLst/>
                <a:latin typeface="+mn-lt"/>
                <a:ea typeface="+mn-ea"/>
                <a:cs typeface="+mn-cs"/>
              </a:rPr>
              <a:t>2. Operable: </a:t>
            </a:r>
            <a:r>
              <a:rPr lang="en-CA" sz="1200" b="0" kern="1200" dirty="0">
                <a:solidFill>
                  <a:schemeClr val="tx1"/>
                </a:solidFill>
                <a:effectLst/>
                <a:latin typeface="+mn-lt"/>
                <a:ea typeface="+mn-ea"/>
                <a:cs typeface="+mn-cs"/>
              </a:rPr>
              <a:t>User interface components and navigation must be </a:t>
            </a:r>
            <a:r>
              <a:rPr lang="en-CA" sz="1200" b="1" kern="1200" dirty="0">
                <a:solidFill>
                  <a:schemeClr val="tx1"/>
                </a:solidFill>
                <a:effectLst/>
                <a:latin typeface="+mn-lt"/>
                <a:ea typeface="+mn-ea"/>
                <a:cs typeface="+mn-cs"/>
              </a:rPr>
              <a:t>operable</a:t>
            </a:r>
            <a:r>
              <a:rPr lang="en-CA" sz="1200" b="0" kern="1200" dirty="0">
                <a:solidFill>
                  <a:schemeClr val="tx1"/>
                </a:solidFill>
                <a:effectLst/>
                <a:latin typeface="+mn-lt"/>
                <a:ea typeface="+mn-ea"/>
                <a:cs typeface="+mn-cs"/>
              </a:rPr>
              <a:t>, meaning users can interact with them effectively. This includes ensuring that all functionality is accessible via </a:t>
            </a:r>
            <a:r>
              <a:rPr lang="en-CA" sz="1200" b="1" kern="1200" dirty="0">
                <a:solidFill>
                  <a:schemeClr val="tx1"/>
                </a:solidFill>
                <a:effectLst/>
                <a:latin typeface="+mn-lt"/>
                <a:ea typeface="+mn-ea"/>
                <a:cs typeface="+mn-cs"/>
              </a:rPr>
              <a:t>keyboard navigation</a:t>
            </a:r>
            <a:r>
              <a:rPr lang="en-CA" sz="1200" b="0" kern="1200" dirty="0">
                <a:solidFill>
                  <a:schemeClr val="tx1"/>
                </a:solidFill>
                <a:effectLst/>
                <a:latin typeface="+mn-lt"/>
                <a:ea typeface="+mn-ea"/>
                <a:cs typeface="+mn-cs"/>
              </a:rPr>
              <a:t>, voice commands, or other assistive technologies. It also involves providing enough time for users to read and interact with content, avoiding design elements that could trigger seizures, and making navigation consistent and predictable.</a:t>
            </a:r>
          </a:p>
          <a:p>
            <a:r>
              <a:rPr lang="en-CA" sz="1200" b="1" kern="1200" dirty="0">
                <a:solidFill>
                  <a:schemeClr val="tx1"/>
                </a:solidFill>
                <a:effectLst/>
                <a:latin typeface="+mn-lt"/>
                <a:ea typeface="+mn-ea"/>
                <a:cs typeface="+mn-cs"/>
              </a:rPr>
              <a:t>3. Understandable: </a:t>
            </a:r>
            <a:r>
              <a:rPr lang="en-CA" sz="1200" b="0" kern="1200" dirty="0">
                <a:solidFill>
                  <a:schemeClr val="tx1"/>
                </a:solidFill>
                <a:effectLst/>
                <a:latin typeface="+mn-lt"/>
                <a:ea typeface="+mn-ea"/>
                <a:cs typeface="+mn-cs"/>
              </a:rPr>
              <a:t>Content and interface operation must be </a:t>
            </a:r>
            <a:r>
              <a:rPr lang="en-CA" sz="1200" b="1" kern="1200" dirty="0">
                <a:solidFill>
                  <a:schemeClr val="tx1"/>
                </a:solidFill>
                <a:effectLst/>
                <a:latin typeface="+mn-lt"/>
                <a:ea typeface="+mn-ea"/>
                <a:cs typeface="+mn-cs"/>
              </a:rPr>
              <a:t>understandable</a:t>
            </a:r>
            <a:r>
              <a:rPr lang="en-CA" sz="1200" b="0" kern="1200" dirty="0">
                <a:solidFill>
                  <a:schemeClr val="tx1"/>
                </a:solidFill>
                <a:effectLst/>
                <a:latin typeface="+mn-lt"/>
                <a:ea typeface="+mn-ea"/>
                <a:cs typeface="+mn-cs"/>
              </a:rPr>
              <a:t>. Users should be able to comprehend the information and know how to interact with the website. This principle covers clear instructions, consistent design patterns, readable text, and predictable functionality. It also addresses cognitive accessibility, helping users with learning disabilities or limited experience with technology.</a:t>
            </a:r>
          </a:p>
          <a:p>
            <a:r>
              <a:rPr lang="en-CA" sz="1200" b="1" kern="1200" dirty="0">
                <a:solidFill>
                  <a:schemeClr val="tx1"/>
                </a:solidFill>
                <a:effectLst/>
                <a:latin typeface="+mn-lt"/>
                <a:ea typeface="+mn-ea"/>
                <a:cs typeface="+mn-cs"/>
              </a:rPr>
              <a:t>4. Robust: </a:t>
            </a:r>
            <a:r>
              <a:rPr lang="en-CA" sz="1200" b="0" kern="1200" dirty="0">
                <a:solidFill>
                  <a:schemeClr val="tx1"/>
                </a:solidFill>
                <a:effectLst/>
                <a:latin typeface="+mn-lt"/>
                <a:ea typeface="+mn-ea"/>
                <a:cs typeface="+mn-cs"/>
              </a:rPr>
              <a:t>Content must be </a:t>
            </a:r>
            <a:r>
              <a:rPr lang="en-CA" sz="1200" b="1" kern="1200" dirty="0">
                <a:solidFill>
                  <a:schemeClr val="tx1"/>
                </a:solidFill>
                <a:effectLst/>
                <a:latin typeface="+mn-lt"/>
                <a:ea typeface="+mn-ea"/>
                <a:cs typeface="+mn-cs"/>
              </a:rPr>
              <a:t>robust</a:t>
            </a:r>
            <a:r>
              <a:rPr lang="en-CA" sz="1200" b="0" kern="1200" dirty="0">
                <a:solidFill>
                  <a:schemeClr val="tx1"/>
                </a:solidFill>
                <a:effectLst/>
                <a:latin typeface="+mn-lt"/>
                <a:ea typeface="+mn-ea"/>
                <a:cs typeface="+mn-cs"/>
              </a:rPr>
              <a:t> enough to be interpreted reliably by a wide range of </a:t>
            </a:r>
            <a:r>
              <a:rPr lang="en-CA" sz="1200" b="1" kern="1200" dirty="0">
                <a:solidFill>
                  <a:schemeClr val="tx1"/>
                </a:solidFill>
                <a:effectLst/>
                <a:latin typeface="+mn-lt"/>
                <a:ea typeface="+mn-ea"/>
                <a:cs typeface="+mn-cs"/>
              </a:rPr>
              <a:t>user agents</a:t>
            </a:r>
            <a:r>
              <a:rPr lang="en-CA" sz="1200" b="0" kern="1200" dirty="0">
                <a:solidFill>
                  <a:schemeClr val="tx1"/>
                </a:solidFill>
                <a:effectLst/>
                <a:latin typeface="+mn-lt"/>
                <a:ea typeface="+mn-ea"/>
                <a:cs typeface="+mn-cs"/>
              </a:rPr>
              <a:t>, including current and future technologies, as well as assistive devices like screen readers or braille displays. This ensures that web content remains accessible as technology evolves and across different platforms and devices.</a:t>
            </a:r>
          </a:p>
          <a:p>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Source thewcag.com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Sources used: NN/g channel/context guidance; W3C WCAG overview.</a:t>
            </a:r>
          </a:p>
        </p:txBody>
      </p:sp>
      <p:sp>
        <p:nvSpPr>
          <p:cNvPr id="4" name="Slide Number Placeholder 3">
            <a:extLst>
              <a:ext uri="{FF2B5EF4-FFF2-40B4-BE49-F238E27FC236}">
                <a16:creationId xmlns:a16="http://schemas.microsoft.com/office/drawing/2014/main" id="{1B14FA9C-EDF5-0963-4314-FEF84DFAE527}"/>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9526412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73138" y="184150"/>
            <a:ext cx="4911725" cy="2763838"/>
          </a:xfrm>
        </p:spPr>
      </p:sp>
      <p:sp>
        <p:nvSpPr>
          <p:cNvPr id="3" name="Notes Placeholder 2"/>
          <p:cNvSpPr>
            <a:spLocks noGrp="1"/>
          </p:cNvSpPr>
          <p:nvPr>
            <p:ph type="body" idx="1"/>
          </p:nvPr>
        </p:nvSpPr>
        <p:spPr/>
        <p:txBody>
          <a:bodyPr/>
          <a:lstStyle/>
          <a:p>
            <a:r>
              <a:rPr lang="en-US" dirty="0"/>
              <a:t>This decoder is a bridge between beautiful composition and effective communication. </a:t>
            </a:r>
          </a:p>
          <a:p>
            <a:endParaRPr lang="en-US" dirty="0"/>
          </a:p>
          <a:p>
            <a:r>
              <a:rPr lang="en-US" dirty="0"/>
              <a:t>Designers often discover problems only when they test in context: </a:t>
            </a:r>
          </a:p>
          <a:p>
            <a:pPr marL="171450" indent="-171450">
              <a:buFont typeface="Arial" panose="020B0604020202020204" pitchFamily="34" charset="0"/>
              <a:buChar char="•"/>
            </a:pPr>
            <a:r>
              <a:rPr lang="en-US" dirty="0"/>
              <a:t>print the poster, </a:t>
            </a:r>
          </a:p>
          <a:p>
            <a:pPr marL="171450" indent="-171450">
              <a:buFont typeface="Arial" panose="020B0604020202020204" pitchFamily="34" charset="0"/>
              <a:buChar char="•"/>
            </a:pPr>
            <a:r>
              <a:rPr lang="en-US" dirty="0"/>
              <a:t>view the post on a phone, </a:t>
            </a:r>
          </a:p>
          <a:p>
            <a:pPr marL="171450" indent="-171450">
              <a:buFont typeface="Arial" panose="020B0604020202020204" pitchFamily="34" charset="0"/>
              <a:buChar char="•"/>
            </a:pPr>
            <a:r>
              <a:rPr lang="en-US" dirty="0"/>
              <a:t>stand back from the sign, or </a:t>
            </a:r>
          </a:p>
          <a:p>
            <a:pPr marL="171450" indent="-171450">
              <a:buFont typeface="Arial" panose="020B0604020202020204" pitchFamily="34" charset="0"/>
              <a:buChar char="•"/>
            </a:pPr>
            <a:r>
              <a:rPr lang="en-US" dirty="0"/>
              <a:t>show the slide from the back of the room.</a:t>
            </a:r>
          </a:p>
          <a:p>
            <a:endParaRPr lang="en-US" dirty="0"/>
          </a:p>
          <a:p>
            <a:r>
              <a:rPr lang="en-US" dirty="0"/>
              <a:t>Interactive quick check: Ask students to choose one decoder question and apply it to a campus event poster for “Portfolio Show — Friday 6 PM”.
Source used: user-centred design and context-of-use guidance from NN/g, Canada.ca, Canadian Digital Service, and IxDF.</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73138" y="184150"/>
            <a:ext cx="4911725" cy="2763838"/>
          </a:xfrm>
        </p:spPr>
      </p:sp>
      <p:sp>
        <p:nvSpPr>
          <p:cNvPr id="3" name="Notes Placeholder 2"/>
          <p:cNvSpPr>
            <a:spLocks noGrp="1"/>
          </p:cNvSpPr>
          <p:nvPr>
            <p:ph type="body" idx="1"/>
          </p:nvPr>
        </p:nvSpPr>
        <p:spPr/>
        <p:txBody>
          <a:bodyPr/>
          <a:lstStyle/>
          <a:p>
            <a:r>
              <a:rPr lang="en-US" dirty="0"/>
              <a:t>Activity</a:t>
            </a:r>
          </a:p>
          <a:p>
            <a:r>
              <a:rPr lang="en-US" dirty="0"/>
              <a:t>Instructions: Give students 2 minutes individually, 2 minutes in pairs, then gather 3 examples from the room.
Suggested responses: </a:t>
            </a:r>
          </a:p>
          <a:p>
            <a:r>
              <a:rPr lang="en-US" dirty="0"/>
              <a:t>warmer non-clinical language; </a:t>
            </a:r>
          </a:p>
          <a:p>
            <a:r>
              <a:rPr lang="en-US" dirty="0"/>
              <a:t>no crowded copy; </a:t>
            </a:r>
          </a:p>
          <a:p>
            <a:r>
              <a:rPr lang="en-US" dirty="0"/>
              <a:t>clear “drop in, </a:t>
            </a:r>
          </a:p>
          <a:p>
            <a:r>
              <a:rPr lang="en-US" dirty="0"/>
              <a:t>no appointment” message; </a:t>
            </a:r>
          </a:p>
          <a:p>
            <a:r>
              <a:rPr lang="en-US" dirty="0"/>
              <a:t>accessible contrast; </a:t>
            </a:r>
          </a:p>
          <a:p>
            <a:r>
              <a:rPr lang="en-US" dirty="0"/>
              <a:t>image that suggests support without clichés; </a:t>
            </a:r>
          </a:p>
          <a:p>
            <a:r>
              <a:rPr lang="en-US" dirty="0"/>
              <a:t>
Instructor caution: avoid having students design from stereotypes about mental health. Keep the focus on barriers and respectful communication.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73138" y="184150"/>
            <a:ext cx="4911725" cy="2763838"/>
          </a:xfrm>
        </p:spPr>
      </p:sp>
      <p:sp>
        <p:nvSpPr>
          <p:cNvPr id="3" name="Notes Placeholder 2"/>
          <p:cNvSpPr>
            <a:spLocks noGrp="1"/>
          </p:cNvSpPr>
          <p:nvPr>
            <p:ph type="body" idx="1"/>
          </p:nvPr>
        </p:nvSpPr>
        <p:spPr/>
        <p:txBody>
          <a:bodyPr/>
          <a:lstStyle/>
          <a:p>
            <a:r>
              <a:rPr lang="en-US" dirty="0"/>
              <a:t>
As you move into projects, we will keep asking you to defend your choices. ‘I like it’ is a starting point, but a design rationale connects the choice to audience, intended message, context, and medium.
</a:t>
            </a:r>
          </a:p>
          <a:p>
            <a:r>
              <a:rPr lang="en-US" dirty="0"/>
              <a:t>Question: Which question do you think you will forget most often when designing?</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DD3B1-8F2D-74CE-1CB3-52D1C1B427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BC9068-3EFB-8C9D-BE56-2C0F1D8F6A97}"/>
              </a:ext>
            </a:extLst>
          </p:cNvPr>
          <p:cNvSpPr>
            <a:spLocks noGrp="1" noRot="1" noChangeAspect="1"/>
          </p:cNvSpPr>
          <p:nvPr>
            <p:ph type="sldImg"/>
          </p:nvPr>
        </p:nvSpPr>
        <p:spPr>
          <a:xfrm>
            <a:off x="973138" y="184150"/>
            <a:ext cx="4911725" cy="2763838"/>
          </a:xfrm>
        </p:spPr>
      </p:sp>
      <p:sp>
        <p:nvSpPr>
          <p:cNvPr id="3" name="Notes Placeholder 2">
            <a:extLst>
              <a:ext uri="{FF2B5EF4-FFF2-40B4-BE49-F238E27FC236}">
                <a16:creationId xmlns:a16="http://schemas.microsoft.com/office/drawing/2014/main" id="{D5A86EB9-4295-C9F3-7D99-5C62A0755B7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334155"/>
                </a:solidFill>
                <a:latin typeface="Lato"/>
              </a:rPr>
              <a:t>Design is intent. Personas build focus. Context determines form.</a:t>
            </a:r>
          </a:p>
          <a:p>
            <a:r>
              <a:rPr lang="en-US" dirty="0"/>
              <a:t>
</a:t>
            </a:r>
            <a:r>
              <a:rPr lang="en-CA" sz="1200" kern="1200" dirty="0">
                <a:solidFill>
                  <a:schemeClr val="tx1"/>
                </a:solidFill>
                <a:effectLst/>
                <a:latin typeface="+mn-lt"/>
                <a:ea typeface="+mn-ea"/>
                <a:cs typeface="+mn-cs"/>
              </a:rPr>
              <a:t>Distinguish between the </a:t>
            </a:r>
            <a:r>
              <a:rPr lang="en-CA" sz="1200" b="1" kern="1200" dirty="0">
                <a:solidFill>
                  <a:schemeClr val="tx1"/>
                </a:solidFill>
                <a:effectLst/>
                <a:latin typeface="+mn-lt"/>
                <a:ea typeface="+mn-ea"/>
                <a:cs typeface="+mn-cs"/>
              </a:rPr>
              <a:t>Intended Message</a:t>
            </a:r>
            <a:r>
              <a:rPr lang="en-CA" sz="1200" kern="1200" dirty="0">
                <a:solidFill>
                  <a:schemeClr val="tx1"/>
                </a:solidFill>
                <a:effectLst/>
                <a:latin typeface="+mn-lt"/>
                <a:ea typeface="+mn-ea"/>
                <a:cs typeface="+mn-cs"/>
              </a:rPr>
              <a:t> (what the designer encodes) and the </a:t>
            </a:r>
            <a:r>
              <a:rPr lang="en-CA" sz="1200" b="1" kern="1200" dirty="0">
                <a:solidFill>
                  <a:schemeClr val="tx1"/>
                </a:solidFill>
                <a:effectLst/>
                <a:latin typeface="+mn-lt"/>
                <a:ea typeface="+mn-ea"/>
                <a:cs typeface="+mn-cs"/>
              </a:rPr>
              <a:t>Perceived Message</a:t>
            </a:r>
            <a:r>
              <a:rPr lang="en-CA" sz="1200" kern="1200" dirty="0">
                <a:solidFill>
                  <a:schemeClr val="tx1"/>
                </a:solidFill>
                <a:effectLst/>
                <a:latin typeface="+mn-lt"/>
                <a:ea typeface="+mn-ea"/>
                <a:cs typeface="+mn-cs"/>
              </a:rPr>
              <a:t> (what the audience decodes).</a:t>
            </a:r>
          </a:p>
          <a:p>
            <a:pPr marL="171450" lvl="0" indent="-171450">
              <a:buFont typeface="Arial" panose="020B0604020202020204" pitchFamily="34" charset="0"/>
              <a:buChar char="•"/>
            </a:pPr>
            <a:r>
              <a:rPr lang="en-CA" sz="1200" kern="1200" dirty="0">
                <a:solidFill>
                  <a:schemeClr val="tx1"/>
                </a:solidFill>
                <a:effectLst/>
                <a:latin typeface="+mn-lt"/>
                <a:ea typeface="+mn-ea"/>
                <a:cs typeface="+mn-cs"/>
              </a:rPr>
              <a:t>Graphic design is a two-way form of communication, not just self-expression.</a:t>
            </a:r>
          </a:p>
          <a:p>
            <a:pPr marL="171450" lvl="0" indent="-171450">
              <a:buFont typeface="Arial" panose="020B0604020202020204" pitchFamily="34" charset="0"/>
              <a:buChar char="•"/>
            </a:pPr>
            <a:endParaRPr lang="en-CA" sz="1200" kern="1200" dirty="0">
              <a:solidFill>
                <a:schemeClr val="tx1"/>
              </a:solidFill>
              <a:effectLst/>
              <a:latin typeface="+mn-lt"/>
              <a:ea typeface="+mn-ea"/>
              <a:cs typeface="+mn-cs"/>
            </a:endParaRPr>
          </a:p>
          <a:p>
            <a:pPr lvl="0"/>
            <a:r>
              <a:rPr lang="en-CA" sz="1200" kern="1200" dirty="0">
                <a:solidFill>
                  <a:schemeClr val="tx1"/>
                </a:solidFill>
                <a:effectLst/>
                <a:latin typeface="+mn-lt"/>
                <a:ea typeface="+mn-ea"/>
                <a:cs typeface="+mn-cs"/>
              </a:rPr>
              <a:t>Create a </a:t>
            </a:r>
            <a:r>
              <a:rPr lang="en-CA" sz="1200" b="1" kern="1200" dirty="0">
                <a:solidFill>
                  <a:schemeClr val="tx1"/>
                </a:solidFill>
                <a:effectLst/>
                <a:latin typeface="+mn-lt"/>
                <a:ea typeface="+mn-ea"/>
                <a:cs typeface="+mn-cs"/>
              </a:rPr>
              <a:t>User Persona</a:t>
            </a:r>
            <a:r>
              <a:rPr lang="en-CA" sz="1200" kern="1200" dirty="0">
                <a:solidFill>
                  <a:schemeClr val="tx1"/>
                </a:solidFill>
                <a:effectLst/>
                <a:latin typeface="+mn-lt"/>
                <a:ea typeface="+mn-ea"/>
                <a:cs typeface="+mn-cs"/>
              </a:rPr>
              <a:t>.</a:t>
            </a:r>
          </a:p>
          <a:p>
            <a:pPr marL="171450" indent="-171450">
              <a:buFont typeface="Arial" panose="020B0604020202020204" pitchFamily="34" charset="0"/>
              <a:buChar char="•"/>
            </a:pPr>
            <a:r>
              <a:rPr lang="en-CA" sz="1200" kern="1200" dirty="0">
                <a:solidFill>
                  <a:schemeClr val="tx1"/>
                </a:solidFill>
                <a:effectLst/>
                <a:latin typeface="+mn-lt"/>
                <a:ea typeface="+mn-ea"/>
                <a:cs typeface="+mn-cs"/>
              </a:rPr>
              <a:t> "designing for everybody means designing for nobody."</a:t>
            </a:r>
          </a:p>
          <a:p>
            <a:pPr marL="171450" lvl="0" indent="-171450">
              <a:buFont typeface="Arial" panose="020B0604020202020204" pitchFamily="34" charset="0"/>
              <a:buChar char="•"/>
            </a:pPr>
            <a:endParaRPr lang="en-CA" sz="1200" kern="1200" dirty="0">
              <a:solidFill>
                <a:schemeClr val="tx1"/>
              </a:solidFill>
              <a:effectLst/>
              <a:latin typeface="+mn-lt"/>
              <a:ea typeface="+mn-ea"/>
              <a:cs typeface="+mn-cs"/>
            </a:endParaRPr>
          </a:p>
          <a:p>
            <a:pPr lvl="0"/>
            <a:r>
              <a:rPr lang="en-CA" sz="1200" kern="1200" dirty="0">
                <a:solidFill>
                  <a:schemeClr val="tx1"/>
                </a:solidFill>
                <a:effectLst/>
                <a:highlight>
                  <a:srgbClr val="FFFF00"/>
                </a:highlight>
                <a:latin typeface="+mn-lt"/>
                <a:ea typeface="+mn-ea"/>
                <a:cs typeface="+mn-cs"/>
              </a:rPr>
              <a:t>Apply Marshall McLuhan’s media theory (</a:t>
            </a:r>
            <a:r>
              <a:rPr lang="en-CA" sz="1200" i="1" kern="1200" dirty="0">
                <a:solidFill>
                  <a:schemeClr val="tx1"/>
                </a:solidFill>
                <a:effectLst/>
                <a:highlight>
                  <a:srgbClr val="FFFF00"/>
                </a:highlight>
                <a:latin typeface="+mn-lt"/>
                <a:ea typeface="+mn-ea"/>
                <a:cs typeface="+mn-cs"/>
              </a:rPr>
              <a:t>"The medium is the message"</a:t>
            </a:r>
            <a:r>
              <a:rPr lang="en-CA" sz="1200" kern="1200" dirty="0">
                <a:solidFill>
                  <a:schemeClr val="tx1"/>
                </a:solidFill>
                <a:effectLst/>
                <a:highlight>
                  <a:srgbClr val="FFFF00"/>
                </a:highlight>
                <a:latin typeface="+mn-lt"/>
                <a:ea typeface="+mn-ea"/>
                <a:cs typeface="+mn-cs"/>
              </a:rPr>
              <a:t>) to modern graphic design.</a:t>
            </a:r>
          </a:p>
          <a:p>
            <a:pPr marL="171450" indent="-171450">
              <a:buFont typeface="Arial" panose="020B0604020202020204" pitchFamily="34" charset="0"/>
              <a:buChar char="•"/>
            </a:pPr>
            <a:r>
              <a:rPr lang="en-CA" sz="1200" kern="1200" dirty="0">
                <a:solidFill>
                  <a:schemeClr val="tx1"/>
                </a:solidFill>
                <a:effectLst/>
                <a:highlight>
                  <a:srgbClr val="FFFF00"/>
                </a:highlight>
                <a:latin typeface="+mn-lt"/>
                <a:ea typeface="+mn-ea"/>
                <a:cs typeface="+mn-cs"/>
              </a:rPr>
              <a:t>Contrast physical (environmental, print) context with digital (screen, UX/UI) context.</a:t>
            </a:r>
          </a:p>
          <a:p>
            <a:pPr marL="171450" lvl="0" indent="-171450">
              <a:buFont typeface="Arial" panose="020B0604020202020204" pitchFamily="34" charset="0"/>
              <a:buChar char="•"/>
            </a:pPr>
            <a:r>
              <a:rPr lang="en-CA" sz="1200" kern="1200" dirty="0">
                <a:solidFill>
                  <a:schemeClr val="tx1"/>
                </a:solidFill>
                <a:effectLst/>
                <a:highlight>
                  <a:srgbClr val="FFFF00"/>
                </a:highlight>
                <a:latin typeface="+mn-lt"/>
                <a:ea typeface="+mn-ea"/>
                <a:cs typeface="+mn-cs"/>
              </a:rPr>
              <a:t>Evaluate how viewing distance, lighting, and platform constraints dictate visual hierarchy.</a:t>
            </a:r>
            <a:endParaRPr lang="en-US" dirty="0">
              <a:highlight>
                <a:srgbClr val="FFFF00"/>
              </a:highlight>
            </a:endParaRPr>
          </a:p>
          <a:p>
            <a:endParaRPr lang="en-US" dirty="0"/>
          </a:p>
          <a:p>
            <a:r>
              <a:rPr lang="en-US" dirty="0"/>
              <a:t>Audience informs persona; persona is tested against context and medium.
</a:t>
            </a:r>
          </a:p>
          <a:p>
            <a:r>
              <a:rPr lang="en-US" dirty="0"/>
              <a:t>To recap: design communication so the intended audience can find, understand, and use information; user-centred design sources emphasize designing around user needs.</a:t>
            </a:r>
          </a:p>
          <a:p>
            <a:endParaRPr lang="en-US" dirty="0"/>
          </a:p>
        </p:txBody>
      </p:sp>
      <p:sp>
        <p:nvSpPr>
          <p:cNvPr id="4" name="Slide Number Placeholder 3">
            <a:extLst>
              <a:ext uri="{FF2B5EF4-FFF2-40B4-BE49-F238E27FC236}">
                <a16:creationId xmlns:a16="http://schemas.microsoft.com/office/drawing/2014/main" id="{D6710B56-182E-EEB4-C1A8-B973EBB322D3}"/>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6145265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73138" y="184150"/>
            <a:ext cx="4911725" cy="2763838"/>
          </a:xfrm>
        </p:spPr>
      </p:sp>
      <p:sp>
        <p:nvSpPr>
          <p:cNvPr id="3" name="Notes Placeholder 2"/>
          <p:cNvSpPr>
            <a:spLocks noGrp="1"/>
          </p:cNvSpPr>
          <p:nvPr>
            <p:ph type="body" idx="1"/>
          </p:nvPr>
        </p:nvSpPr>
        <p:spPr/>
        <p:txBody>
          <a:bodyPr/>
          <a:lstStyle/>
          <a:p>
            <a:r>
              <a:rPr lang="en-US" dirty="0"/>
              <a:t>Sources slide. Use if students ask where the lecture framework came from.
Canada.ca Content Style Guide — plain language and audience: https://design.canada.ca/style-guide/
Canada.ca Designing for Canada.ca — design for people / user needs: https://design.canada.ca/
Canadian Digital Service — user-centred design: https://digital.canada.ca/user-centred-design/
Nielsen Norman Group — Personas: Study Guide: https://www.nngroup.com/articles/personas-study-guide/
Nielsen Norman Group — Optimizing for Context in Omnichannel UX: https://www.nngroup.com/articles/context-specific-cross-channel/
Nielsen Norman Group — When to Use Which UX Research Methods: https://www.nngroup.com/articles/which-ux-research-methods/
W3C WAI — WCAG 2 Overview: https://www.w3.org/WAI/standards-guidelines/wcag/
Interaction Design Foundation — User-Centred Design: https://www.interaction-design.org/literature/topics/user-centered-design
Interaction Design Foundation — Personas: A Simple Introduction: https://www.interaction-design.org/literature/article/personas-why-and-how-you-should-use-them</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76751183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53053728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9/29/2026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4978810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9/29/2026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71589928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9/29/2026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0348381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9/29/2026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8934995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7987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9/29/2026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13970711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9/29/2026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85007190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08603243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8212535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81492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9/29/2026</a:t>
            </a:fld>
            <a:endParaRPr lang="en-US" dirty="0"/>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4210454314"/>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hyperlink" Target="https://www.lowes.com/pd/Trademark-Fine-Art-Pat-Saunders-White-Dos-Amores-Canvas-Art-14x19/8633527"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mnt/data/a_bright_modern_classroom_studio_interior_scene_wi.png"/>
          <p:cNvPicPr>
            <a:picLocks noChangeAspect="1"/>
          </p:cNvPicPr>
          <p:nvPr/>
        </p:nvPicPr>
        <p:blipFill>
          <a:blip r:embed="rId3"/>
          <a:srcRect l="27177" r="27177"/>
          <a:stretch/>
        </p:blipFill>
        <p:spPr>
          <a:xfrm>
            <a:off x="6496052" y="857250"/>
            <a:ext cx="4171721" cy="5143500"/>
          </a:xfrm>
          <a:prstGeom prst="rect">
            <a:avLst/>
          </a:prstGeom>
        </p:spPr>
      </p:pic>
      <p:sp>
        <p:nvSpPr>
          <p:cNvPr id="3" name="Shape 0"/>
          <p:cNvSpPr/>
          <p:nvPr/>
        </p:nvSpPr>
        <p:spPr>
          <a:xfrm>
            <a:off x="1524000" y="857250"/>
            <a:ext cx="4924044" cy="5143500"/>
          </a:xfrm>
          <a:prstGeom prst="rect">
            <a:avLst/>
          </a:prstGeom>
          <a:solidFill>
            <a:srgbClr val="FFFFFF"/>
          </a:solidFill>
          <a:ln w="12700">
            <a:solidFill>
              <a:srgbClr val="FFFFFF"/>
            </a:solidFill>
            <a:prstDash val="solid"/>
          </a:ln>
        </p:spPr>
        <p:txBody>
          <a:bodyPr/>
          <a:lstStyle/>
          <a:p>
            <a:endParaRPr lang="en-CA" sz="1350"/>
          </a:p>
        </p:txBody>
      </p:sp>
      <p:sp>
        <p:nvSpPr>
          <p:cNvPr id="4" name="Shape 1"/>
          <p:cNvSpPr/>
          <p:nvPr/>
        </p:nvSpPr>
        <p:spPr>
          <a:xfrm>
            <a:off x="6448044" y="857250"/>
            <a:ext cx="48006" cy="5143500"/>
          </a:xfrm>
          <a:prstGeom prst="rect">
            <a:avLst/>
          </a:prstGeom>
          <a:solidFill>
            <a:srgbClr val="F8C200"/>
          </a:solidFill>
          <a:ln w="12700">
            <a:solidFill>
              <a:srgbClr val="F8C200"/>
            </a:solidFill>
            <a:prstDash val="solid"/>
          </a:ln>
        </p:spPr>
        <p:txBody>
          <a:bodyPr/>
          <a:lstStyle/>
          <a:p>
            <a:endParaRPr lang="en-CA" sz="1350"/>
          </a:p>
        </p:txBody>
      </p:sp>
      <p:sp>
        <p:nvSpPr>
          <p:cNvPr id="5" name="Shape 2"/>
          <p:cNvSpPr/>
          <p:nvPr/>
        </p:nvSpPr>
        <p:spPr>
          <a:xfrm>
            <a:off x="1783462" y="1693596"/>
            <a:ext cx="1440180" cy="233172"/>
          </a:xfrm>
          <a:prstGeom prst="roundRect">
            <a:avLst>
              <a:gd name="adj" fmla="val 23529"/>
            </a:avLst>
          </a:prstGeom>
          <a:solidFill>
            <a:srgbClr val="F8C200"/>
          </a:solidFill>
          <a:ln w="12700">
            <a:solidFill>
              <a:srgbClr val="F8C200"/>
            </a:solidFill>
            <a:prstDash val="solid"/>
          </a:ln>
        </p:spPr>
        <p:txBody>
          <a:bodyPr/>
          <a:lstStyle/>
          <a:p>
            <a:endParaRPr lang="en-CA" sz="1350"/>
          </a:p>
        </p:txBody>
      </p:sp>
      <p:sp>
        <p:nvSpPr>
          <p:cNvPr id="6" name="Text 3"/>
          <p:cNvSpPr/>
          <p:nvPr/>
        </p:nvSpPr>
        <p:spPr>
          <a:xfrm>
            <a:off x="1838326" y="1748460"/>
            <a:ext cx="1330452" cy="123444"/>
          </a:xfrm>
          <a:prstGeom prst="rect">
            <a:avLst/>
          </a:prstGeom>
          <a:noFill/>
          <a:ln/>
        </p:spPr>
        <p:txBody>
          <a:bodyPr wrap="square" lIns="0" tIns="0" rIns="0" bIns="0" rtlCol="0" anchor="ctr"/>
          <a:lstStyle/>
          <a:p>
            <a:pPr algn="ctr"/>
            <a:r>
              <a:rPr lang="en-US" sz="638" b="1" dirty="0">
                <a:solidFill>
                  <a:srgbClr val="1D2733"/>
                </a:solidFill>
              </a:rPr>
              <a:t>Design Theory • Year 1</a:t>
            </a:r>
            <a:endParaRPr lang="en-US" sz="638" dirty="0"/>
          </a:p>
        </p:txBody>
      </p:sp>
      <p:sp>
        <p:nvSpPr>
          <p:cNvPr id="7" name="Text 4"/>
          <p:cNvSpPr/>
          <p:nvPr/>
        </p:nvSpPr>
        <p:spPr>
          <a:xfrm>
            <a:off x="1783462" y="2063930"/>
            <a:ext cx="4469782" cy="1587137"/>
          </a:xfrm>
          <a:prstGeom prst="rect">
            <a:avLst/>
          </a:prstGeom>
          <a:noFill/>
          <a:ln/>
        </p:spPr>
        <p:txBody>
          <a:bodyPr wrap="square" lIns="0" tIns="0" rIns="0" bIns="0" rtlCol="0" anchor="ctr">
            <a:normAutofit/>
          </a:bodyPr>
          <a:lstStyle/>
          <a:p>
            <a:r>
              <a:rPr lang="en-US" sz="2800" b="1" dirty="0">
                <a:solidFill>
                  <a:srgbClr val="0F172A"/>
                </a:solidFill>
                <a:latin typeface="Poppins"/>
              </a:rPr>
              <a:t>Who Are You Talking To?</a:t>
            </a:r>
          </a:p>
          <a:p>
            <a:r>
              <a:rPr lang="en-US" sz="2400" b="1" dirty="0">
                <a:solidFill>
                  <a:srgbClr val="1D2733"/>
                </a:solidFill>
                <a:latin typeface="Aptos Display" pitchFamily="34" charset="0"/>
                <a:ea typeface="Aptos Display" pitchFamily="34" charset="-122"/>
                <a:cs typeface="Aptos Display" pitchFamily="34" charset="-120"/>
              </a:rPr>
              <a:t>Audience, Personas,</a:t>
            </a:r>
            <a:endParaRPr lang="en-US" sz="2400" dirty="0"/>
          </a:p>
          <a:p>
            <a:r>
              <a:rPr lang="en-US" sz="2400" b="1" dirty="0">
                <a:solidFill>
                  <a:srgbClr val="1D2733"/>
                </a:solidFill>
                <a:latin typeface="Aptos Display" pitchFamily="34" charset="0"/>
                <a:ea typeface="Aptos Display" pitchFamily="34" charset="-122"/>
                <a:cs typeface="Aptos Display" pitchFamily="34" charset="-120"/>
              </a:rPr>
              <a:t>Context &amp; Medium</a:t>
            </a:r>
            <a:endParaRPr lang="en-US" sz="2400" dirty="0"/>
          </a:p>
        </p:txBody>
      </p:sp>
      <p:sp>
        <p:nvSpPr>
          <p:cNvPr id="9" name="Text 6"/>
          <p:cNvSpPr/>
          <p:nvPr/>
        </p:nvSpPr>
        <p:spPr>
          <a:xfrm>
            <a:off x="1783462" y="3925389"/>
            <a:ext cx="3943350" cy="356616"/>
          </a:xfrm>
          <a:prstGeom prst="rect">
            <a:avLst/>
          </a:prstGeom>
          <a:noFill/>
          <a:ln/>
        </p:spPr>
        <p:txBody>
          <a:bodyPr wrap="square" lIns="0" tIns="0" rIns="0" bIns="0" rtlCol="0" anchor="ctr"/>
          <a:lstStyle/>
          <a:p>
            <a:r>
              <a:rPr lang="en-US" sz="2000" b="1" dirty="0">
                <a:solidFill>
                  <a:srgbClr val="007599"/>
                </a:solidFill>
              </a:rPr>
              <a:t>Good design choices start before the software opens.</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A"/>
        </a:solidFill>
        <a:effectLst/>
      </p:bgPr>
    </p:bg>
    <p:spTree>
      <p:nvGrpSpPr>
        <p:cNvPr id="1" name=""/>
        <p:cNvGrpSpPr/>
        <p:nvPr/>
      </p:nvGrpSpPr>
      <p:grpSpPr>
        <a:xfrm>
          <a:off x="0" y="0"/>
          <a:ext cx="0" cy="0"/>
          <a:chOff x="0" y="0"/>
          <a:chExt cx="0" cy="0"/>
        </a:xfrm>
      </p:grpSpPr>
      <p:sp>
        <p:nvSpPr>
          <p:cNvPr id="2" name="Shape 0"/>
          <p:cNvSpPr/>
          <p:nvPr/>
        </p:nvSpPr>
        <p:spPr>
          <a:xfrm>
            <a:off x="1524002" y="857250"/>
            <a:ext cx="9143771" cy="123444"/>
          </a:xfrm>
          <a:prstGeom prst="rect">
            <a:avLst/>
          </a:prstGeom>
          <a:solidFill>
            <a:srgbClr val="007599"/>
          </a:solidFill>
          <a:ln w="12700">
            <a:solidFill>
              <a:srgbClr val="007599"/>
            </a:solidFill>
            <a:prstDash val="solid"/>
          </a:ln>
        </p:spPr>
        <p:txBody>
          <a:bodyPr/>
          <a:lstStyle/>
          <a:p>
            <a:endParaRPr lang="en-CA" sz="1350"/>
          </a:p>
        </p:txBody>
      </p:sp>
      <p:sp>
        <p:nvSpPr>
          <p:cNvPr id="3" name="Text 1"/>
          <p:cNvSpPr/>
          <p:nvPr/>
        </p:nvSpPr>
        <p:spPr>
          <a:xfrm>
            <a:off x="8450580" y="884682"/>
            <a:ext cx="1885950" cy="82296"/>
          </a:xfrm>
          <a:prstGeom prst="rect">
            <a:avLst/>
          </a:prstGeom>
          <a:noFill/>
          <a:ln/>
        </p:spPr>
        <p:txBody>
          <a:bodyPr wrap="square" lIns="0" tIns="0" rIns="0" bIns="0" rtlCol="0" anchor="ctr"/>
          <a:lstStyle/>
          <a:p>
            <a:pPr algn="r"/>
            <a:r>
              <a:rPr lang="en-US" sz="488" dirty="0">
                <a:solidFill>
                  <a:srgbClr val="5B6673"/>
                </a:solidFill>
                <a:latin typeface="Aptos" pitchFamily="34" charset="0"/>
                <a:ea typeface="Aptos" pitchFamily="34" charset="-122"/>
                <a:cs typeface="Aptos" pitchFamily="34" charset="-120"/>
              </a:rPr>
              <a:t>Lecture roadmap</a:t>
            </a:r>
            <a:endParaRPr lang="en-US" sz="488" dirty="0"/>
          </a:p>
        </p:txBody>
      </p:sp>
      <p:sp>
        <p:nvSpPr>
          <p:cNvPr id="4" name="Text 2"/>
          <p:cNvSpPr/>
          <p:nvPr/>
        </p:nvSpPr>
        <p:spPr>
          <a:xfrm>
            <a:off x="1901190" y="1145286"/>
            <a:ext cx="7886700" cy="356616"/>
          </a:xfrm>
          <a:prstGeom prst="rect">
            <a:avLst/>
          </a:prstGeom>
          <a:noFill/>
          <a:ln/>
        </p:spPr>
        <p:txBody>
          <a:bodyPr wrap="square" lIns="0" tIns="0" rIns="0" bIns="0" rtlCol="0" anchor="ctr"/>
          <a:lstStyle/>
          <a:p>
            <a:r>
              <a:rPr lang="en-US" sz="3200" b="1" dirty="0">
                <a:solidFill>
                  <a:srgbClr val="1D2733"/>
                </a:solidFill>
                <a:latin typeface="Aptos Display" pitchFamily="34" charset="0"/>
                <a:ea typeface="Aptos Display" pitchFamily="34" charset="-122"/>
                <a:cs typeface="Aptos Display" pitchFamily="34" charset="-120"/>
              </a:rPr>
              <a:t>Today’s path</a:t>
            </a:r>
            <a:endParaRPr lang="en-US" sz="3200" dirty="0"/>
          </a:p>
        </p:txBody>
      </p:sp>
      <p:sp>
        <p:nvSpPr>
          <p:cNvPr id="5" name="Text 3"/>
          <p:cNvSpPr/>
          <p:nvPr/>
        </p:nvSpPr>
        <p:spPr>
          <a:xfrm>
            <a:off x="1914906" y="1529334"/>
            <a:ext cx="7818120" cy="260604"/>
          </a:xfrm>
          <a:prstGeom prst="rect">
            <a:avLst/>
          </a:prstGeom>
          <a:noFill/>
          <a:ln/>
        </p:spPr>
        <p:txBody>
          <a:bodyPr wrap="square" lIns="0" tIns="0" rIns="0" bIns="0" rtlCol="0" anchor="ctr"/>
          <a:lstStyle/>
          <a:p>
            <a:r>
              <a:rPr lang="en-US" sz="2000" dirty="0">
                <a:solidFill>
                  <a:srgbClr val="5B6673"/>
                </a:solidFill>
              </a:rPr>
              <a:t>Three questions designers ask before making visual choices.</a:t>
            </a:r>
            <a:endParaRPr lang="en-US" sz="2000" dirty="0"/>
          </a:p>
        </p:txBody>
      </p:sp>
      <p:sp>
        <p:nvSpPr>
          <p:cNvPr id="6" name="Shape 4"/>
          <p:cNvSpPr/>
          <p:nvPr/>
        </p:nvSpPr>
        <p:spPr>
          <a:xfrm>
            <a:off x="2038350" y="2057400"/>
            <a:ext cx="2297430" cy="4356463"/>
          </a:xfrm>
          <a:prstGeom prst="roundRect">
            <a:avLst>
              <a:gd name="adj" fmla="val 4179"/>
            </a:avLst>
          </a:prstGeom>
          <a:solidFill>
            <a:srgbClr val="FFFFFF"/>
          </a:solidFill>
          <a:ln w="25400">
            <a:solidFill>
              <a:srgbClr val="007599"/>
            </a:solidFill>
            <a:prstDash val="solid"/>
          </a:ln>
        </p:spPr>
        <p:txBody>
          <a:bodyPr/>
          <a:lstStyle/>
          <a:p>
            <a:endParaRPr lang="en-CA" sz="1350"/>
          </a:p>
        </p:txBody>
      </p:sp>
      <p:sp>
        <p:nvSpPr>
          <p:cNvPr id="8" name="Text 6"/>
          <p:cNvSpPr/>
          <p:nvPr/>
        </p:nvSpPr>
        <p:spPr>
          <a:xfrm>
            <a:off x="2209800" y="2606040"/>
            <a:ext cx="1920240" cy="493776"/>
          </a:xfrm>
          <a:prstGeom prst="rect">
            <a:avLst/>
          </a:prstGeom>
          <a:noFill/>
          <a:ln/>
        </p:spPr>
        <p:txBody>
          <a:bodyPr wrap="square" lIns="0" tIns="0" rIns="0" bIns="0" rtlCol="0" anchor="ctr">
            <a:noAutofit/>
          </a:bodyPr>
          <a:lstStyle/>
          <a:p>
            <a:r>
              <a:rPr lang="en-US" sz="2000" b="1" dirty="0">
                <a:solidFill>
                  <a:srgbClr val="1D2733"/>
                </a:solidFill>
              </a:rPr>
              <a:t>1. Audience &amp; intended message</a:t>
            </a:r>
            <a:endParaRPr lang="en-US" sz="2000" dirty="0"/>
          </a:p>
        </p:txBody>
      </p:sp>
      <p:sp>
        <p:nvSpPr>
          <p:cNvPr id="9" name="Text 7"/>
          <p:cNvSpPr/>
          <p:nvPr/>
        </p:nvSpPr>
        <p:spPr>
          <a:xfrm>
            <a:off x="2209800" y="3961310"/>
            <a:ext cx="1885950" cy="713232"/>
          </a:xfrm>
          <a:prstGeom prst="rect">
            <a:avLst/>
          </a:prstGeom>
          <a:noFill/>
          <a:ln/>
        </p:spPr>
        <p:txBody>
          <a:bodyPr wrap="square" lIns="0" tIns="0" rIns="0" bIns="0" rtlCol="0" anchor="ctr">
            <a:noAutofit/>
          </a:bodyPr>
          <a:lstStyle/>
          <a:p>
            <a:r>
              <a:rPr lang="en-US" sz="2000" dirty="0">
                <a:solidFill>
                  <a:srgbClr val="1D2733"/>
                </a:solidFill>
              </a:rPr>
              <a:t>Who needs to understand this? What should they think, feel, or do?</a:t>
            </a:r>
          </a:p>
        </p:txBody>
      </p:sp>
      <p:sp>
        <p:nvSpPr>
          <p:cNvPr id="11" name="Shape 9"/>
          <p:cNvSpPr/>
          <p:nvPr/>
        </p:nvSpPr>
        <p:spPr>
          <a:xfrm>
            <a:off x="4712970" y="2057400"/>
            <a:ext cx="2297430" cy="4356462"/>
          </a:xfrm>
          <a:prstGeom prst="roundRect">
            <a:avLst>
              <a:gd name="adj" fmla="val 4179"/>
            </a:avLst>
          </a:prstGeom>
          <a:solidFill>
            <a:srgbClr val="FFFFFF"/>
          </a:solidFill>
          <a:ln w="25400">
            <a:solidFill>
              <a:srgbClr val="829600"/>
            </a:solidFill>
            <a:prstDash val="solid"/>
          </a:ln>
        </p:spPr>
        <p:txBody>
          <a:bodyPr/>
          <a:lstStyle/>
          <a:p>
            <a:endParaRPr lang="en-CA" sz="1350"/>
          </a:p>
        </p:txBody>
      </p:sp>
      <p:sp>
        <p:nvSpPr>
          <p:cNvPr id="13" name="Text 11"/>
          <p:cNvSpPr/>
          <p:nvPr/>
        </p:nvSpPr>
        <p:spPr>
          <a:xfrm>
            <a:off x="4884420" y="2606040"/>
            <a:ext cx="1920240" cy="493776"/>
          </a:xfrm>
          <a:prstGeom prst="rect">
            <a:avLst/>
          </a:prstGeom>
          <a:noFill/>
          <a:ln/>
        </p:spPr>
        <p:txBody>
          <a:bodyPr wrap="square" lIns="0" tIns="0" rIns="0" bIns="0" rtlCol="0" anchor="ctr">
            <a:normAutofit fontScale="92500"/>
          </a:bodyPr>
          <a:lstStyle/>
          <a:p>
            <a:r>
              <a:rPr lang="en-US" sz="2000" b="1" dirty="0">
                <a:solidFill>
                  <a:srgbClr val="1D2733"/>
                </a:solidFill>
              </a:rPr>
              <a:t>2. Design personas</a:t>
            </a:r>
          </a:p>
        </p:txBody>
      </p:sp>
      <p:sp>
        <p:nvSpPr>
          <p:cNvPr id="14" name="Text 12"/>
          <p:cNvSpPr/>
          <p:nvPr/>
        </p:nvSpPr>
        <p:spPr>
          <a:xfrm>
            <a:off x="4884420" y="3961310"/>
            <a:ext cx="1885950" cy="713232"/>
          </a:xfrm>
          <a:prstGeom prst="rect">
            <a:avLst/>
          </a:prstGeom>
          <a:noFill/>
          <a:ln/>
        </p:spPr>
        <p:txBody>
          <a:bodyPr wrap="square" lIns="0" tIns="0" rIns="0" bIns="0" rtlCol="0" anchor="ctr">
            <a:noAutofit/>
          </a:bodyPr>
          <a:lstStyle/>
          <a:p>
            <a:r>
              <a:rPr lang="en-US" sz="2000" dirty="0">
                <a:solidFill>
                  <a:srgbClr val="1D2733"/>
                </a:solidFill>
              </a:rPr>
              <a:t>How can a realistic audience profile guide design decisions?</a:t>
            </a:r>
          </a:p>
        </p:txBody>
      </p:sp>
      <p:sp>
        <p:nvSpPr>
          <p:cNvPr id="16" name="Shape 14"/>
          <p:cNvSpPr/>
          <p:nvPr/>
        </p:nvSpPr>
        <p:spPr>
          <a:xfrm>
            <a:off x="7387590" y="2057400"/>
            <a:ext cx="2297430" cy="4356462"/>
          </a:xfrm>
          <a:prstGeom prst="roundRect">
            <a:avLst>
              <a:gd name="adj" fmla="val 4179"/>
            </a:avLst>
          </a:prstGeom>
          <a:solidFill>
            <a:srgbClr val="FFFFFF"/>
          </a:solidFill>
          <a:ln w="25400">
            <a:solidFill>
              <a:srgbClr val="F8C200"/>
            </a:solidFill>
            <a:prstDash val="solid"/>
          </a:ln>
        </p:spPr>
        <p:txBody>
          <a:bodyPr/>
          <a:lstStyle/>
          <a:p>
            <a:endParaRPr lang="en-CA" sz="1350"/>
          </a:p>
        </p:txBody>
      </p:sp>
      <p:sp>
        <p:nvSpPr>
          <p:cNvPr id="18" name="Text 16"/>
          <p:cNvSpPr/>
          <p:nvPr/>
        </p:nvSpPr>
        <p:spPr>
          <a:xfrm>
            <a:off x="7559040" y="2606040"/>
            <a:ext cx="1920240" cy="493776"/>
          </a:xfrm>
          <a:prstGeom prst="rect">
            <a:avLst/>
          </a:prstGeom>
          <a:noFill/>
          <a:ln/>
        </p:spPr>
        <p:txBody>
          <a:bodyPr wrap="square" lIns="0" tIns="0" rIns="0" bIns="0" rtlCol="0" anchor="ctr">
            <a:normAutofit fontScale="92500" lnSpcReduction="20000"/>
          </a:bodyPr>
          <a:lstStyle/>
          <a:p>
            <a:r>
              <a:rPr lang="en-US" sz="2000" b="1" dirty="0">
                <a:solidFill>
                  <a:srgbClr val="1D2733"/>
                </a:solidFill>
              </a:rPr>
              <a:t>3. Context &amp; medium</a:t>
            </a:r>
          </a:p>
        </p:txBody>
      </p:sp>
      <p:sp>
        <p:nvSpPr>
          <p:cNvPr id="19" name="Text 17"/>
          <p:cNvSpPr/>
          <p:nvPr/>
        </p:nvSpPr>
        <p:spPr>
          <a:xfrm>
            <a:off x="7576185" y="3961310"/>
            <a:ext cx="1885950" cy="713232"/>
          </a:xfrm>
          <a:prstGeom prst="rect">
            <a:avLst/>
          </a:prstGeom>
          <a:noFill/>
          <a:ln/>
        </p:spPr>
        <p:txBody>
          <a:bodyPr wrap="square" lIns="0" tIns="0" rIns="0" bIns="0" rtlCol="0" anchor="ctr">
            <a:noAutofit/>
          </a:bodyPr>
          <a:lstStyle/>
          <a:p>
            <a:r>
              <a:rPr lang="en-US" sz="2000" dirty="0">
                <a:solidFill>
                  <a:srgbClr val="1D2733"/>
                </a:solidFill>
              </a:rPr>
              <a:t>Where will this design live, and how does that change what works?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563DF62-645B-B628-E012-7B14BD38DA7A}"/>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5291C31A-E03D-EAE2-FF19-B7420F5FF4E4}"/>
              </a:ext>
            </a:extLst>
          </p:cNvPr>
          <p:cNvSpPr/>
          <p:nvPr/>
        </p:nvSpPr>
        <p:spPr>
          <a:xfrm>
            <a:off x="1524000" y="857250"/>
            <a:ext cx="4924044" cy="5143500"/>
          </a:xfrm>
          <a:prstGeom prst="rect">
            <a:avLst/>
          </a:prstGeom>
          <a:solidFill>
            <a:srgbClr val="FFFFFF"/>
          </a:solidFill>
          <a:ln w="12700">
            <a:solidFill>
              <a:srgbClr val="FFFFFF"/>
            </a:solidFill>
            <a:prstDash val="solid"/>
          </a:ln>
        </p:spPr>
        <p:txBody>
          <a:bodyPr/>
          <a:lstStyle/>
          <a:p>
            <a:endParaRPr lang="en-CA" sz="1350"/>
          </a:p>
        </p:txBody>
      </p:sp>
      <p:sp>
        <p:nvSpPr>
          <p:cNvPr id="4" name="Shape 1">
            <a:extLst>
              <a:ext uri="{FF2B5EF4-FFF2-40B4-BE49-F238E27FC236}">
                <a16:creationId xmlns:a16="http://schemas.microsoft.com/office/drawing/2014/main" id="{1877ACEA-71E7-EB29-394E-6958185DA52B}"/>
              </a:ext>
            </a:extLst>
          </p:cNvPr>
          <p:cNvSpPr/>
          <p:nvPr/>
        </p:nvSpPr>
        <p:spPr>
          <a:xfrm>
            <a:off x="6448044" y="857250"/>
            <a:ext cx="48006" cy="5143500"/>
          </a:xfrm>
          <a:prstGeom prst="rect">
            <a:avLst/>
          </a:prstGeom>
          <a:solidFill>
            <a:srgbClr val="F8C200"/>
          </a:solidFill>
          <a:ln w="12700">
            <a:solidFill>
              <a:srgbClr val="F8C200"/>
            </a:solidFill>
            <a:prstDash val="solid"/>
          </a:ln>
        </p:spPr>
        <p:txBody>
          <a:bodyPr/>
          <a:lstStyle/>
          <a:p>
            <a:endParaRPr lang="en-CA" sz="1350"/>
          </a:p>
        </p:txBody>
      </p:sp>
      <p:sp>
        <p:nvSpPr>
          <p:cNvPr id="5" name="Shape 2">
            <a:extLst>
              <a:ext uri="{FF2B5EF4-FFF2-40B4-BE49-F238E27FC236}">
                <a16:creationId xmlns:a16="http://schemas.microsoft.com/office/drawing/2014/main" id="{505CBE46-7969-DF1A-C795-C5814F70768C}"/>
              </a:ext>
            </a:extLst>
          </p:cNvPr>
          <p:cNvSpPr/>
          <p:nvPr/>
        </p:nvSpPr>
        <p:spPr>
          <a:xfrm>
            <a:off x="2141220" y="1721358"/>
            <a:ext cx="1440180" cy="233172"/>
          </a:xfrm>
          <a:prstGeom prst="roundRect">
            <a:avLst>
              <a:gd name="adj" fmla="val 23529"/>
            </a:avLst>
          </a:prstGeom>
          <a:solidFill>
            <a:srgbClr val="F8C200"/>
          </a:solidFill>
          <a:ln w="12700">
            <a:solidFill>
              <a:srgbClr val="F8C200"/>
            </a:solidFill>
            <a:prstDash val="solid"/>
          </a:ln>
        </p:spPr>
        <p:txBody>
          <a:bodyPr/>
          <a:lstStyle/>
          <a:p>
            <a:endParaRPr lang="en-CA" sz="1350"/>
          </a:p>
        </p:txBody>
      </p:sp>
      <p:sp>
        <p:nvSpPr>
          <p:cNvPr id="6" name="Text 3">
            <a:extLst>
              <a:ext uri="{FF2B5EF4-FFF2-40B4-BE49-F238E27FC236}">
                <a16:creationId xmlns:a16="http://schemas.microsoft.com/office/drawing/2014/main" id="{E5961A5D-F843-2A69-2129-0FC9975CA852}"/>
              </a:ext>
            </a:extLst>
          </p:cNvPr>
          <p:cNvSpPr/>
          <p:nvPr/>
        </p:nvSpPr>
        <p:spPr>
          <a:xfrm>
            <a:off x="2196084" y="1776222"/>
            <a:ext cx="1330452" cy="123444"/>
          </a:xfrm>
          <a:prstGeom prst="rect">
            <a:avLst/>
          </a:prstGeom>
          <a:noFill/>
          <a:ln/>
        </p:spPr>
        <p:txBody>
          <a:bodyPr wrap="square" lIns="0" tIns="0" rIns="0" bIns="0" rtlCol="0" anchor="ctr"/>
          <a:lstStyle/>
          <a:p>
            <a:pPr algn="ctr"/>
            <a:r>
              <a:rPr lang="en-US" sz="638" b="1" dirty="0">
                <a:solidFill>
                  <a:srgbClr val="1D2733"/>
                </a:solidFill>
              </a:rPr>
              <a:t>Design Theory • Year 1</a:t>
            </a:r>
            <a:endParaRPr lang="en-US" sz="638" dirty="0"/>
          </a:p>
        </p:txBody>
      </p:sp>
      <p:sp>
        <p:nvSpPr>
          <p:cNvPr id="7" name="Text 4">
            <a:extLst>
              <a:ext uri="{FF2B5EF4-FFF2-40B4-BE49-F238E27FC236}">
                <a16:creationId xmlns:a16="http://schemas.microsoft.com/office/drawing/2014/main" id="{F37E2BFC-901E-E364-1005-C1CDB1B64F1E}"/>
              </a:ext>
            </a:extLst>
          </p:cNvPr>
          <p:cNvSpPr/>
          <p:nvPr/>
        </p:nvSpPr>
        <p:spPr>
          <a:xfrm>
            <a:off x="2113788" y="2057400"/>
            <a:ext cx="4286250" cy="960120"/>
          </a:xfrm>
          <a:prstGeom prst="rect">
            <a:avLst/>
          </a:prstGeom>
          <a:noFill/>
          <a:ln/>
        </p:spPr>
        <p:txBody>
          <a:bodyPr wrap="square" lIns="0" tIns="0" rIns="0" bIns="0" rtlCol="0" anchor="ctr">
            <a:normAutofit/>
          </a:bodyPr>
          <a:lstStyle/>
          <a:p>
            <a:r>
              <a:rPr lang="en-US" sz="2800" b="1" dirty="0">
                <a:solidFill>
                  <a:srgbClr val="0F172A"/>
                </a:solidFill>
                <a:latin typeface="Poppins"/>
              </a:rPr>
              <a:t>Audience and Message</a:t>
            </a:r>
          </a:p>
        </p:txBody>
      </p:sp>
      <p:pic>
        <p:nvPicPr>
          <p:cNvPr id="10" name="Picture 9">
            <a:extLst>
              <a:ext uri="{FF2B5EF4-FFF2-40B4-BE49-F238E27FC236}">
                <a16:creationId xmlns:a16="http://schemas.microsoft.com/office/drawing/2014/main" id="{5423AD62-963C-E179-F786-C81D17FD0242}"/>
              </a:ext>
            </a:extLst>
          </p:cNvPr>
          <p:cNvPicPr>
            <a:picLocks noChangeAspect="1"/>
          </p:cNvPicPr>
          <p:nvPr/>
        </p:nvPicPr>
        <p:blipFill>
          <a:blip r:embed="rId3">
            <a:extLst>
              <a:ext uri="{837473B0-CC2E-450A-ABE3-18F120FF3D39}">
                <a1611:picAttrSrcUrl xmlns:a1611="http://schemas.microsoft.com/office/drawing/2016/11/main" r:id="rId4"/>
              </a:ext>
            </a:extLst>
          </a:blip>
          <a:srcRect l="16667"/>
          <a:stretch>
            <a:fillRect/>
          </a:stretch>
        </p:blipFill>
        <p:spPr>
          <a:xfrm>
            <a:off x="6544056" y="857250"/>
            <a:ext cx="4286250" cy="5143500"/>
          </a:xfrm>
          <a:prstGeom prst="rect">
            <a:avLst/>
          </a:prstGeom>
        </p:spPr>
      </p:pic>
    </p:spTree>
    <p:extLst>
      <p:ext uri="{BB962C8B-B14F-4D97-AF65-F5344CB8AC3E}">
        <p14:creationId xmlns:p14="http://schemas.microsoft.com/office/powerpoint/2010/main" val="273047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A"/>
        </a:solidFill>
        <a:effectLst/>
      </p:bgPr>
    </p:bg>
    <p:spTree>
      <p:nvGrpSpPr>
        <p:cNvPr id="1" name="">
          <a:extLst>
            <a:ext uri="{FF2B5EF4-FFF2-40B4-BE49-F238E27FC236}">
              <a16:creationId xmlns:a16="http://schemas.microsoft.com/office/drawing/2014/main" id="{DB3B425B-9BF6-5F63-C1F7-F31226701BA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1789EC4-E38E-99CF-2AD5-4B5895E8A0F1}"/>
              </a:ext>
            </a:extLst>
          </p:cNvPr>
          <p:cNvSpPr/>
          <p:nvPr/>
        </p:nvSpPr>
        <p:spPr>
          <a:xfrm>
            <a:off x="1524002" y="857250"/>
            <a:ext cx="9143771" cy="123444"/>
          </a:xfrm>
          <a:prstGeom prst="rect">
            <a:avLst/>
          </a:prstGeom>
          <a:solidFill>
            <a:srgbClr val="007599"/>
          </a:solidFill>
          <a:ln w="12700">
            <a:solidFill>
              <a:srgbClr val="007599"/>
            </a:solidFill>
            <a:prstDash val="solid"/>
          </a:ln>
        </p:spPr>
        <p:txBody>
          <a:bodyPr/>
          <a:lstStyle/>
          <a:p>
            <a:endParaRPr lang="en-CA" sz="1350"/>
          </a:p>
        </p:txBody>
      </p:sp>
      <p:sp>
        <p:nvSpPr>
          <p:cNvPr id="3" name="Text 1">
            <a:extLst>
              <a:ext uri="{FF2B5EF4-FFF2-40B4-BE49-F238E27FC236}">
                <a16:creationId xmlns:a16="http://schemas.microsoft.com/office/drawing/2014/main" id="{36690B7B-2371-B2AF-F29F-A2678B6F9CA4}"/>
              </a:ext>
            </a:extLst>
          </p:cNvPr>
          <p:cNvSpPr/>
          <p:nvPr/>
        </p:nvSpPr>
        <p:spPr>
          <a:xfrm>
            <a:off x="8450580" y="884682"/>
            <a:ext cx="1885950" cy="82296"/>
          </a:xfrm>
          <a:prstGeom prst="rect">
            <a:avLst/>
          </a:prstGeom>
          <a:noFill/>
          <a:ln/>
        </p:spPr>
        <p:txBody>
          <a:bodyPr wrap="square" lIns="0" tIns="0" rIns="0" bIns="0" rtlCol="0" anchor="ctr"/>
          <a:lstStyle/>
          <a:p>
            <a:pPr algn="r"/>
            <a:r>
              <a:rPr lang="en-US" sz="488" dirty="0">
                <a:solidFill>
                  <a:srgbClr val="5B6673"/>
                </a:solidFill>
                <a:latin typeface="Aptos" pitchFamily="34" charset="0"/>
                <a:ea typeface="Aptos" pitchFamily="34" charset="-122"/>
                <a:cs typeface="Aptos" pitchFamily="34" charset="-120"/>
              </a:rPr>
              <a:t>1 • Audience &amp; Intended Message</a:t>
            </a:r>
            <a:endParaRPr lang="en-US" sz="488" dirty="0"/>
          </a:p>
        </p:txBody>
      </p:sp>
      <p:sp>
        <p:nvSpPr>
          <p:cNvPr id="5" name="Text 3">
            <a:extLst>
              <a:ext uri="{FF2B5EF4-FFF2-40B4-BE49-F238E27FC236}">
                <a16:creationId xmlns:a16="http://schemas.microsoft.com/office/drawing/2014/main" id="{92FF6E38-7FD4-93C9-310A-C7C3974792A5}"/>
              </a:ext>
            </a:extLst>
          </p:cNvPr>
          <p:cNvSpPr/>
          <p:nvPr/>
        </p:nvSpPr>
        <p:spPr>
          <a:xfrm>
            <a:off x="2061924" y="2181416"/>
            <a:ext cx="7818120" cy="260604"/>
          </a:xfrm>
          <a:prstGeom prst="rect">
            <a:avLst/>
          </a:prstGeom>
          <a:noFill/>
          <a:ln/>
        </p:spPr>
        <p:txBody>
          <a:bodyPr wrap="square" lIns="0" tIns="0" rIns="0" bIns="0" rtlCol="0" anchor="ctr"/>
          <a:lstStyle/>
          <a:p>
            <a:r>
              <a:rPr lang="en-US" sz="2000" dirty="0">
                <a:solidFill>
                  <a:srgbClr val="5B6673"/>
                </a:solidFill>
              </a:rPr>
              <a:t>Audience is the group that needs to understand, use, or respond to the design.</a:t>
            </a:r>
            <a:endParaRPr lang="en-US" sz="2000" dirty="0"/>
          </a:p>
        </p:txBody>
      </p:sp>
      <p:pic>
        <p:nvPicPr>
          <p:cNvPr id="14" name="Picture 13" descr="image.png">
            <a:extLst>
              <a:ext uri="{FF2B5EF4-FFF2-40B4-BE49-F238E27FC236}">
                <a16:creationId xmlns:a16="http://schemas.microsoft.com/office/drawing/2014/main" id="{F80AB070-43E0-E23F-EC61-66CEF2B3186E}"/>
              </a:ext>
            </a:extLst>
          </p:cNvPr>
          <p:cNvPicPr>
            <a:picLocks noChangeAspect="1"/>
          </p:cNvPicPr>
          <p:nvPr/>
        </p:nvPicPr>
        <p:blipFill>
          <a:blip r:embed="rId3"/>
          <a:stretch>
            <a:fillRect/>
          </a:stretch>
        </p:blipFill>
        <p:spPr>
          <a:xfrm>
            <a:off x="1952626" y="2821782"/>
            <a:ext cx="4018359" cy="3552892"/>
          </a:xfrm>
          <a:prstGeom prst="rect">
            <a:avLst/>
          </a:prstGeom>
        </p:spPr>
      </p:pic>
      <p:pic>
        <p:nvPicPr>
          <p:cNvPr id="16" name="Picture 15" descr="image.png">
            <a:extLst>
              <a:ext uri="{FF2B5EF4-FFF2-40B4-BE49-F238E27FC236}">
                <a16:creationId xmlns:a16="http://schemas.microsoft.com/office/drawing/2014/main" id="{AD78A958-0BB1-F5A1-2A5B-404DB35A4622}"/>
              </a:ext>
            </a:extLst>
          </p:cNvPr>
          <p:cNvPicPr>
            <a:picLocks noChangeAspect="1"/>
          </p:cNvPicPr>
          <p:nvPr/>
        </p:nvPicPr>
        <p:blipFill>
          <a:blip r:embed="rId4"/>
          <a:stretch>
            <a:fillRect/>
          </a:stretch>
        </p:blipFill>
        <p:spPr>
          <a:xfrm>
            <a:off x="6221016" y="2821782"/>
            <a:ext cx="4018359" cy="3552891"/>
          </a:xfrm>
          <a:prstGeom prst="rect">
            <a:avLst/>
          </a:prstGeom>
        </p:spPr>
      </p:pic>
      <p:sp>
        <p:nvSpPr>
          <p:cNvPr id="18" name="TextBox 17">
            <a:extLst>
              <a:ext uri="{FF2B5EF4-FFF2-40B4-BE49-F238E27FC236}">
                <a16:creationId xmlns:a16="http://schemas.microsoft.com/office/drawing/2014/main" id="{4576CD76-BF28-9B48-DCF1-4D60B27BDE8B}"/>
              </a:ext>
            </a:extLst>
          </p:cNvPr>
          <p:cNvSpPr txBox="1"/>
          <p:nvPr/>
        </p:nvSpPr>
        <p:spPr>
          <a:xfrm>
            <a:off x="2209800" y="3078957"/>
            <a:ext cx="3679210" cy="307777"/>
          </a:xfrm>
          <a:prstGeom prst="rect">
            <a:avLst/>
          </a:prstGeom>
          <a:noFill/>
        </p:spPr>
        <p:txBody>
          <a:bodyPr wrap="square" lIns="0" tIns="0" rIns="0" bIns="0" anchor="t">
            <a:spAutoFit/>
          </a:bodyPr>
          <a:lstStyle/>
          <a:p>
            <a:pPr algn="l"/>
            <a:r>
              <a:rPr sz="2000" dirty="0">
                <a:solidFill>
                  <a:srgbClr val="0D9488"/>
                </a:solidFill>
                <a:latin typeface="Poppins SemiBold"/>
              </a:rPr>
              <a:t>The Designer (Encoding)</a:t>
            </a:r>
          </a:p>
        </p:txBody>
      </p:sp>
      <p:sp>
        <p:nvSpPr>
          <p:cNvPr id="20" name="TextBox 19">
            <a:extLst>
              <a:ext uri="{FF2B5EF4-FFF2-40B4-BE49-F238E27FC236}">
                <a16:creationId xmlns:a16="http://schemas.microsoft.com/office/drawing/2014/main" id="{65B833A6-D420-349B-1A71-4093023B1A7E}"/>
              </a:ext>
            </a:extLst>
          </p:cNvPr>
          <p:cNvSpPr txBox="1"/>
          <p:nvPr/>
        </p:nvSpPr>
        <p:spPr>
          <a:xfrm>
            <a:off x="2209801" y="3471268"/>
            <a:ext cx="3504009" cy="968342"/>
          </a:xfrm>
          <a:prstGeom prst="rect">
            <a:avLst/>
          </a:prstGeom>
          <a:noFill/>
        </p:spPr>
        <p:txBody>
          <a:bodyPr wrap="square" lIns="0" tIns="0" rIns="0" bIns="0" anchor="t">
            <a:spAutoFit/>
          </a:bodyPr>
          <a:lstStyle/>
          <a:p>
            <a:pPr>
              <a:lnSpc>
                <a:spcPts val="1519"/>
              </a:lnSpc>
            </a:pPr>
            <a:r>
              <a:rPr sz="2000" dirty="0">
                <a:solidFill>
                  <a:srgbClr val="334155"/>
                </a:solidFill>
                <a:latin typeface="Lato"/>
              </a:rPr>
              <a:t>Designers translate raw concepts into visual messages using typography, </a:t>
            </a:r>
            <a:r>
              <a:rPr sz="2000" dirty="0" err="1">
                <a:solidFill>
                  <a:srgbClr val="334155"/>
                </a:solidFill>
                <a:latin typeface="Lato"/>
              </a:rPr>
              <a:t>colour</a:t>
            </a:r>
            <a:r>
              <a:rPr sz="2000" dirty="0">
                <a:solidFill>
                  <a:srgbClr val="334155"/>
                </a:solidFill>
                <a:latin typeface="Lato"/>
              </a:rPr>
              <a:t>, composition, and cultural symbols.</a:t>
            </a:r>
          </a:p>
        </p:txBody>
      </p:sp>
      <p:sp>
        <p:nvSpPr>
          <p:cNvPr id="22" name="TextBox 21">
            <a:extLst>
              <a:ext uri="{FF2B5EF4-FFF2-40B4-BE49-F238E27FC236}">
                <a16:creationId xmlns:a16="http://schemas.microsoft.com/office/drawing/2014/main" id="{7AFDC576-6462-FEEC-B0B1-18F9005E6FCC}"/>
              </a:ext>
            </a:extLst>
          </p:cNvPr>
          <p:cNvSpPr txBox="1"/>
          <p:nvPr/>
        </p:nvSpPr>
        <p:spPr>
          <a:xfrm>
            <a:off x="2209800" y="4604918"/>
            <a:ext cx="3504009" cy="583621"/>
          </a:xfrm>
          <a:prstGeom prst="rect">
            <a:avLst/>
          </a:prstGeom>
          <a:noFill/>
        </p:spPr>
        <p:txBody>
          <a:bodyPr wrap="square" lIns="0" tIns="0" rIns="0" bIns="0" anchor="t">
            <a:spAutoFit/>
          </a:bodyPr>
          <a:lstStyle/>
          <a:p>
            <a:pPr>
              <a:lnSpc>
                <a:spcPts val="1519"/>
              </a:lnSpc>
            </a:pPr>
            <a:r>
              <a:rPr sz="2000" dirty="0">
                <a:solidFill>
                  <a:srgbClr val="334155"/>
                </a:solidFill>
                <a:latin typeface="Lato"/>
              </a:rPr>
              <a:t>Every choice carries hidden assumptions and intended meaning created by the sender.</a:t>
            </a:r>
          </a:p>
        </p:txBody>
      </p:sp>
      <p:sp>
        <p:nvSpPr>
          <p:cNvPr id="24" name="TextBox 23">
            <a:extLst>
              <a:ext uri="{FF2B5EF4-FFF2-40B4-BE49-F238E27FC236}">
                <a16:creationId xmlns:a16="http://schemas.microsoft.com/office/drawing/2014/main" id="{DA8036CD-4FD3-1903-88E9-CF5E3381EE83}"/>
              </a:ext>
            </a:extLst>
          </p:cNvPr>
          <p:cNvSpPr txBox="1"/>
          <p:nvPr/>
        </p:nvSpPr>
        <p:spPr>
          <a:xfrm>
            <a:off x="6478191" y="3078957"/>
            <a:ext cx="3679210" cy="307777"/>
          </a:xfrm>
          <a:prstGeom prst="rect">
            <a:avLst/>
          </a:prstGeom>
          <a:noFill/>
        </p:spPr>
        <p:txBody>
          <a:bodyPr wrap="square" lIns="0" tIns="0" rIns="0" bIns="0" anchor="t">
            <a:spAutoFit/>
          </a:bodyPr>
          <a:lstStyle/>
          <a:p>
            <a:pPr algn="l"/>
            <a:r>
              <a:rPr sz="2000" dirty="0">
                <a:solidFill>
                  <a:srgbClr val="0D9488"/>
                </a:solidFill>
                <a:latin typeface="Poppins SemiBold"/>
              </a:rPr>
              <a:t>The Audience (Decoding)</a:t>
            </a:r>
          </a:p>
        </p:txBody>
      </p:sp>
      <p:sp>
        <p:nvSpPr>
          <p:cNvPr id="26" name="TextBox 25">
            <a:extLst>
              <a:ext uri="{FF2B5EF4-FFF2-40B4-BE49-F238E27FC236}">
                <a16:creationId xmlns:a16="http://schemas.microsoft.com/office/drawing/2014/main" id="{2ABE2D3B-2683-6960-4BF7-34D3E5258C3D}"/>
              </a:ext>
            </a:extLst>
          </p:cNvPr>
          <p:cNvSpPr txBox="1"/>
          <p:nvPr/>
        </p:nvSpPr>
        <p:spPr>
          <a:xfrm>
            <a:off x="6478191" y="3443288"/>
            <a:ext cx="3504009" cy="775982"/>
          </a:xfrm>
          <a:prstGeom prst="rect">
            <a:avLst/>
          </a:prstGeom>
          <a:noFill/>
        </p:spPr>
        <p:txBody>
          <a:bodyPr wrap="square" lIns="0" tIns="0" rIns="0" bIns="0" anchor="t">
            <a:spAutoFit/>
          </a:bodyPr>
          <a:lstStyle/>
          <a:p>
            <a:pPr>
              <a:lnSpc>
                <a:spcPts val="1519"/>
              </a:lnSpc>
            </a:pPr>
            <a:r>
              <a:rPr sz="2000" dirty="0">
                <a:solidFill>
                  <a:srgbClr val="334155"/>
                </a:solidFill>
                <a:latin typeface="Lato"/>
              </a:rPr>
              <a:t>Receivers interpret visual cues through the lens of their unique experiences, values, and cultural context.</a:t>
            </a:r>
          </a:p>
        </p:txBody>
      </p:sp>
      <p:sp>
        <p:nvSpPr>
          <p:cNvPr id="28" name="TextBox 27">
            <a:extLst>
              <a:ext uri="{FF2B5EF4-FFF2-40B4-BE49-F238E27FC236}">
                <a16:creationId xmlns:a16="http://schemas.microsoft.com/office/drawing/2014/main" id="{920120DF-3B19-2CD1-3B34-00BFAA439550}"/>
              </a:ext>
            </a:extLst>
          </p:cNvPr>
          <p:cNvSpPr txBox="1"/>
          <p:nvPr/>
        </p:nvSpPr>
        <p:spPr>
          <a:xfrm>
            <a:off x="6478192" y="4478531"/>
            <a:ext cx="3504009" cy="583621"/>
          </a:xfrm>
          <a:prstGeom prst="rect">
            <a:avLst/>
          </a:prstGeom>
          <a:noFill/>
        </p:spPr>
        <p:txBody>
          <a:bodyPr wrap="square" lIns="0" tIns="0" rIns="0" bIns="0" anchor="t">
            <a:spAutoFit/>
          </a:bodyPr>
          <a:lstStyle/>
          <a:p>
            <a:pPr>
              <a:lnSpc>
                <a:spcPts val="1519"/>
              </a:lnSpc>
            </a:pPr>
            <a:r>
              <a:rPr sz="2000" dirty="0">
                <a:solidFill>
                  <a:srgbClr val="334155"/>
                </a:solidFill>
                <a:latin typeface="Lato"/>
              </a:rPr>
              <a:t>If the decoded meaning differs from the intent, visual communication has failed.</a:t>
            </a:r>
          </a:p>
        </p:txBody>
      </p:sp>
      <p:sp>
        <p:nvSpPr>
          <p:cNvPr id="30" name="TextBox 29">
            <a:extLst>
              <a:ext uri="{FF2B5EF4-FFF2-40B4-BE49-F238E27FC236}">
                <a16:creationId xmlns:a16="http://schemas.microsoft.com/office/drawing/2014/main" id="{FB2E27B6-EACF-D6C0-EAD5-D812B18D7627}"/>
              </a:ext>
            </a:extLst>
          </p:cNvPr>
          <p:cNvSpPr txBox="1"/>
          <p:nvPr/>
        </p:nvSpPr>
        <p:spPr>
          <a:xfrm>
            <a:off x="1870471" y="1224153"/>
            <a:ext cx="8701088" cy="492443"/>
          </a:xfrm>
          <a:prstGeom prst="rect">
            <a:avLst/>
          </a:prstGeom>
          <a:noFill/>
        </p:spPr>
        <p:txBody>
          <a:bodyPr wrap="square" lIns="0" tIns="0" rIns="0" bIns="0" anchor="t">
            <a:spAutoFit/>
          </a:bodyPr>
          <a:lstStyle/>
          <a:p>
            <a:pPr algn="l"/>
            <a:r>
              <a:rPr sz="3200" b="1" dirty="0">
                <a:solidFill>
                  <a:srgbClr val="1D2733"/>
                </a:solidFill>
                <a:latin typeface="Aptos Display" pitchFamily="34" charset="0"/>
              </a:rPr>
              <a:t>Encoding</a:t>
            </a:r>
            <a:r>
              <a:rPr sz="2025" b="1" dirty="0">
                <a:solidFill>
                  <a:srgbClr val="0F172A"/>
                </a:solidFill>
                <a:latin typeface="Poppins"/>
              </a:rPr>
              <a:t> </a:t>
            </a:r>
            <a:r>
              <a:rPr sz="3200" b="1" dirty="0">
                <a:solidFill>
                  <a:srgbClr val="1D2733"/>
                </a:solidFill>
                <a:latin typeface="Aptos Display" pitchFamily="34" charset="0"/>
              </a:rPr>
              <a:t>and</a:t>
            </a:r>
            <a:r>
              <a:rPr sz="2025" b="1" dirty="0">
                <a:solidFill>
                  <a:srgbClr val="0F172A"/>
                </a:solidFill>
                <a:latin typeface="Poppins"/>
              </a:rPr>
              <a:t> </a:t>
            </a:r>
            <a:r>
              <a:rPr sz="3200" b="1" dirty="0">
                <a:solidFill>
                  <a:srgbClr val="1D2733"/>
                </a:solidFill>
                <a:latin typeface="Aptos Display" pitchFamily="34" charset="0"/>
              </a:rPr>
              <a:t>Decoding</a:t>
            </a:r>
          </a:p>
        </p:txBody>
      </p:sp>
    </p:spTree>
    <p:extLst>
      <p:ext uri="{BB962C8B-B14F-4D97-AF65-F5344CB8AC3E}">
        <p14:creationId xmlns:p14="http://schemas.microsoft.com/office/powerpoint/2010/main" val="1963830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7FAFA"/>
        </a:solidFill>
        <a:effectLst/>
      </p:bgPr>
    </p:bg>
    <p:spTree>
      <p:nvGrpSpPr>
        <p:cNvPr id="1" name=""/>
        <p:cNvGrpSpPr/>
        <p:nvPr/>
      </p:nvGrpSpPr>
      <p:grpSpPr>
        <a:xfrm>
          <a:off x="0" y="0"/>
          <a:ext cx="0" cy="0"/>
          <a:chOff x="0" y="0"/>
          <a:chExt cx="0" cy="0"/>
        </a:xfrm>
      </p:grpSpPr>
      <p:sp>
        <p:nvSpPr>
          <p:cNvPr id="2" name="Shape 0"/>
          <p:cNvSpPr/>
          <p:nvPr/>
        </p:nvSpPr>
        <p:spPr>
          <a:xfrm>
            <a:off x="1524002" y="857250"/>
            <a:ext cx="9143771" cy="123444"/>
          </a:xfrm>
          <a:prstGeom prst="rect">
            <a:avLst/>
          </a:prstGeom>
          <a:solidFill>
            <a:srgbClr val="007599"/>
          </a:solidFill>
          <a:ln w="12700">
            <a:solidFill>
              <a:srgbClr val="007599"/>
            </a:solidFill>
            <a:prstDash val="solid"/>
          </a:ln>
        </p:spPr>
        <p:txBody>
          <a:bodyPr/>
          <a:lstStyle/>
          <a:p>
            <a:endParaRPr lang="en-CA" sz="1350"/>
          </a:p>
        </p:txBody>
      </p:sp>
      <p:sp>
        <p:nvSpPr>
          <p:cNvPr id="3" name="Text 1"/>
          <p:cNvSpPr/>
          <p:nvPr/>
        </p:nvSpPr>
        <p:spPr>
          <a:xfrm>
            <a:off x="8450580" y="884682"/>
            <a:ext cx="1885950" cy="82296"/>
          </a:xfrm>
          <a:prstGeom prst="rect">
            <a:avLst/>
          </a:prstGeom>
          <a:noFill/>
          <a:ln/>
        </p:spPr>
        <p:txBody>
          <a:bodyPr wrap="square" lIns="0" tIns="0" rIns="0" bIns="0" rtlCol="0" anchor="ctr"/>
          <a:lstStyle/>
          <a:p>
            <a:pPr algn="r"/>
            <a:r>
              <a:rPr lang="en-US" sz="488" dirty="0">
                <a:solidFill>
                  <a:srgbClr val="5B6673"/>
                </a:solidFill>
                <a:latin typeface="Aptos" pitchFamily="34" charset="0"/>
                <a:ea typeface="Aptos" pitchFamily="34" charset="-122"/>
                <a:cs typeface="Aptos" pitchFamily="34" charset="-120"/>
              </a:rPr>
              <a:t>1 • Audience &amp; Intended Message</a:t>
            </a:r>
            <a:endParaRPr lang="en-US" sz="488" dirty="0"/>
          </a:p>
        </p:txBody>
      </p:sp>
      <p:sp>
        <p:nvSpPr>
          <p:cNvPr id="4" name="Text 2"/>
          <p:cNvSpPr/>
          <p:nvPr/>
        </p:nvSpPr>
        <p:spPr>
          <a:xfrm>
            <a:off x="1901190" y="1145286"/>
            <a:ext cx="7886700" cy="356616"/>
          </a:xfrm>
          <a:prstGeom prst="rect">
            <a:avLst/>
          </a:prstGeom>
          <a:noFill/>
          <a:ln/>
        </p:spPr>
        <p:txBody>
          <a:bodyPr wrap="square" lIns="0" tIns="0" rIns="0" bIns="0" rtlCol="0" anchor="ctr"/>
          <a:lstStyle/>
          <a:p>
            <a:r>
              <a:rPr lang="en-US" sz="3200" b="1" dirty="0">
                <a:solidFill>
                  <a:srgbClr val="1D2733"/>
                </a:solidFill>
                <a:latin typeface="Aptos Display" pitchFamily="34" charset="0"/>
              </a:rPr>
              <a:t>A design is not “for everyone”</a:t>
            </a:r>
          </a:p>
        </p:txBody>
      </p:sp>
      <p:pic>
        <p:nvPicPr>
          <p:cNvPr id="6" name="Image 0" descr="/mnt/data/a_bright_modern_classroom_studio_interior_scene_wi.png"/>
          <p:cNvPicPr>
            <a:picLocks noChangeAspect="1"/>
          </p:cNvPicPr>
          <p:nvPr/>
        </p:nvPicPr>
        <p:blipFill>
          <a:blip r:embed="rId3"/>
          <a:srcRect l="24646" r="24646"/>
          <a:stretch/>
        </p:blipFill>
        <p:spPr>
          <a:xfrm>
            <a:off x="7385957" y="1988820"/>
            <a:ext cx="3120390" cy="3463290"/>
          </a:xfrm>
          <a:prstGeom prst="rect">
            <a:avLst/>
          </a:prstGeom>
        </p:spPr>
      </p:pic>
      <p:sp>
        <p:nvSpPr>
          <p:cNvPr id="7" name="Shape 4"/>
          <p:cNvSpPr/>
          <p:nvPr/>
        </p:nvSpPr>
        <p:spPr>
          <a:xfrm>
            <a:off x="1785258" y="1988820"/>
            <a:ext cx="5473337" cy="2017079"/>
          </a:xfrm>
          <a:prstGeom prst="roundRect">
            <a:avLst>
              <a:gd name="adj" fmla="val 4762"/>
            </a:avLst>
          </a:prstGeom>
          <a:solidFill>
            <a:srgbClr val="AFDDDF">
              <a:alpha val="91000"/>
            </a:srgbClr>
          </a:solidFill>
          <a:ln w="12700">
            <a:solidFill>
              <a:srgbClr val="AFDDDF">
                <a:alpha val="0"/>
              </a:srgbClr>
            </a:solidFill>
            <a:prstDash val="solid"/>
          </a:ln>
        </p:spPr>
        <p:txBody>
          <a:bodyPr/>
          <a:lstStyle/>
          <a:p>
            <a:endParaRPr lang="en-CA" sz="1350"/>
          </a:p>
        </p:txBody>
      </p:sp>
      <p:sp>
        <p:nvSpPr>
          <p:cNvPr id="8" name="Text 5"/>
          <p:cNvSpPr/>
          <p:nvPr/>
        </p:nvSpPr>
        <p:spPr>
          <a:xfrm>
            <a:off x="2175510" y="2105406"/>
            <a:ext cx="2297430" cy="1268730"/>
          </a:xfrm>
          <a:prstGeom prst="rect">
            <a:avLst/>
          </a:prstGeom>
          <a:noFill/>
          <a:ln/>
        </p:spPr>
        <p:txBody>
          <a:bodyPr wrap="square" lIns="191" tIns="191" rIns="191" bIns="191" rtlCol="0" anchor="ctr">
            <a:normAutofit/>
          </a:bodyPr>
          <a:lstStyle/>
          <a:p>
            <a:endParaRPr lang="en-US" sz="1125" dirty="0"/>
          </a:p>
        </p:txBody>
      </p:sp>
      <p:sp>
        <p:nvSpPr>
          <p:cNvPr id="9" name="Shape 6"/>
          <p:cNvSpPr/>
          <p:nvPr/>
        </p:nvSpPr>
        <p:spPr>
          <a:xfrm>
            <a:off x="2038350" y="4334256"/>
            <a:ext cx="2777490" cy="1816725"/>
          </a:xfrm>
          <a:prstGeom prst="roundRect">
            <a:avLst>
              <a:gd name="adj" fmla="val 8000"/>
            </a:avLst>
          </a:prstGeom>
          <a:solidFill>
            <a:srgbClr val="F8C200">
              <a:alpha val="91000"/>
            </a:srgbClr>
          </a:solidFill>
          <a:ln w="12700">
            <a:solidFill>
              <a:srgbClr val="F8C200">
                <a:alpha val="0"/>
              </a:srgbClr>
            </a:solidFill>
            <a:prstDash val="solid"/>
          </a:ln>
        </p:spPr>
        <p:txBody>
          <a:bodyPr/>
          <a:lstStyle/>
          <a:p>
            <a:endParaRPr lang="en-CA" sz="1350"/>
          </a:p>
        </p:txBody>
      </p:sp>
      <p:sp>
        <p:nvSpPr>
          <p:cNvPr id="10" name="Text 7"/>
          <p:cNvSpPr/>
          <p:nvPr/>
        </p:nvSpPr>
        <p:spPr>
          <a:xfrm>
            <a:off x="2244090" y="4848606"/>
            <a:ext cx="2503170" cy="685800"/>
          </a:xfrm>
          <a:prstGeom prst="rect">
            <a:avLst/>
          </a:prstGeom>
          <a:noFill/>
          <a:ln/>
        </p:spPr>
        <p:txBody>
          <a:bodyPr wrap="square" lIns="191" tIns="191" rIns="191" bIns="191" rtlCol="0" anchor="ctr">
            <a:noAutofit/>
          </a:bodyPr>
          <a:lstStyle/>
          <a:p>
            <a:r>
              <a:rPr lang="en-US" b="1" dirty="0">
                <a:solidFill>
                  <a:srgbClr val="1D2733"/>
                </a:solidFill>
              </a:rPr>
              <a:t>Intended message = the main idea + action you want the audience to take.</a:t>
            </a:r>
            <a:endParaRPr lang="en-US" dirty="0"/>
          </a:p>
        </p:txBody>
      </p:sp>
      <p:sp>
        <p:nvSpPr>
          <p:cNvPr id="11" name="Text 8"/>
          <p:cNvSpPr/>
          <p:nvPr/>
        </p:nvSpPr>
        <p:spPr>
          <a:xfrm>
            <a:off x="5534297" y="4505061"/>
            <a:ext cx="1543050" cy="1645920"/>
          </a:xfrm>
          <a:prstGeom prst="rect">
            <a:avLst/>
          </a:prstGeom>
          <a:noFill/>
          <a:ln/>
        </p:spPr>
        <p:txBody>
          <a:bodyPr wrap="square" lIns="0" tIns="0" rIns="0" bIns="0" rtlCol="0" anchor="ctr">
            <a:normAutofit/>
          </a:bodyPr>
          <a:lstStyle/>
          <a:p>
            <a:pPr algn="ctr"/>
            <a:r>
              <a:rPr lang="en-US" sz="1950" b="1" dirty="0">
                <a:solidFill>
                  <a:srgbClr val="007599"/>
                </a:solidFill>
              </a:rPr>
              <a:t>Design decisions change when the audience changes.</a:t>
            </a:r>
            <a:endParaRPr lang="en-US" sz="1950" dirty="0"/>
          </a:p>
        </p:txBody>
      </p:sp>
      <p:sp>
        <p:nvSpPr>
          <p:cNvPr id="12" name="Text 9"/>
          <p:cNvSpPr/>
          <p:nvPr/>
        </p:nvSpPr>
        <p:spPr>
          <a:xfrm>
            <a:off x="4987290" y="4217670"/>
            <a:ext cx="1611630" cy="651510"/>
          </a:xfrm>
          <a:prstGeom prst="rect">
            <a:avLst/>
          </a:prstGeom>
          <a:noFill/>
          <a:ln/>
        </p:spPr>
        <p:txBody>
          <a:bodyPr wrap="square" lIns="0" tIns="0" rIns="0" bIns="0" rtlCol="0" anchor="ctr">
            <a:normAutofit/>
          </a:bodyPr>
          <a:lstStyle/>
          <a:p>
            <a:endParaRPr lang="en-US" sz="938" dirty="0"/>
          </a:p>
        </p:txBody>
      </p:sp>
      <p:sp>
        <p:nvSpPr>
          <p:cNvPr id="14" name="TextBox 13">
            <a:extLst>
              <a:ext uri="{FF2B5EF4-FFF2-40B4-BE49-F238E27FC236}">
                <a16:creationId xmlns:a16="http://schemas.microsoft.com/office/drawing/2014/main" id="{A2BB2F49-ECD5-A100-069D-C37D6CB33174}"/>
              </a:ext>
            </a:extLst>
          </p:cNvPr>
          <p:cNvSpPr txBox="1"/>
          <p:nvPr/>
        </p:nvSpPr>
        <p:spPr>
          <a:xfrm>
            <a:off x="1924050" y="1846630"/>
            <a:ext cx="5334544" cy="2603213"/>
          </a:xfrm>
          <a:prstGeom prst="rect">
            <a:avLst/>
          </a:prstGeom>
          <a:noFill/>
        </p:spPr>
        <p:txBody>
          <a:bodyPr wrap="square" lIns="0" tIns="0" rIns="0" bIns="0" anchor="t">
            <a:spAutoFit/>
          </a:bodyPr>
          <a:lstStyle/>
          <a:p>
            <a:pPr>
              <a:lnSpc>
                <a:spcPct val="200000"/>
              </a:lnSpc>
            </a:pPr>
            <a:r>
              <a:rPr lang="en-CA" b="1" dirty="0">
                <a:solidFill>
                  <a:srgbClr val="0F172A"/>
                </a:solidFill>
                <a:latin typeface="Poppins"/>
              </a:rPr>
              <a:t>Audience-Centred Design</a:t>
            </a:r>
          </a:p>
          <a:p>
            <a:pPr marL="257175" indent="-257175">
              <a:lnSpc>
                <a:spcPct val="200000"/>
              </a:lnSpc>
              <a:buFont typeface="Arial" panose="020B0604020202020204" pitchFamily="34" charset="0"/>
              <a:buChar char="•"/>
            </a:pPr>
            <a:r>
              <a:rPr lang="en-US" b="1" dirty="0">
                <a:solidFill>
                  <a:srgbClr val="0F172A"/>
                </a:solidFill>
                <a:latin typeface="Lato"/>
              </a:rPr>
              <a:t>Audience: </a:t>
            </a:r>
            <a:r>
              <a:rPr lang="en-US" dirty="0">
                <a:solidFill>
                  <a:srgbClr val="0F172A"/>
                </a:solidFill>
                <a:latin typeface="Lato"/>
              </a:rPr>
              <a:t>who receives the message</a:t>
            </a:r>
          </a:p>
          <a:p>
            <a:pPr marL="257175" indent="-257175">
              <a:lnSpc>
                <a:spcPct val="200000"/>
              </a:lnSpc>
              <a:buFont typeface="Arial" panose="020B0604020202020204" pitchFamily="34" charset="0"/>
              <a:buChar char="•"/>
            </a:pPr>
            <a:r>
              <a:rPr lang="en-US" b="1" dirty="0">
                <a:solidFill>
                  <a:srgbClr val="0F172A"/>
                </a:solidFill>
                <a:latin typeface="Lato"/>
              </a:rPr>
              <a:t>Message: </a:t>
            </a:r>
            <a:r>
              <a:rPr lang="en-US" dirty="0">
                <a:solidFill>
                  <a:srgbClr val="0F172A"/>
                </a:solidFill>
                <a:latin typeface="Lato"/>
              </a:rPr>
              <a:t>what you want them to think, feel, or do</a:t>
            </a:r>
          </a:p>
          <a:p>
            <a:pPr marL="257175" indent="-257175">
              <a:lnSpc>
                <a:spcPct val="200000"/>
              </a:lnSpc>
              <a:buFont typeface="Arial" panose="020B0604020202020204" pitchFamily="34" charset="0"/>
              <a:buChar char="•"/>
            </a:pPr>
            <a:r>
              <a:rPr lang="en-US" b="1" dirty="0">
                <a:solidFill>
                  <a:srgbClr val="0F172A"/>
                </a:solidFill>
                <a:latin typeface="Lato"/>
              </a:rPr>
              <a:t>Different audiences interpret visuals differently</a:t>
            </a:r>
          </a:p>
          <a:p>
            <a:pPr marL="257175" indent="-257175">
              <a:lnSpc>
                <a:spcPct val="200000"/>
              </a:lnSpc>
              <a:buFont typeface="Arial" panose="020B0604020202020204" pitchFamily="34" charset="0"/>
              <a:buChar char="•"/>
            </a:pPr>
            <a:endParaRPr lang="en-US" sz="1500" b="1" dirty="0">
              <a:solidFill>
                <a:srgbClr val="0F172A"/>
              </a:solidFill>
              <a:latin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7FAFA"/>
        </a:solidFill>
        <a:effectLst/>
      </p:bgPr>
    </p:bg>
    <p:spTree>
      <p:nvGrpSpPr>
        <p:cNvPr id="1" name=""/>
        <p:cNvGrpSpPr/>
        <p:nvPr/>
      </p:nvGrpSpPr>
      <p:grpSpPr>
        <a:xfrm>
          <a:off x="0" y="0"/>
          <a:ext cx="0" cy="0"/>
          <a:chOff x="0" y="0"/>
          <a:chExt cx="0" cy="0"/>
        </a:xfrm>
      </p:grpSpPr>
      <p:sp>
        <p:nvSpPr>
          <p:cNvPr id="2" name="Shape 0"/>
          <p:cNvSpPr/>
          <p:nvPr/>
        </p:nvSpPr>
        <p:spPr>
          <a:xfrm>
            <a:off x="1524002" y="857250"/>
            <a:ext cx="9143771" cy="123444"/>
          </a:xfrm>
          <a:prstGeom prst="rect">
            <a:avLst/>
          </a:prstGeom>
          <a:solidFill>
            <a:srgbClr val="007599"/>
          </a:solidFill>
          <a:ln w="12700">
            <a:solidFill>
              <a:srgbClr val="007599"/>
            </a:solidFill>
            <a:prstDash val="solid"/>
          </a:ln>
        </p:spPr>
        <p:txBody>
          <a:bodyPr/>
          <a:lstStyle/>
          <a:p>
            <a:endParaRPr lang="en-CA" sz="1350"/>
          </a:p>
        </p:txBody>
      </p:sp>
      <p:sp>
        <p:nvSpPr>
          <p:cNvPr id="3" name="Text 1"/>
          <p:cNvSpPr/>
          <p:nvPr/>
        </p:nvSpPr>
        <p:spPr>
          <a:xfrm>
            <a:off x="8450580" y="884682"/>
            <a:ext cx="1885950" cy="82296"/>
          </a:xfrm>
          <a:prstGeom prst="rect">
            <a:avLst/>
          </a:prstGeom>
          <a:noFill/>
          <a:ln/>
        </p:spPr>
        <p:txBody>
          <a:bodyPr wrap="square" lIns="0" tIns="0" rIns="0" bIns="0" rtlCol="0" anchor="ctr"/>
          <a:lstStyle/>
          <a:p>
            <a:pPr algn="r"/>
            <a:r>
              <a:rPr lang="en-US" sz="488" dirty="0">
                <a:solidFill>
                  <a:srgbClr val="5B6673"/>
                </a:solidFill>
                <a:latin typeface="Aptos" pitchFamily="34" charset="0"/>
                <a:ea typeface="Aptos" pitchFamily="34" charset="-122"/>
                <a:cs typeface="Aptos" pitchFamily="34" charset="-120"/>
              </a:rPr>
              <a:t>1 • Audience &amp; Intended Message</a:t>
            </a:r>
            <a:endParaRPr lang="en-US" sz="488" dirty="0"/>
          </a:p>
        </p:txBody>
      </p:sp>
      <p:sp>
        <p:nvSpPr>
          <p:cNvPr id="4" name="Text 2"/>
          <p:cNvSpPr/>
          <p:nvPr/>
        </p:nvSpPr>
        <p:spPr>
          <a:xfrm>
            <a:off x="1880616" y="1054009"/>
            <a:ext cx="7886700" cy="356616"/>
          </a:xfrm>
          <a:prstGeom prst="rect">
            <a:avLst/>
          </a:prstGeom>
          <a:noFill/>
          <a:ln/>
        </p:spPr>
        <p:txBody>
          <a:bodyPr wrap="square" lIns="0" tIns="0" rIns="0" bIns="0" rtlCol="0" anchor="ctr"/>
          <a:lstStyle/>
          <a:p>
            <a:r>
              <a:rPr lang="en-US" sz="3200" b="1" dirty="0">
                <a:solidFill>
                  <a:srgbClr val="1D2733"/>
                </a:solidFill>
                <a:latin typeface="Aptos Display" pitchFamily="34" charset="0"/>
              </a:rPr>
              <a:t>Audience</a:t>
            </a:r>
            <a:r>
              <a:rPr lang="en-US" sz="1875" b="1" dirty="0">
                <a:solidFill>
                  <a:srgbClr val="1D2733"/>
                </a:solidFill>
                <a:latin typeface="Aptos Display" pitchFamily="34" charset="0"/>
                <a:ea typeface="Aptos Display" pitchFamily="34" charset="-122"/>
                <a:cs typeface="Aptos Display" pitchFamily="34" charset="-120"/>
              </a:rPr>
              <a:t> </a:t>
            </a:r>
            <a:r>
              <a:rPr lang="en-US" sz="3200" b="1" dirty="0">
                <a:solidFill>
                  <a:srgbClr val="1D2733"/>
                </a:solidFill>
                <a:latin typeface="Aptos Display" pitchFamily="34" charset="0"/>
              </a:rPr>
              <a:t>changes</a:t>
            </a:r>
            <a:r>
              <a:rPr lang="en-US" sz="1875" b="1" dirty="0">
                <a:solidFill>
                  <a:srgbClr val="1D2733"/>
                </a:solidFill>
                <a:latin typeface="Aptos Display" pitchFamily="34" charset="0"/>
                <a:ea typeface="Aptos Display" pitchFamily="34" charset="-122"/>
                <a:cs typeface="Aptos Display" pitchFamily="34" charset="-120"/>
              </a:rPr>
              <a:t> </a:t>
            </a:r>
            <a:r>
              <a:rPr lang="en-US" sz="3200" b="1" dirty="0">
                <a:solidFill>
                  <a:srgbClr val="1D2733"/>
                </a:solidFill>
                <a:latin typeface="Aptos Display" pitchFamily="34" charset="0"/>
              </a:rPr>
              <a:t>design</a:t>
            </a:r>
            <a:r>
              <a:rPr lang="en-US" sz="1875" b="1" dirty="0">
                <a:solidFill>
                  <a:srgbClr val="1D2733"/>
                </a:solidFill>
                <a:latin typeface="Aptos Display" pitchFamily="34" charset="0"/>
                <a:ea typeface="Aptos Display" pitchFamily="34" charset="-122"/>
                <a:cs typeface="Aptos Display" pitchFamily="34" charset="-120"/>
              </a:rPr>
              <a:t> </a:t>
            </a:r>
            <a:r>
              <a:rPr lang="en-US" sz="3200" b="1" dirty="0">
                <a:solidFill>
                  <a:srgbClr val="1D2733"/>
                </a:solidFill>
                <a:latin typeface="Aptos Display" pitchFamily="34" charset="0"/>
              </a:rPr>
              <a:t>choices</a:t>
            </a:r>
          </a:p>
        </p:txBody>
      </p:sp>
      <p:sp>
        <p:nvSpPr>
          <p:cNvPr id="5" name="Text 3"/>
          <p:cNvSpPr/>
          <p:nvPr/>
        </p:nvSpPr>
        <p:spPr>
          <a:xfrm>
            <a:off x="1914906" y="1529334"/>
            <a:ext cx="7818120" cy="260604"/>
          </a:xfrm>
          <a:prstGeom prst="rect">
            <a:avLst/>
          </a:prstGeom>
          <a:noFill/>
          <a:ln/>
        </p:spPr>
        <p:txBody>
          <a:bodyPr wrap="square" lIns="0" tIns="0" rIns="0" bIns="0" rtlCol="0" anchor="ctr"/>
          <a:lstStyle/>
          <a:p>
            <a:r>
              <a:rPr lang="en-US" sz="2000" dirty="0">
                <a:solidFill>
                  <a:srgbClr val="5B6673"/>
                </a:solidFill>
              </a:rPr>
              <a:t>The same information can require a different visual voice.</a:t>
            </a:r>
            <a:endParaRPr lang="en-US" sz="2000" dirty="0"/>
          </a:p>
        </p:txBody>
      </p:sp>
      <p:sp>
        <p:nvSpPr>
          <p:cNvPr id="6" name="Shape 4"/>
          <p:cNvSpPr/>
          <p:nvPr/>
        </p:nvSpPr>
        <p:spPr>
          <a:xfrm>
            <a:off x="2086356" y="1920240"/>
            <a:ext cx="6674462" cy="514350"/>
          </a:xfrm>
          <a:prstGeom prst="roundRect">
            <a:avLst>
              <a:gd name="adj" fmla="val 10667"/>
            </a:avLst>
          </a:prstGeom>
          <a:solidFill>
            <a:srgbClr val="EAF4F5"/>
          </a:solidFill>
          <a:ln w="12700">
            <a:solidFill>
              <a:srgbClr val="EAF4F5"/>
            </a:solidFill>
            <a:prstDash val="solid"/>
          </a:ln>
        </p:spPr>
        <p:txBody>
          <a:bodyPr/>
          <a:lstStyle/>
          <a:p>
            <a:endParaRPr lang="en-CA" sz="1350"/>
          </a:p>
        </p:txBody>
      </p:sp>
      <p:sp>
        <p:nvSpPr>
          <p:cNvPr id="7" name="Text 5"/>
          <p:cNvSpPr/>
          <p:nvPr/>
        </p:nvSpPr>
        <p:spPr>
          <a:xfrm>
            <a:off x="2257806" y="2036826"/>
            <a:ext cx="1062990" cy="171450"/>
          </a:xfrm>
          <a:prstGeom prst="rect">
            <a:avLst/>
          </a:prstGeom>
          <a:noFill/>
          <a:ln/>
        </p:spPr>
        <p:txBody>
          <a:bodyPr wrap="square" lIns="0" tIns="0" rIns="0" bIns="0" rtlCol="0" anchor="ctr"/>
          <a:lstStyle/>
          <a:p>
            <a:r>
              <a:rPr lang="en-US" sz="2000" b="1" dirty="0">
                <a:solidFill>
                  <a:srgbClr val="007599"/>
                </a:solidFill>
              </a:rPr>
              <a:t>Language</a:t>
            </a:r>
            <a:endParaRPr lang="en-US" sz="2000" dirty="0"/>
          </a:p>
        </p:txBody>
      </p:sp>
      <p:sp>
        <p:nvSpPr>
          <p:cNvPr id="8" name="Text 6"/>
          <p:cNvSpPr/>
          <p:nvPr/>
        </p:nvSpPr>
        <p:spPr>
          <a:xfrm>
            <a:off x="3802375" y="1992249"/>
            <a:ext cx="4587022" cy="281178"/>
          </a:xfrm>
          <a:prstGeom prst="rect">
            <a:avLst/>
          </a:prstGeom>
          <a:noFill/>
          <a:ln/>
        </p:spPr>
        <p:txBody>
          <a:bodyPr wrap="square" lIns="0" tIns="0" rIns="0" bIns="0" rtlCol="0" anchor="ctr">
            <a:noAutofit/>
          </a:bodyPr>
          <a:lstStyle/>
          <a:p>
            <a:r>
              <a:rPr lang="en-US" sz="2000" dirty="0">
                <a:solidFill>
                  <a:srgbClr val="5B6673"/>
                </a:solidFill>
              </a:rPr>
              <a:t>plain, formal, playful, technical</a:t>
            </a:r>
            <a:endParaRPr lang="en-US" sz="2000" dirty="0"/>
          </a:p>
        </p:txBody>
      </p:sp>
      <p:sp>
        <p:nvSpPr>
          <p:cNvPr id="9" name="Shape 7"/>
          <p:cNvSpPr/>
          <p:nvPr/>
        </p:nvSpPr>
        <p:spPr>
          <a:xfrm>
            <a:off x="2086356" y="2523744"/>
            <a:ext cx="6674467" cy="514350"/>
          </a:xfrm>
          <a:prstGeom prst="roundRect">
            <a:avLst>
              <a:gd name="adj" fmla="val 10667"/>
            </a:avLst>
          </a:prstGeom>
          <a:solidFill>
            <a:srgbClr val="FFFFFF"/>
          </a:solidFill>
          <a:ln w="12700">
            <a:solidFill>
              <a:srgbClr val="AFDDDF"/>
            </a:solidFill>
            <a:prstDash val="solid"/>
          </a:ln>
        </p:spPr>
        <p:txBody>
          <a:bodyPr/>
          <a:lstStyle/>
          <a:p>
            <a:endParaRPr lang="en-CA" sz="1350"/>
          </a:p>
        </p:txBody>
      </p:sp>
      <p:sp>
        <p:nvSpPr>
          <p:cNvPr id="10" name="Text 8"/>
          <p:cNvSpPr/>
          <p:nvPr/>
        </p:nvSpPr>
        <p:spPr>
          <a:xfrm>
            <a:off x="2257806" y="2640330"/>
            <a:ext cx="1434628" cy="356616"/>
          </a:xfrm>
          <a:prstGeom prst="rect">
            <a:avLst/>
          </a:prstGeom>
          <a:noFill/>
          <a:ln/>
        </p:spPr>
        <p:txBody>
          <a:bodyPr wrap="square" lIns="0" tIns="0" rIns="0" bIns="0" rtlCol="0" anchor="ctr"/>
          <a:lstStyle/>
          <a:p>
            <a:r>
              <a:rPr lang="en-US" sz="2000" b="1" dirty="0">
                <a:solidFill>
                  <a:srgbClr val="007599"/>
                </a:solidFill>
              </a:rPr>
              <a:t>Visual tone</a:t>
            </a:r>
            <a:endParaRPr lang="en-US" sz="2000" dirty="0"/>
          </a:p>
        </p:txBody>
      </p:sp>
      <p:sp>
        <p:nvSpPr>
          <p:cNvPr id="11" name="Text 9"/>
          <p:cNvSpPr/>
          <p:nvPr/>
        </p:nvSpPr>
        <p:spPr>
          <a:xfrm>
            <a:off x="3802375" y="2602611"/>
            <a:ext cx="4404142" cy="308610"/>
          </a:xfrm>
          <a:prstGeom prst="rect">
            <a:avLst/>
          </a:prstGeom>
          <a:noFill/>
          <a:ln/>
        </p:spPr>
        <p:txBody>
          <a:bodyPr wrap="square" lIns="0" tIns="0" rIns="0" bIns="0" rtlCol="0" anchor="ctr">
            <a:noAutofit/>
          </a:bodyPr>
          <a:lstStyle/>
          <a:p>
            <a:r>
              <a:rPr lang="en-US" sz="2000" dirty="0">
                <a:solidFill>
                  <a:srgbClr val="5B6673"/>
                </a:solidFill>
              </a:rPr>
              <a:t>friendly, urgent, premium, calm</a:t>
            </a:r>
            <a:endParaRPr lang="en-US" sz="2000" dirty="0"/>
          </a:p>
        </p:txBody>
      </p:sp>
      <p:sp>
        <p:nvSpPr>
          <p:cNvPr id="12" name="Shape 10"/>
          <p:cNvSpPr/>
          <p:nvPr/>
        </p:nvSpPr>
        <p:spPr>
          <a:xfrm>
            <a:off x="2086356" y="3127248"/>
            <a:ext cx="6674463" cy="514350"/>
          </a:xfrm>
          <a:prstGeom prst="roundRect">
            <a:avLst>
              <a:gd name="adj" fmla="val 10667"/>
            </a:avLst>
          </a:prstGeom>
          <a:solidFill>
            <a:srgbClr val="EAF4F5"/>
          </a:solidFill>
          <a:ln w="12700">
            <a:solidFill>
              <a:srgbClr val="EAF4F5"/>
            </a:solidFill>
            <a:prstDash val="solid"/>
          </a:ln>
        </p:spPr>
        <p:txBody>
          <a:bodyPr/>
          <a:lstStyle/>
          <a:p>
            <a:endParaRPr lang="en-CA" sz="1350"/>
          </a:p>
        </p:txBody>
      </p:sp>
      <p:sp>
        <p:nvSpPr>
          <p:cNvPr id="13" name="Text 11"/>
          <p:cNvSpPr/>
          <p:nvPr/>
        </p:nvSpPr>
        <p:spPr>
          <a:xfrm>
            <a:off x="2257806" y="3243834"/>
            <a:ext cx="1317062" cy="267462"/>
          </a:xfrm>
          <a:prstGeom prst="rect">
            <a:avLst/>
          </a:prstGeom>
          <a:noFill/>
          <a:ln/>
        </p:spPr>
        <p:txBody>
          <a:bodyPr wrap="square" lIns="0" tIns="0" rIns="0" bIns="0" rtlCol="0" anchor="ctr"/>
          <a:lstStyle/>
          <a:p>
            <a:r>
              <a:rPr lang="en-US" sz="2000" b="1" dirty="0">
                <a:solidFill>
                  <a:srgbClr val="007599"/>
                </a:solidFill>
              </a:rPr>
              <a:t>Hierarchy</a:t>
            </a:r>
            <a:endParaRPr lang="en-US" sz="2000" dirty="0"/>
          </a:p>
        </p:txBody>
      </p:sp>
      <p:sp>
        <p:nvSpPr>
          <p:cNvPr id="14" name="Text 12"/>
          <p:cNvSpPr/>
          <p:nvPr/>
        </p:nvSpPr>
        <p:spPr>
          <a:xfrm>
            <a:off x="3802375" y="3178683"/>
            <a:ext cx="4587022" cy="397764"/>
          </a:xfrm>
          <a:prstGeom prst="rect">
            <a:avLst/>
          </a:prstGeom>
          <a:noFill/>
          <a:ln/>
        </p:spPr>
        <p:txBody>
          <a:bodyPr wrap="square" lIns="0" tIns="0" rIns="0" bIns="0" rtlCol="0" anchor="ctr">
            <a:noAutofit/>
          </a:bodyPr>
          <a:lstStyle/>
          <a:p>
            <a:r>
              <a:rPr lang="en-US" sz="2000" dirty="0">
                <a:solidFill>
                  <a:srgbClr val="5B6673"/>
                </a:solidFill>
              </a:rPr>
              <a:t>what the viewer sees first, second, third</a:t>
            </a:r>
            <a:endParaRPr lang="en-US" sz="2000" dirty="0"/>
          </a:p>
        </p:txBody>
      </p:sp>
      <p:sp>
        <p:nvSpPr>
          <p:cNvPr id="15" name="Shape 13"/>
          <p:cNvSpPr/>
          <p:nvPr/>
        </p:nvSpPr>
        <p:spPr>
          <a:xfrm>
            <a:off x="2086356" y="3730752"/>
            <a:ext cx="6674464" cy="514350"/>
          </a:xfrm>
          <a:prstGeom prst="roundRect">
            <a:avLst>
              <a:gd name="adj" fmla="val 10667"/>
            </a:avLst>
          </a:prstGeom>
          <a:solidFill>
            <a:srgbClr val="FFFFFF"/>
          </a:solidFill>
          <a:ln w="12700">
            <a:solidFill>
              <a:srgbClr val="AFDDDF"/>
            </a:solidFill>
            <a:prstDash val="solid"/>
          </a:ln>
        </p:spPr>
        <p:txBody>
          <a:bodyPr/>
          <a:lstStyle/>
          <a:p>
            <a:endParaRPr lang="en-CA" sz="1350"/>
          </a:p>
        </p:txBody>
      </p:sp>
      <p:sp>
        <p:nvSpPr>
          <p:cNvPr id="16" name="Text 14"/>
          <p:cNvSpPr/>
          <p:nvPr/>
        </p:nvSpPr>
        <p:spPr>
          <a:xfrm>
            <a:off x="2257806" y="3847338"/>
            <a:ext cx="1434628" cy="267462"/>
          </a:xfrm>
          <a:prstGeom prst="rect">
            <a:avLst/>
          </a:prstGeom>
          <a:noFill/>
          <a:ln/>
        </p:spPr>
        <p:txBody>
          <a:bodyPr wrap="square" lIns="0" tIns="0" rIns="0" bIns="0" rtlCol="0" anchor="ctr"/>
          <a:lstStyle/>
          <a:p>
            <a:r>
              <a:rPr lang="en-US" sz="2000" b="1" dirty="0">
                <a:solidFill>
                  <a:srgbClr val="007599"/>
                </a:solidFill>
              </a:rPr>
              <a:t>Accessibility</a:t>
            </a:r>
            <a:endParaRPr lang="en-US" sz="2000" dirty="0"/>
          </a:p>
        </p:txBody>
      </p:sp>
      <p:sp>
        <p:nvSpPr>
          <p:cNvPr id="17" name="Text 15"/>
          <p:cNvSpPr/>
          <p:nvPr/>
        </p:nvSpPr>
        <p:spPr>
          <a:xfrm>
            <a:off x="3802375" y="3838684"/>
            <a:ext cx="4243794" cy="267462"/>
          </a:xfrm>
          <a:prstGeom prst="rect">
            <a:avLst/>
          </a:prstGeom>
          <a:noFill/>
          <a:ln/>
        </p:spPr>
        <p:txBody>
          <a:bodyPr wrap="square" lIns="0" tIns="0" rIns="0" bIns="0" rtlCol="0" anchor="ctr">
            <a:noAutofit/>
          </a:bodyPr>
          <a:lstStyle/>
          <a:p>
            <a:r>
              <a:rPr lang="en-US" sz="2000" dirty="0">
                <a:solidFill>
                  <a:srgbClr val="5B6673"/>
                </a:solidFill>
              </a:rPr>
              <a:t>contrast, type size, captions, alt text</a:t>
            </a:r>
            <a:endParaRPr lang="en-US" sz="2000" dirty="0"/>
          </a:p>
        </p:txBody>
      </p:sp>
      <p:sp>
        <p:nvSpPr>
          <p:cNvPr id="18" name="Shape 16"/>
          <p:cNvSpPr/>
          <p:nvPr/>
        </p:nvSpPr>
        <p:spPr>
          <a:xfrm>
            <a:off x="2086358" y="4327398"/>
            <a:ext cx="6674465" cy="514350"/>
          </a:xfrm>
          <a:prstGeom prst="roundRect">
            <a:avLst>
              <a:gd name="adj" fmla="val 10667"/>
            </a:avLst>
          </a:prstGeom>
          <a:solidFill>
            <a:srgbClr val="EAF4F5"/>
          </a:solidFill>
          <a:ln w="12700">
            <a:solidFill>
              <a:srgbClr val="EAF4F5"/>
            </a:solidFill>
            <a:prstDash val="solid"/>
          </a:ln>
        </p:spPr>
        <p:txBody>
          <a:bodyPr/>
          <a:lstStyle/>
          <a:p>
            <a:endParaRPr lang="en-CA" sz="1350"/>
          </a:p>
        </p:txBody>
      </p:sp>
      <p:sp>
        <p:nvSpPr>
          <p:cNvPr id="19" name="Text 17"/>
          <p:cNvSpPr/>
          <p:nvPr/>
        </p:nvSpPr>
        <p:spPr>
          <a:xfrm>
            <a:off x="2257806" y="4450842"/>
            <a:ext cx="1317063" cy="277912"/>
          </a:xfrm>
          <a:prstGeom prst="rect">
            <a:avLst/>
          </a:prstGeom>
          <a:noFill/>
          <a:ln/>
        </p:spPr>
        <p:txBody>
          <a:bodyPr wrap="square" lIns="0" tIns="0" rIns="0" bIns="0" rtlCol="0" anchor="ctr"/>
          <a:lstStyle/>
          <a:p>
            <a:r>
              <a:rPr lang="en-US" sz="2000" b="1" dirty="0">
                <a:solidFill>
                  <a:srgbClr val="007599"/>
                </a:solidFill>
              </a:rPr>
              <a:t>Cultural fit</a:t>
            </a:r>
            <a:endParaRPr lang="en-US" sz="2000" dirty="0"/>
          </a:p>
        </p:txBody>
      </p:sp>
      <p:sp>
        <p:nvSpPr>
          <p:cNvPr id="20" name="Text 18"/>
          <p:cNvSpPr/>
          <p:nvPr/>
        </p:nvSpPr>
        <p:spPr>
          <a:xfrm>
            <a:off x="3743592" y="4358096"/>
            <a:ext cx="4704588" cy="267462"/>
          </a:xfrm>
          <a:prstGeom prst="rect">
            <a:avLst/>
          </a:prstGeom>
          <a:noFill/>
          <a:ln/>
        </p:spPr>
        <p:txBody>
          <a:bodyPr wrap="square" lIns="0" tIns="0" rIns="0" bIns="0" rtlCol="0" anchor="ctr">
            <a:noAutofit/>
          </a:bodyPr>
          <a:lstStyle/>
          <a:p>
            <a:r>
              <a:rPr lang="en-US" sz="2000" dirty="0">
                <a:solidFill>
                  <a:srgbClr val="5B6673"/>
                </a:solidFill>
              </a:rPr>
              <a:t>symbols, assumptions, humour, references</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524000" y="857250"/>
            <a:ext cx="9144000" cy="5143500"/>
          </a:xfrm>
          <a:prstGeom prst="rect">
            <a:avLst/>
          </a:prstGeom>
        </p:spPr>
      </p:pic>
      <p:pic>
        <p:nvPicPr>
          <p:cNvPr id="4" name="Picture 3" descr="image.png"/>
          <p:cNvPicPr>
            <a:picLocks noChangeAspect="1"/>
          </p:cNvPicPr>
          <p:nvPr/>
        </p:nvPicPr>
        <p:blipFill>
          <a:blip r:embed="rId4"/>
          <a:stretch>
            <a:fillRect/>
          </a:stretch>
        </p:blipFill>
        <p:spPr>
          <a:xfrm>
            <a:off x="3771937" y="993383"/>
            <a:ext cx="7210709" cy="4871234"/>
          </a:xfrm>
          <a:prstGeom prst="rect">
            <a:avLst/>
          </a:prstGeom>
        </p:spPr>
      </p:pic>
      <p:sp>
        <p:nvSpPr>
          <p:cNvPr id="5" name="TextBox 4"/>
          <p:cNvSpPr txBox="1"/>
          <p:nvPr/>
        </p:nvSpPr>
        <p:spPr>
          <a:xfrm>
            <a:off x="1828557" y="3184066"/>
            <a:ext cx="2067448" cy="1191801"/>
          </a:xfrm>
          <a:prstGeom prst="rect">
            <a:avLst/>
          </a:prstGeom>
          <a:noFill/>
        </p:spPr>
        <p:txBody>
          <a:bodyPr wrap="square" lIns="0" tIns="0" rIns="0" bIns="0" anchor="t">
            <a:spAutoFit/>
          </a:bodyPr>
          <a:lstStyle/>
          <a:p>
            <a:pPr marL="214313" indent="-214313">
              <a:lnSpc>
                <a:spcPct val="150000"/>
              </a:lnSpc>
              <a:buFont typeface="Arial" panose="020B0604020202020204" pitchFamily="34" charset="0"/>
              <a:buChar char="•"/>
            </a:pPr>
            <a:r>
              <a:rPr lang="en-US" b="1" dirty="0">
                <a:solidFill>
                  <a:srgbClr val="0F172A"/>
                </a:solidFill>
                <a:latin typeface="Lato"/>
              </a:rPr>
              <a:t>Intentional Cues</a:t>
            </a:r>
          </a:p>
          <a:p>
            <a:pPr marL="214313" indent="-214313">
              <a:lnSpc>
                <a:spcPct val="150000"/>
              </a:lnSpc>
              <a:buFont typeface="Arial" panose="020B0604020202020204" pitchFamily="34" charset="0"/>
              <a:buChar char="•"/>
            </a:pPr>
            <a:r>
              <a:rPr lang="en-US" b="1" dirty="0">
                <a:solidFill>
                  <a:srgbClr val="0F172A"/>
                </a:solidFill>
                <a:latin typeface="Lato"/>
              </a:rPr>
              <a:t>Eliminating Noise</a:t>
            </a:r>
          </a:p>
          <a:p>
            <a:pPr marL="214313" indent="-214313">
              <a:lnSpc>
                <a:spcPct val="150000"/>
              </a:lnSpc>
              <a:buFont typeface="Arial" panose="020B0604020202020204" pitchFamily="34" charset="0"/>
              <a:buChar char="•"/>
            </a:pPr>
            <a:r>
              <a:rPr lang="en-CA" b="1" dirty="0">
                <a:solidFill>
                  <a:srgbClr val="0F172A"/>
                </a:solidFill>
                <a:latin typeface="Lato"/>
              </a:rPr>
              <a:t>Shared Codes</a:t>
            </a:r>
            <a:endParaRPr lang="en-US" dirty="0">
              <a:solidFill>
                <a:srgbClr val="334155"/>
              </a:solidFill>
              <a:latin typeface="Lato"/>
            </a:endParaRPr>
          </a:p>
        </p:txBody>
      </p:sp>
      <p:sp>
        <p:nvSpPr>
          <p:cNvPr id="11" name="TextBox 10"/>
          <p:cNvSpPr txBox="1"/>
          <p:nvPr/>
        </p:nvSpPr>
        <p:spPr>
          <a:xfrm>
            <a:off x="1952626" y="1214438"/>
            <a:ext cx="2304339" cy="1477328"/>
          </a:xfrm>
          <a:prstGeom prst="rect">
            <a:avLst/>
          </a:prstGeom>
          <a:noFill/>
        </p:spPr>
        <p:txBody>
          <a:bodyPr wrap="square" lIns="0" tIns="0" rIns="0" bIns="0" anchor="t">
            <a:spAutoFit/>
          </a:bodyPr>
          <a:lstStyle/>
          <a:p>
            <a:pPr algn="l"/>
            <a:r>
              <a:rPr sz="3200" b="1" dirty="0">
                <a:solidFill>
                  <a:srgbClr val="1D2733"/>
                </a:solidFill>
                <a:latin typeface="Aptos Display" pitchFamily="34" charset="0"/>
              </a:rPr>
              <a:t>Audience-</a:t>
            </a:r>
            <a:r>
              <a:rPr sz="3200" b="1" dirty="0" err="1">
                <a:solidFill>
                  <a:srgbClr val="1D2733"/>
                </a:solidFill>
                <a:latin typeface="Aptos Display" pitchFamily="34" charset="0"/>
              </a:rPr>
              <a:t>Centred</a:t>
            </a:r>
            <a:r>
              <a:rPr sz="2025" b="1" dirty="0">
                <a:solidFill>
                  <a:srgbClr val="0F172A"/>
                </a:solidFill>
                <a:latin typeface="Poppins"/>
              </a:rPr>
              <a:t> </a:t>
            </a:r>
            <a:r>
              <a:rPr sz="3200" b="1" dirty="0">
                <a:solidFill>
                  <a:srgbClr val="1D2733"/>
                </a:solidFill>
                <a:latin typeface="Aptos Display" pitchFamily="34" charset="0"/>
              </a:rPr>
              <a:t>Design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EACD35A-290B-A6F5-B53A-2E1804CC88BE}"/>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EB766231-1E7A-0E26-1E84-3784C82B05AE}"/>
              </a:ext>
            </a:extLst>
          </p:cNvPr>
          <p:cNvSpPr/>
          <p:nvPr/>
        </p:nvSpPr>
        <p:spPr>
          <a:xfrm>
            <a:off x="1524000" y="857250"/>
            <a:ext cx="4924044" cy="5143500"/>
          </a:xfrm>
          <a:prstGeom prst="rect">
            <a:avLst/>
          </a:prstGeom>
          <a:solidFill>
            <a:srgbClr val="FFFFFF"/>
          </a:solidFill>
          <a:ln w="12700">
            <a:solidFill>
              <a:srgbClr val="FFFFFF"/>
            </a:solidFill>
            <a:prstDash val="solid"/>
          </a:ln>
        </p:spPr>
        <p:txBody>
          <a:bodyPr/>
          <a:lstStyle/>
          <a:p>
            <a:endParaRPr lang="en-CA" sz="1350"/>
          </a:p>
        </p:txBody>
      </p:sp>
      <p:sp>
        <p:nvSpPr>
          <p:cNvPr id="4" name="Shape 1">
            <a:extLst>
              <a:ext uri="{FF2B5EF4-FFF2-40B4-BE49-F238E27FC236}">
                <a16:creationId xmlns:a16="http://schemas.microsoft.com/office/drawing/2014/main" id="{6A398609-046F-F10B-1C47-C85C96091647}"/>
              </a:ext>
            </a:extLst>
          </p:cNvPr>
          <p:cNvSpPr/>
          <p:nvPr/>
        </p:nvSpPr>
        <p:spPr>
          <a:xfrm>
            <a:off x="5674265" y="857250"/>
            <a:ext cx="48006" cy="5143500"/>
          </a:xfrm>
          <a:prstGeom prst="rect">
            <a:avLst/>
          </a:prstGeom>
          <a:solidFill>
            <a:srgbClr val="F8C200"/>
          </a:solidFill>
          <a:ln w="12700">
            <a:solidFill>
              <a:srgbClr val="F8C200"/>
            </a:solidFill>
            <a:prstDash val="solid"/>
          </a:ln>
        </p:spPr>
        <p:txBody>
          <a:bodyPr/>
          <a:lstStyle/>
          <a:p>
            <a:endParaRPr lang="en-CA" sz="1350"/>
          </a:p>
        </p:txBody>
      </p:sp>
      <p:sp>
        <p:nvSpPr>
          <p:cNvPr id="5" name="Shape 2">
            <a:extLst>
              <a:ext uri="{FF2B5EF4-FFF2-40B4-BE49-F238E27FC236}">
                <a16:creationId xmlns:a16="http://schemas.microsoft.com/office/drawing/2014/main" id="{3DF5F725-FE89-3B19-2AC6-D5D88725703F}"/>
              </a:ext>
            </a:extLst>
          </p:cNvPr>
          <p:cNvSpPr/>
          <p:nvPr/>
        </p:nvSpPr>
        <p:spPr>
          <a:xfrm>
            <a:off x="2141220" y="1721358"/>
            <a:ext cx="1440180" cy="233172"/>
          </a:xfrm>
          <a:prstGeom prst="roundRect">
            <a:avLst>
              <a:gd name="adj" fmla="val 23529"/>
            </a:avLst>
          </a:prstGeom>
          <a:solidFill>
            <a:srgbClr val="F8C200"/>
          </a:solidFill>
          <a:ln w="12700">
            <a:solidFill>
              <a:srgbClr val="F8C200"/>
            </a:solidFill>
            <a:prstDash val="solid"/>
          </a:ln>
        </p:spPr>
        <p:txBody>
          <a:bodyPr/>
          <a:lstStyle/>
          <a:p>
            <a:endParaRPr lang="en-CA" sz="1350"/>
          </a:p>
        </p:txBody>
      </p:sp>
      <p:sp>
        <p:nvSpPr>
          <p:cNvPr id="6" name="Text 3">
            <a:extLst>
              <a:ext uri="{FF2B5EF4-FFF2-40B4-BE49-F238E27FC236}">
                <a16:creationId xmlns:a16="http://schemas.microsoft.com/office/drawing/2014/main" id="{ED855084-2325-17B6-81EE-08D137FDA4F6}"/>
              </a:ext>
            </a:extLst>
          </p:cNvPr>
          <p:cNvSpPr/>
          <p:nvPr/>
        </p:nvSpPr>
        <p:spPr>
          <a:xfrm>
            <a:off x="2196084" y="1776222"/>
            <a:ext cx="1330452" cy="123444"/>
          </a:xfrm>
          <a:prstGeom prst="rect">
            <a:avLst/>
          </a:prstGeom>
          <a:noFill/>
          <a:ln/>
        </p:spPr>
        <p:txBody>
          <a:bodyPr wrap="square" lIns="0" tIns="0" rIns="0" bIns="0" rtlCol="0" anchor="ctr"/>
          <a:lstStyle/>
          <a:p>
            <a:pPr algn="ctr"/>
            <a:r>
              <a:rPr lang="en-US" sz="638" b="1" dirty="0">
                <a:solidFill>
                  <a:srgbClr val="1D2733"/>
                </a:solidFill>
              </a:rPr>
              <a:t>Design Theory • Year 1</a:t>
            </a:r>
            <a:endParaRPr lang="en-US" sz="638" dirty="0"/>
          </a:p>
        </p:txBody>
      </p:sp>
      <p:sp>
        <p:nvSpPr>
          <p:cNvPr id="7" name="Text 4">
            <a:extLst>
              <a:ext uri="{FF2B5EF4-FFF2-40B4-BE49-F238E27FC236}">
                <a16:creationId xmlns:a16="http://schemas.microsoft.com/office/drawing/2014/main" id="{52B543C7-172B-2CD1-9925-7CE751121B14}"/>
              </a:ext>
            </a:extLst>
          </p:cNvPr>
          <p:cNvSpPr/>
          <p:nvPr/>
        </p:nvSpPr>
        <p:spPr>
          <a:xfrm>
            <a:off x="2113788" y="2057400"/>
            <a:ext cx="4286250" cy="960120"/>
          </a:xfrm>
          <a:prstGeom prst="rect">
            <a:avLst/>
          </a:prstGeom>
          <a:noFill/>
          <a:ln/>
        </p:spPr>
        <p:txBody>
          <a:bodyPr wrap="square" lIns="0" tIns="0" rIns="0" bIns="0" rtlCol="0" anchor="ctr">
            <a:normAutofit/>
          </a:bodyPr>
          <a:lstStyle/>
          <a:p>
            <a:r>
              <a:rPr lang="en-US" sz="2800" b="1" dirty="0">
                <a:solidFill>
                  <a:srgbClr val="0F172A"/>
                </a:solidFill>
                <a:latin typeface="Poppins"/>
              </a:rPr>
              <a:t>Creating Design Personas</a:t>
            </a:r>
          </a:p>
        </p:txBody>
      </p:sp>
      <p:pic>
        <p:nvPicPr>
          <p:cNvPr id="10" name="Picture 9" descr="Three people wearing glasses smiling and looking at two tablets">
            <a:extLst>
              <a:ext uri="{FF2B5EF4-FFF2-40B4-BE49-F238E27FC236}">
                <a16:creationId xmlns:a16="http://schemas.microsoft.com/office/drawing/2014/main" id="{DC4B2116-D10B-9BA9-3CE2-6E012B9FEE7E}"/>
              </a:ext>
            </a:extLst>
          </p:cNvPr>
          <p:cNvPicPr>
            <a:picLocks noChangeAspect="1"/>
          </p:cNvPicPr>
          <p:nvPr/>
        </p:nvPicPr>
        <p:blipFill>
          <a:blip r:embed="rId3"/>
          <a:srcRect l="5200"/>
          <a:stretch>
            <a:fillRect/>
          </a:stretch>
        </p:blipFill>
        <p:spPr>
          <a:xfrm>
            <a:off x="5791733" y="1712825"/>
            <a:ext cx="4876038" cy="3432351"/>
          </a:xfrm>
          <a:prstGeom prst="rect">
            <a:avLst/>
          </a:prstGeom>
        </p:spPr>
      </p:pic>
      <p:sp>
        <p:nvSpPr>
          <p:cNvPr id="9" name="TextBox 8">
            <a:extLst>
              <a:ext uri="{FF2B5EF4-FFF2-40B4-BE49-F238E27FC236}">
                <a16:creationId xmlns:a16="http://schemas.microsoft.com/office/drawing/2014/main" id="{22609D37-C503-8EC6-8F60-79AA6AC5FE0C}"/>
              </a:ext>
            </a:extLst>
          </p:cNvPr>
          <p:cNvSpPr txBox="1"/>
          <p:nvPr/>
        </p:nvSpPr>
        <p:spPr>
          <a:xfrm>
            <a:off x="1995916" y="3429000"/>
            <a:ext cx="3407753" cy="498213"/>
          </a:xfrm>
          <a:prstGeom prst="rect">
            <a:avLst/>
          </a:prstGeom>
          <a:noFill/>
        </p:spPr>
        <p:txBody>
          <a:bodyPr wrap="square" lIns="0" tIns="0" rIns="0" bIns="0" anchor="t">
            <a:spAutoFit/>
          </a:bodyPr>
          <a:lstStyle/>
          <a:p>
            <a:pPr>
              <a:lnSpc>
                <a:spcPts val="1856"/>
              </a:lnSpc>
            </a:pPr>
            <a:r>
              <a:rPr lang="en-CA" sz="2000" dirty="0">
                <a:solidFill>
                  <a:srgbClr val="64748B"/>
                </a:solidFill>
                <a:latin typeface="Poppins"/>
              </a:rPr>
              <a:t>Humanizing</a:t>
            </a:r>
            <a:r>
              <a:rPr sz="2000" dirty="0">
                <a:solidFill>
                  <a:srgbClr val="64748B"/>
                </a:solidFill>
                <a:latin typeface="Poppins"/>
              </a:rPr>
              <a:t> user research to guide decision-making</a:t>
            </a:r>
          </a:p>
        </p:txBody>
      </p:sp>
    </p:spTree>
    <p:extLst>
      <p:ext uri="{BB962C8B-B14F-4D97-AF65-F5344CB8AC3E}">
        <p14:creationId xmlns:p14="http://schemas.microsoft.com/office/powerpoint/2010/main" val="21166683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524002" y="857250"/>
            <a:ext cx="9143771" cy="123444"/>
          </a:xfrm>
          <a:prstGeom prst="rect">
            <a:avLst/>
          </a:prstGeom>
          <a:solidFill>
            <a:srgbClr val="007599"/>
          </a:solidFill>
          <a:ln w="12700">
            <a:solidFill>
              <a:srgbClr val="007599"/>
            </a:solidFill>
            <a:prstDash val="solid"/>
          </a:ln>
        </p:spPr>
        <p:txBody>
          <a:bodyPr/>
          <a:lstStyle/>
          <a:p>
            <a:endParaRPr lang="en-CA" sz="1350"/>
          </a:p>
        </p:txBody>
      </p:sp>
      <p:sp>
        <p:nvSpPr>
          <p:cNvPr id="3" name="Text 1"/>
          <p:cNvSpPr/>
          <p:nvPr/>
        </p:nvSpPr>
        <p:spPr>
          <a:xfrm>
            <a:off x="8450580" y="884682"/>
            <a:ext cx="1885950" cy="82296"/>
          </a:xfrm>
          <a:prstGeom prst="rect">
            <a:avLst/>
          </a:prstGeom>
          <a:noFill/>
          <a:ln/>
        </p:spPr>
        <p:txBody>
          <a:bodyPr wrap="square" lIns="0" tIns="0" rIns="0" bIns="0" rtlCol="0" anchor="ctr"/>
          <a:lstStyle/>
          <a:p>
            <a:pPr algn="r"/>
            <a:r>
              <a:rPr lang="en-US" sz="488" dirty="0">
                <a:solidFill>
                  <a:srgbClr val="5B6673"/>
                </a:solidFill>
                <a:latin typeface="Aptos" pitchFamily="34" charset="0"/>
                <a:ea typeface="Aptos" pitchFamily="34" charset="-122"/>
                <a:cs typeface="Aptos" pitchFamily="34" charset="-120"/>
              </a:rPr>
              <a:t>2 • Design Personas</a:t>
            </a:r>
            <a:endParaRPr lang="en-US" sz="488" dirty="0"/>
          </a:p>
        </p:txBody>
      </p:sp>
      <p:sp>
        <p:nvSpPr>
          <p:cNvPr id="4" name="Text 2"/>
          <p:cNvSpPr/>
          <p:nvPr/>
        </p:nvSpPr>
        <p:spPr>
          <a:xfrm>
            <a:off x="1878216" y="857250"/>
            <a:ext cx="8435340" cy="603504"/>
          </a:xfrm>
          <a:prstGeom prst="rect">
            <a:avLst/>
          </a:prstGeom>
          <a:noFill/>
          <a:ln/>
        </p:spPr>
        <p:txBody>
          <a:bodyPr wrap="square" lIns="0" tIns="0" rIns="0" bIns="0" rtlCol="0" anchor="ctr"/>
          <a:lstStyle/>
          <a:p>
            <a:r>
              <a:rPr lang="en-US" sz="3200" b="1" dirty="0">
                <a:solidFill>
                  <a:srgbClr val="1D2733"/>
                </a:solidFill>
                <a:latin typeface="Aptos Display" pitchFamily="34" charset="0"/>
              </a:rPr>
              <a:t>Personas</a:t>
            </a:r>
            <a:r>
              <a:rPr lang="en-US" sz="1875" b="1" dirty="0">
                <a:solidFill>
                  <a:srgbClr val="1D2733"/>
                </a:solidFill>
                <a:latin typeface="Aptos Display" pitchFamily="34" charset="0"/>
                <a:ea typeface="Aptos Display" pitchFamily="34" charset="-122"/>
                <a:cs typeface="Aptos Display" pitchFamily="34" charset="-120"/>
              </a:rPr>
              <a:t> </a:t>
            </a:r>
            <a:r>
              <a:rPr lang="en-US" sz="3200" b="1" dirty="0">
                <a:solidFill>
                  <a:srgbClr val="1D2733"/>
                </a:solidFill>
                <a:latin typeface="Aptos Display" pitchFamily="34" charset="0"/>
              </a:rPr>
              <a:t>make</a:t>
            </a:r>
            <a:r>
              <a:rPr lang="en-US" sz="1875" b="1" dirty="0">
                <a:solidFill>
                  <a:srgbClr val="1D2733"/>
                </a:solidFill>
                <a:latin typeface="Aptos Display" pitchFamily="34" charset="0"/>
                <a:ea typeface="Aptos Display" pitchFamily="34" charset="-122"/>
                <a:cs typeface="Aptos Display" pitchFamily="34" charset="-120"/>
              </a:rPr>
              <a:t> </a:t>
            </a:r>
            <a:r>
              <a:rPr lang="en-US" sz="3200" b="1" dirty="0">
                <a:solidFill>
                  <a:srgbClr val="1D2733"/>
                </a:solidFill>
                <a:latin typeface="Aptos Display" pitchFamily="34" charset="0"/>
              </a:rPr>
              <a:t>the</a:t>
            </a:r>
            <a:r>
              <a:rPr lang="en-US" sz="1875" b="1" dirty="0">
                <a:solidFill>
                  <a:srgbClr val="1D2733"/>
                </a:solidFill>
                <a:latin typeface="Aptos Display" pitchFamily="34" charset="0"/>
                <a:ea typeface="Aptos Display" pitchFamily="34" charset="-122"/>
                <a:cs typeface="Aptos Display" pitchFamily="34" charset="-120"/>
              </a:rPr>
              <a:t> </a:t>
            </a:r>
            <a:r>
              <a:rPr lang="en-US" sz="3200" b="1" dirty="0">
                <a:solidFill>
                  <a:srgbClr val="1D2733"/>
                </a:solidFill>
                <a:latin typeface="Aptos Display" pitchFamily="34" charset="0"/>
              </a:rPr>
              <a:t>audience</a:t>
            </a:r>
            <a:r>
              <a:rPr lang="en-US" sz="1875" b="1" dirty="0">
                <a:solidFill>
                  <a:srgbClr val="1D2733"/>
                </a:solidFill>
                <a:latin typeface="Aptos Display" pitchFamily="34" charset="0"/>
                <a:ea typeface="Aptos Display" pitchFamily="34" charset="-122"/>
                <a:cs typeface="Aptos Display" pitchFamily="34" charset="-120"/>
              </a:rPr>
              <a:t> </a:t>
            </a:r>
            <a:r>
              <a:rPr lang="en-US" sz="3200" b="1" dirty="0">
                <a:solidFill>
                  <a:srgbClr val="1D2733"/>
                </a:solidFill>
                <a:latin typeface="Aptos Display" pitchFamily="34" charset="0"/>
              </a:rPr>
              <a:t>easier to design</a:t>
            </a:r>
            <a:r>
              <a:rPr lang="en-US" sz="1875" b="1" dirty="0">
                <a:solidFill>
                  <a:srgbClr val="1D2733"/>
                </a:solidFill>
                <a:latin typeface="Aptos Display" pitchFamily="34" charset="0"/>
                <a:ea typeface="Aptos Display" pitchFamily="34" charset="-122"/>
                <a:cs typeface="Aptos Display" pitchFamily="34" charset="-120"/>
              </a:rPr>
              <a:t> </a:t>
            </a:r>
            <a:r>
              <a:rPr lang="en-US" sz="3200" b="1" dirty="0">
                <a:solidFill>
                  <a:srgbClr val="1D2733"/>
                </a:solidFill>
                <a:latin typeface="Aptos Display" pitchFamily="34" charset="0"/>
              </a:rPr>
              <a:t>for</a:t>
            </a:r>
          </a:p>
        </p:txBody>
      </p:sp>
      <p:sp>
        <p:nvSpPr>
          <p:cNvPr id="5" name="Text 3"/>
          <p:cNvSpPr/>
          <p:nvPr/>
        </p:nvSpPr>
        <p:spPr>
          <a:xfrm>
            <a:off x="1914906" y="1529334"/>
            <a:ext cx="7818120" cy="260604"/>
          </a:xfrm>
          <a:prstGeom prst="rect">
            <a:avLst/>
          </a:prstGeom>
          <a:noFill/>
          <a:ln/>
        </p:spPr>
        <p:txBody>
          <a:bodyPr wrap="square" lIns="0" tIns="0" rIns="0" bIns="0" rtlCol="0" anchor="ctr"/>
          <a:lstStyle/>
          <a:p>
            <a:r>
              <a:rPr lang="en-US" sz="2000" dirty="0">
                <a:solidFill>
                  <a:srgbClr val="5B6673"/>
                </a:solidFill>
              </a:rPr>
              <a:t>A persona is a fictional but realistic profile of a target user or audience member.</a:t>
            </a:r>
            <a:endParaRPr lang="en-US" sz="2000" dirty="0"/>
          </a:p>
        </p:txBody>
      </p:sp>
      <p:pic>
        <p:nvPicPr>
          <p:cNvPr id="6" name="Image 0" descr="/mnt/data/a_wide_clean_modern_illustration_office_scene_a.png"/>
          <p:cNvPicPr>
            <a:picLocks noChangeAspect="1"/>
          </p:cNvPicPr>
          <p:nvPr/>
        </p:nvPicPr>
        <p:blipFill>
          <a:blip r:embed="rId3"/>
          <a:srcRect l="16862" r="16862"/>
          <a:stretch/>
        </p:blipFill>
        <p:spPr>
          <a:xfrm>
            <a:off x="1878216" y="2448306"/>
            <a:ext cx="4183380" cy="3552444"/>
          </a:xfrm>
          <a:prstGeom prst="rect">
            <a:avLst/>
          </a:prstGeom>
        </p:spPr>
      </p:pic>
      <p:sp>
        <p:nvSpPr>
          <p:cNvPr id="7" name="Shape 4"/>
          <p:cNvSpPr/>
          <p:nvPr/>
        </p:nvSpPr>
        <p:spPr>
          <a:xfrm>
            <a:off x="6290310" y="2448306"/>
            <a:ext cx="3771900" cy="3525012"/>
          </a:xfrm>
          <a:prstGeom prst="roundRect">
            <a:avLst>
              <a:gd name="adj" fmla="val 3077"/>
            </a:avLst>
          </a:prstGeom>
          <a:solidFill>
            <a:srgbClr val="EAF4F5"/>
          </a:solidFill>
          <a:ln w="12700">
            <a:solidFill>
              <a:srgbClr val="AFDDDF"/>
            </a:solidFill>
            <a:prstDash val="solid"/>
          </a:ln>
        </p:spPr>
        <p:txBody>
          <a:bodyPr/>
          <a:lstStyle/>
          <a:p>
            <a:endParaRPr lang="en-CA" sz="1350"/>
          </a:p>
        </p:txBody>
      </p:sp>
      <p:sp>
        <p:nvSpPr>
          <p:cNvPr id="8" name="Text 5"/>
          <p:cNvSpPr/>
          <p:nvPr/>
        </p:nvSpPr>
        <p:spPr>
          <a:xfrm>
            <a:off x="6564630" y="2715768"/>
            <a:ext cx="1783080" cy="219456"/>
          </a:xfrm>
          <a:prstGeom prst="rect">
            <a:avLst/>
          </a:prstGeom>
          <a:noFill/>
          <a:ln/>
        </p:spPr>
        <p:txBody>
          <a:bodyPr wrap="square" lIns="0" tIns="0" rIns="0" bIns="0" rtlCol="0" anchor="ctr"/>
          <a:lstStyle/>
          <a:p>
            <a:r>
              <a:rPr lang="en-US" sz="2000" b="1" dirty="0">
                <a:solidFill>
                  <a:srgbClr val="007599"/>
                </a:solidFill>
              </a:rPr>
              <a:t>Why they help</a:t>
            </a:r>
            <a:endParaRPr lang="en-US" sz="2000" dirty="0"/>
          </a:p>
        </p:txBody>
      </p:sp>
      <p:sp>
        <p:nvSpPr>
          <p:cNvPr id="9" name="Text 6"/>
          <p:cNvSpPr/>
          <p:nvPr/>
        </p:nvSpPr>
        <p:spPr>
          <a:xfrm>
            <a:off x="6564630" y="3374136"/>
            <a:ext cx="3497580" cy="1097280"/>
          </a:xfrm>
          <a:prstGeom prst="rect">
            <a:avLst/>
          </a:prstGeom>
          <a:noFill/>
          <a:ln/>
        </p:spPr>
        <p:txBody>
          <a:bodyPr wrap="square" lIns="0" tIns="0" rIns="0" bIns="0" rtlCol="0" anchor="ctr">
            <a:noAutofit/>
          </a:bodyPr>
          <a:lstStyle/>
          <a:p>
            <a:pPr marL="342900" indent="-342900">
              <a:buFont typeface="Arial" panose="020B0604020202020204" pitchFamily="34" charset="0"/>
              <a:buChar char="•"/>
            </a:pPr>
            <a:r>
              <a:rPr lang="en-US" sz="2000" dirty="0">
                <a:solidFill>
                  <a:srgbClr val="1D2733"/>
                </a:solidFill>
              </a:rPr>
              <a:t>focus decisions on people, not personal taste</a:t>
            </a:r>
            <a:endParaRPr lang="en-US" sz="2000" dirty="0"/>
          </a:p>
          <a:p>
            <a:pPr marL="342900" indent="-342900">
              <a:buFont typeface="Arial" panose="020B0604020202020204" pitchFamily="34" charset="0"/>
              <a:buChar char="•"/>
            </a:pPr>
            <a:r>
              <a:rPr lang="en-US" sz="2000" dirty="0">
                <a:solidFill>
                  <a:srgbClr val="1D2733"/>
                </a:solidFill>
              </a:rPr>
              <a:t>reveal possible barriers</a:t>
            </a:r>
            <a:endParaRPr lang="en-US" sz="2000" dirty="0"/>
          </a:p>
          <a:p>
            <a:pPr marL="342900" indent="-342900">
              <a:buFont typeface="Arial" panose="020B0604020202020204" pitchFamily="34" charset="0"/>
              <a:buChar char="•"/>
            </a:pPr>
            <a:r>
              <a:rPr lang="en-US" sz="2000" dirty="0">
                <a:solidFill>
                  <a:srgbClr val="1D2733"/>
                </a:solidFill>
              </a:rPr>
              <a:t>help teams discuss trade-offs</a:t>
            </a:r>
            <a:endParaRPr lang="en-US" sz="2000" dirty="0"/>
          </a:p>
          <a:p>
            <a:pPr marL="342900" indent="-342900">
              <a:buFont typeface="Arial" panose="020B0604020202020204" pitchFamily="34" charset="0"/>
              <a:buChar char="•"/>
            </a:pPr>
            <a:r>
              <a:rPr lang="en-US" sz="2000" dirty="0">
                <a:solidFill>
                  <a:srgbClr val="1D2733"/>
                </a:solidFill>
              </a:rPr>
              <a:t>make abstract audiences memorable</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F3CAA-D61D-E3A5-F652-4835F297DEC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FA406C2-BB61-BFAA-7001-9BC26791488B}"/>
              </a:ext>
            </a:extLst>
          </p:cNvPr>
          <p:cNvSpPr/>
          <p:nvPr/>
        </p:nvSpPr>
        <p:spPr>
          <a:xfrm>
            <a:off x="1524002" y="857250"/>
            <a:ext cx="9143771" cy="123444"/>
          </a:xfrm>
          <a:prstGeom prst="rect">
            <a:avLst/>
          </a:prstGeom>
          <a:solidFill>
            <a:srgbClr val="007599"/>
          </a:solidFill>
          <a:ln w="12700">
            <a:solidFill>
              <a:srgbClr val="007599"/>
            </a:solidFill>
            <a:prstDash val="solid"/>
          </a:ln>
        </p:spPr>
        <p:txBody>
          <a:bodyPr/>
          <a:lstStyle/>
          <a:p>
            <a:endParaRPr lang="en-CA" sz="1350"/>
          </a:p>
        </p:txBody>
      </p:sp>
      <p:sp>
        <p:nvSpPr>
          <p:cNvPr id="3" name="Text 1">
            <a:extLst>
              <a:ext uri="{FF2B5EF4-FFF2-40B4-BE49-F238E27FC236}">
                <a16:creationId xmlns:a16="http://schemas.microsoft.com/office/drawing/2014/main" id="{C1592F32-5887-73B1-B69C-1A411023EA36}"/>
              </a:ext>
            </a:extLst>
          </p:cNvPr>
          <p:cNvSpPr/>
          <p:nvPr/>
        </p:nvSpPr>
        <p:spPr>
          <a:xfrm>
            <a:off x="8450580" y="884682"/>
            <a:ext cx="1885950" cy="82296"/>
          </a:xfrm>
          <a:prstGeom prst="rect">
            <a:avLst/>
          </a:prstGeom>
          <a:noFill/>
          <a:ln/>
        </p:spPr>
        <p:txBody>
          <a:bodyPr wrap="square" lIns="0" tIns="0" rIns="0" bIns="0" rtlCol="0" anchor="ctr"/>
          <a:lstStyle/>
          <a:p>
            <a:pPr algn="r"/>
            <a:r>
              <a:rPr lang="en-US" sz="488" dirty="0">
                <a:solidFill>
                  <a:srgbClr val="5B6673"/>
                </a:solidFill>
                <a:latin typeface="Aptos" pitchFamily="34" charset="0"/>
                <a:ea typeface="Aptos" pitchFamily="34" charset="-122"/>
                <a:cs typeface="Aptos" pitchFamily="34" charset="-120"/>
              </a:rPr>
              <a:t>2 • Design Personas</a:t>
            </a:r>
            <a:endParaRPr lang="en-US" sz="488" dirty="0"/>
          </a:p>
        </p:txBody>
      </p:sp>
      <p:sp>
        <p:nvSpPr>
          <p:cNvPr id="4" name="Text 2">
            <a:extLst>
              <a:ext uri="{FF2B5EF4-FFF2-40B4-BE49-F238E27FC236}">
                <a16:creationId xmlns:a16="http://schemas.microsoft.com/office/drawing/2014/main" id="{630C998D-1366-9685-E8C3-527888FE58BD}"/>
              </a:ext>
            </a:extLst>
          </p:cNvPr>
          <p:cNvSpPr/>
          <p:nvPr/>
        </p:nvSpPr>
        <p:spPr>
          <a:xfrm>
            <a:off x="1878216" y="1052754"/>
            <a:ext cx="8435340" cy="603504"/>
          </a:xfrm>
          <a:prstGeom prst="rect">
            <a:avLst/>
          </a:prstGeom>
          <a:noFill/>
          <a:ln/>
        </p:spPr>
        <p:txBody>
          <a:bodyPr wrap="square" lIns="0" tIns="0" rIns="0" bIns="0" rtlCol="0" anchor="ctr"/>
          <a:lstStyle/>
          <a:p>
            <a:r>
              <a:rPr lang="en-US" sz="3200" b="1" dirty="0">
                <a:solidFill>
                  <a:srgbClr val="1D2733"/>
                </a:solidFill>
                <a:latin typeface="Aptos Display" pitchFamily="34" charset="0"/>
              </a:rPr>
              <a:t>Why Personas</a:t>
            </a:r>
            <a:r>
              <a:rPr lang="en-US" sz="1875" b="1" dirty="0">
                <a:solidFill>
                  <a:srgbClr val="1D2733"/>
                </a:solidFill>
                <a:latin typeface="Aptos Display" pitchFamily="34" charset="0"/>
                <a:ea typeface="Aptos Display" pitchFamily="34" charset="-122"/>
                <a:cs typeface="Aptos Display" pitchFamily="34" charset="-120"/>
              </a:rPr>
              <a:t> </a:t>
            </a:r>
            <a:r>
              <a:rPr lang="en-US" sz="3200" b="1" dirty="0">
                <a:solidFill>
                  <a:srgbClr val="1D2733"/>
                </a:solidFill>
                <a:latin typeface="Aptos Display" pitchFamily="34" charset="0"/>
              </a:rPr>
              <a:t>Matter</a:t>
            </a:r>
          </a:p>
        </p:txBody>
      </p:sp>
      <p:sp>
        <p:nvSpPr>
          <p:cNvPr id="10" name="Text 7">
            <a:extLst>
              <a:ext uri="{FF2B5EF4-FFF2-40B4-BE49-F238E27FC236}">
                <a16:creationId xmlns:a16="http://schemas.microsoft.com/office/drawing/2014/main" id="{F959748A-069C-1CF8-C010-612E9B228A29}"/>
              </a:ext>
            </a:extLst>
          </p:cNvPr>
          <p:cNvSpPr/>
          <p:nvPr/>
        </p:nvSpPr>
        <p:spPr>
          <a:xfrm>
            <a:off x="2194798" y="5945886"/>
            <a:ext cx="7747398" cy="548640"/>
          </a:xfrm>
          <a:prstGeom prst="rect">
            <a:avLst/>
          </a:prstGeom>
          <a:noFill/>
          <a:ln/>
        </p:spPr>
        <p:txBody>
          <a:bodyPr wrap="square" lIns="0" tIns="0" rIns="0" bIns="0" rtlCol="0" anchor="ctr">
            <a:noAutofit/>
          </a:bodyPr>
          <a:lstStyle/>
          <a:p>
            <a:pPr algn="ctr"/>
            <a:r>
              <a:rPr lang="en-US" sz="2000" dirty="0">
                <a:solidFill>
                  <a:srgbClr val="5B6673"/>
                </a:solidFill>
              </a:rPr>
              <a:t>Personas are tools, not facts. They should be grounded in research or careful assumptions and revised when you learn more.</a:t>
            </a:r>
            <a:endParaRPr lang="en-US" sz="2000" dirty="0"/>
          </a:p>
        </p:txBody>
      </p:sp>
      <p:pic>
        <p:nvPicPr>
          <p:cNvPr id="23" name="Picture 22" descr="image.png"/>
          <p:cNvPicPr>
            <a:picLocks noChangeAspect="1"/>
          </p:cNvPicPr>
          <p:nvPr/>
        </p:nvPicPr>
        <p:blipFill>
          <a:blip r:embed="rId3"/>
          <a:stretch>
            <a:fillRect/>
          </a:stretch>
        </p:blipFill>
        <p:spPr>
          <a:xfrm>
            <a:off x="1876901" y="2093119"/>
            <a:ext cx="2643188" cy="3589225"/>
          </a:xfrm>
          <a:prstGeom prst="rect">
            <a:avLst/>
          </a:prstGeom>
          <a:ln>
            <a:solidFill>
              <a:srgbClr val="007599"/>
            </a:solidFill>
          </a:ln>
        </p:spPr>
      </p:pic>
      <p:sp>
        <p:nvSpPr>
          <p:cNvPr id="24" name="TextBox 23"/>
          <p:cNvSpPr txBox="1"/>
          <p:nvPr/>
        </p:nvSpPr>
        <p:spPr>
          <a:xfrm>
            <a:off x="2098358" y="2850357"/>
            <a:ext cx="1267658" cy="615553"/>
          </a:xfrm>
          <a:prstGeom prst="rect">
            <a:avLst/>
          </a:prstGeom>
          <a:noFill/>
        </p:spPr>
        <p:txBody>
          <a:bodyPr wrap="square" lIns="0" tIns="0" rIns="0" bIns="0" anchor="t">
            <a:spAutoFit/>
          </a:bodyPr>
          <a:lstStyle/>
          <a:p>
            <a:pPr algn="l"/>
            <a:r>
              <a:rPr sz="2000" dirty="0">
                <a:solidFill>
                  <a:srgbClr val="0F172A"/>
                </a:solidFill>
                <a:latin typeface="Poppins SemiBold"/>
              </a:rPr>
              <a:t>Build Empathy</a:t>
            </a:r>
          </a:p>
        </p:txBody>
      </p:sp>
      <p:sp>
        <p:nvSpPr>
          <p:cNvPr id="25" name="TextBox 24"/>
          <p:cNvSpPr txBox="1"/>
          <p:nvPr/>
        </p:nvSpPr>
        <p:spPr>
          <a:xfrm>
            <a:off x="2098359" y="3692738"/>
            <a:ext cx="2200275" cy="1661993"/>
          </a:xfrm>
          <a:prstGeom prst="rect">
            <a:avLst/>
          </a:prstGeom>
          <a:noFill/>
        </p:spPr>
        <p:txBody>
          <a:bodyPr wrap="square" lIns="0" tIns="0" rIns="0" bIns="0" anchor="t">
            <a:spAutoFit/>
          </a:bodyPr>
          <a:lstStyle/>
          <a:p>
            <a:r>
              <a:rPr dirty="0">
                <a:solidFill>
                  <a:srgbClr val="334155"/>
                </a:solidFill>
                <a:latin typeface="Lato"/>
              </a:rPr>
              <a:t>Transform abstract user data into concrete archetypes, allowing designers to view choices from a real perspective.</a:t>
            </a:r>
          </a:p>
        </p:txBody>
      </p:sp>
      <p:pic>
        <p:nvPicPr>
          <p:cNvPr id="26" name="Picture 25" descr="image.png"/>
          <p:cNvPicPr>
            <a:picLocks noChangeAspect="1"/>
          </p:cNvPicPr>
          <p:nvPr/>
        </p:nvPicPr>
        <p:blipFill>
          <a:blip r:embed="rId4"/>
          <a:stretch>
            <a:fillRect/>
          </a:stretch>
        </p:blipFill>
        <p:spPr>
          <a:xfrm>
            <a:off x="2194799" y="2411016"/>
            <a:ext cx="200025" cy="200025"/>
          </a:xfrm>
          <a:prstGeom prst="rect">
            <a:avLst/>
          </a:prstGeom>
        </p:spPr>
      </p:pic>
      <p:pic>
        <p:nvPicPr>
          <p:cNvPr id="12" name="Picture 11" descr="image.png"/>
          <p:cNvPicPr>
            <a:picLocks noChangeAspect="1"/>
          </p:cNvPicPr>
          <p:nvPr/>
        </p:nvPicPr>
        <p:blipFill>
          <a:blip r:embed="rId5"/>
          <a:stretch>
            <a:fillRect/>
          </a:stretch>
        </p:blipFill>
        <p:spPr>
          <a:xfrm>
            <a:off x="4698682" y="2093119"/>
            <a:ext cx="2643188" cy="3589225"/>
          </a:xfrm>
          <a:prstGeom prst="rect">
            <a:avLst/>
          </a:prstGeom>
          <a:ln>
            <a:solidFill>
              <a:srgbClr val="F8C200"/>
            </a:solidFill>
          </a:ln>
        </p:spPr>
      </p:pic>
      <p:sp>
        <p:nvSpPr>
          <p:cNvPr id="15" name="TextBox 14"/>
          <p:cNvSpPr txBox="1"/>
          <p:nvPr/>
        </p:nvSpPr>
        <p:spPr>
          <a:xfrm>
            <a:off x="4920139" y="2850357"/>
            <a:ext cx="1327666" cy="615553"/>
          </a:xfrm>
          <a:prstGeom prst="rect">
            <a:avLst/>
          </a:prstGeom>
          <a:noFill/>
        </p:spPr>
        <p:txBody>
          <a:bodyPr wrap="square" lIns="0" tIns="0" rIns="0" bIns="0" anchor="t">
            <a:spAutoFit/>
          </a:bodyPr>
          <a:lstStyle/>
          <a:p>
            <a:pPr algn="l"/>
            <a:r>
              <a:rPr sz="2000" dirty="0">
                <a:solidFill>
                  <a:srgbClr val="0F172A"/>
                </a:solidFill>
                <a:latin typeface="Poppins SemiBold"/>
              </a:rPr>
              <a:t>Establish Focus</a:t>
            </a:r>
          </a:p>
        </p:txBody>
      </p:sp>
      <p:sp>
        <p:nvSpPr>
          <p:cNvPr id="16" name="TextBox 15"/>
          <p:cNvSpPr txBox="1"/>
          <p:nvPr/>
        </p:nvSpPr>
        <p:spPr>
          <a:xfrm>
            <a:off x="4920140" y="3645521"/>
            <a:ext cx="2200275" cy="1661993"/>
          </a:xfrm>
          <a:prstGeom prst="rect">
            <a:avLst/>
          </a:prstGeom>
          <a:noFill/>
        </p:spPr>
        <p:txBody>
          <a:bodyPr wrap="square" lIns="0" tIns="0" rIns="0" bIns="0" anchor="t">
            <a:spAutoFit/>
          </a:bodyPr>
          <a:lstStyle/>
          <a:p>
            <a:r>
              <a:rPr dirty="0">
                <a:solidFill>
                  <a:srgbClr val="334155"/>
                </a:solidFill>
                <a:latin typeface="Lato"/>
              </a:rPr>
              <a:t>Eliminate the "elastic user." Designing for a specific somebody prevents generic solutions that satisfy no one.</a:t>
            </a:r>
          </a:p>
        </p:txBody>
      </p:sp>
      <p:pic>
        <p:nvPicPr>
          <p:cNvPr id="18" name="Picture 17" descr="image.png"/>
          <p:cNvPicPr>
            <a:picLocks noChangeAspect="1"/>
          </p:cNvPicPr>
          <p:nvPr/>
        </p:nvPicPr>
        <p:blipFill>
          <a:blip r:embed="rId6"/>
          <a:stretch>
            <a:fillRect/>
          </a:stretch>
        </p:blipFill>
        <p:spPr>
          <a:xfrm>
            <a:off x="5016580" y="2411016"/>
            <a:ext cx="200025" cy="200025"/>
          </a:xfrm>
          <a:prstGeom prst="rect">
            <a:avLst/>
          </a:prstGeom>
        </p:spPr>
      </p:pic>
      <p:pic>
        <p:nvPicPr>
          <p:cNvPr id="11" name="Picture 10" descr="image.png"/>
          <p:cNvPicPr>
            <a:picLocks noChangeAspect="1"/>
          </p:cNvPicPr>
          <p:nvPr/>
        </p:nvPicPr>
        <p:blipFill>
          <a:blip r:embed="rId7"/>
          <a:stretch>
            <a:fillRect/>
          </a:stretch>
        </p:blipFill>
        <p:spPr>
          <a:xfrm>
            <a:off x="7520463" y="2093119"/>
            <a:ext cx="2643188" cy="3589225"/>
          </a:xfrm>
          <a:prstGeom prst="rect">
            <a:avLst/>
          </a:prstGeom>
          <a:ln>
            <a:solidFill>
              <a:srgbClr val="829600"/>
            </a:solidFill>
          </a:ln>
        </p:spPr>
      </p:pic>
      <p:sp>
        <p:nvSpPr>
          <p:cNvPr id="13" name="TextBox 12"/>
          <p:cNvSpPr txBox="1"/>
          <p:nvPr/>
        </p:nvSpPr>
        <p:spPr>
          <a:xfrm>
            <a:off x="7741921" y="2850357"/>
            <a:ext cx="1080135" cy="615553"/>
          </a:xfrm>
          <a:prstGeom prst="rect">
            <a:avLst/>
          </a:prstGeom>
          <a:noFill/>
        </p:spPr>
        <p:txBody>
          <a:bodyPr wrap="square" lIns="0" tIns="0" rIns="0" bIns="0" anchor="t">
            <a:spAutoFit/>
          </a:bodyPr>
          <a:lstStyle/>
          <a:p>
            <a:pPr algn="l"/>
            <a:r>
              <a:rPr sz="2000" dirty="0">
                <a:solidFill>
                  <a:srgbClr val="0F172A"/>
                </a:solidFill>
                <a:latin typeface="Poppins SemiBold"/>
              </a:rPr>
              <a:t>Align Teams</a:t>
            </a:r>
          </a:p>
        </p:txBody>
      </p:sp>
      <p:sp>
        <p:nvSpPr>
          <p:cNvPr id="14" name="TextBox 13"/>
          <p:cNvSpPr txBox="1"/>
          <p:nvPr/>
        </p:nvSpPr>
        <p:spPr>
          <a:xfrm>
            <a:off x="7741922" y="3636155"/>
            <a:ext cx="2200275" cy="1661993"/>
          </a:xfrm>
          <a:prstGeom prst="rect">
            <a:avLst/>
          </a:prstGeom>
          <a:noFill/>
        </p:spPr>
        <p:txBody>
          <a:bodyPr wrap="square" lIns="0" tIns="0" rIns="0" bIns="0" anchor="t">
            <a:spAutoFit/>
          </a:bodyPr>
          <a:lstStyle/>
          <a:p>
            <a:r>
              <a:rPr dirty="0">
                <a:solidFill>
                  <a:srgbClr val="334155"/>
                </a:solidFill>
                <a:latin typeface="Lato"/>
              </a:rPr>
              <a:t>Create a shared baseline for clients, copywriters, and designers, ensuring everyone builds for the same target.</a:t>
            </a:r>
          </a:p>
        </p:txBody>
      </p:sp>
      <p:pic>
        <p:nvPicPr>
          <p:cNvPr id="17" name="Picture 16" descr="image.png"/>
          <p:cNvPicPr>
            <a:picLocks noChangeAspect="1"/>
          </p:cNvPicPr>
          <p:nvPr/>
        </p:nvPicPr>
        <p:blipFill>
          <a:blip r:embed="rId8"/>
          <a:stretch>
            <a:fillRect/>
          </a:stretch>
        </p:blipFill>
        <p:spPr>
          <a:xfrm>
            <a:off x="7813359" y="2411016"/>
            <a:ext cx="250031" cy="200025"/>
          </a:xfrm>
          <a:prstGeom prst="rect">
            <a:avLst/>
          </a:prstGeom>
        </p:spPr>
      </p:pic>
    </p:spTree>
    <p:extLst>
      <p:ext uri="{BB962C8B-B14F-4D97-AF65-F5344CB8AC3E}">
        <p14:creationId xmlns:p14="http://schemas.microsoft.com/office/powerpoint/2010/main" val="25741676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524000" y="857250"/>
            <a:ext cx="9144000" cy="5143500"/>
          </a:xfrm>
          <a:prstGeom prst="rect">
            <a:avLst/>
          </a:prstGeom>
        </p:spPr>
      </p:pic>
      <p:sp>
        <p:nvSpPr>
          <p:cNvPr id="3" name="TextBox 2"/>
          <p:cNvSpPr txBox="1"/>
          <p:nvPr/>
        </p:nvSpPr>
        <p:spPr>
          <a:xfrm>
            <a:off x="293643" y="1190037"/>
            <a:ext cx="4018359" cy="1042593"/>
          </a:xfrm>
          <a:prstGeom prst="rect">
            <a:avLst/>
          </a:prstGeom>
          <a:noFill/>
        </p:spPr>
        <p:txBody>
          <a:bodyPr wrap="square" lIns="0" tIns="0" rIns="0" bIns="0" anchor="t">
            <a:spAutoFit/>
          </a:bodyPr>
          <a:lstStyle/>
          <a:p>
            <a:pPr algn="ctr">
              <a:lnSpc>
                <a:spcPts val="7875"/>
              </a:lnSpc>
            </a:pPr>
            <a:r>
              <a:rPr sz="7875" b="1" dirty="0">
                <a:solidFill>
                  <a:srgbClr val="0D9488"/>
                </a:solidFill>
                <a:latin typeface="Poppins"/>
              </a:rPr>
              <a:t>1</a:t>
            </a:r>
          </a:p>
        </p:txBody>
      </p:sp>
      <p:sp>
        <p:nvSpPr>
          <p:cNvPr id="4" name="TextBox 3"/>
          <p:cNvSpPr txBox="1"/>
          <p:nvPr/>
        </p:nvSpPr>
        <p:spPr>
          <a:xfrm>
            <a:off x="1587478" y="1734277"/>
            <a:ext cx="4018359" cy="254557"/>
          </a:xfrm>
          <a:prstGeom prst="rect">
            <a:avLst/>
          </a:prstGeom>
          <a:noFill/>
        </p:spPr>
        <p:txBody>
          <a:bodyPr wrap="square" lIns="0" tIns="0" rIns="0" bIns="0" anchor="t">
            <a:spAutoFit/>
          </a:bodyPr>
          <a:lstStyle/>
          <a:p>
            <a:pPr algn="ctr">
              <a:lnSpc>
                <a:spcPts val="1856"/>
              </a:lnSpc>
            </a:pPr>
            <a:r>
              <a:rPr sz="2000" dirty="0">
                <a:solidFill>
                  <a:srgbClr val="0F172A"/>
                </a:solidFill>
                <a:latin typeface="Poppins SemiBold"/>
              </a:rPr>
              <a:t>Primary Persona</a:t>
            </a:r>
          </a:p>
        </p:txBody>
      </p:sp>
      <p:sp>
        <p:nvSpPr>
          <p:cNvPr id="8" name="TextBox 7"/>
          <p:cNvSpPr txBox="1"/>
          <p:nvPr/>
        </p:nvSpPr>
        <p:spPr>
          <a:xfrm>
            <a:off x="1870471" y="468532"/>
            <a:ext cx="8701088" cy="311624"/>
          </a:xfrm>
          <a:prstGeom prst="rect">
            <a:avLst/>
          </a:prstGeom>
          <a:noFill/>
        </p:spPr>
        <p:txBody>
          <a:bodyPr wrap="square" lIns="0" tIns="0" rIns="0" bIns="0" anchor="t">
            <a:spAutoFit/>
          </a:bodyPr>
          <a:lstStyle/>
          <a:p>
            <a:pPr algn="l"/>
            <a:r>
              <a:rPr sz="2025" b="1" dirty="0">
                <a:solidFill>
                  <a:srgbClr val="0F172A"/>
                </a:solidFill>
                <a:latin typeface="Poppins"/>
              </a:rPr>
              <a:t>Designing for One</a:t>
            </a:r>
          </a:p>
        </p:txBody>
      </p:sp>
      <p:sp>
        <p:nvSpPr>
          <p:cNvPr id="10" name="Shape 0">
            <a:extLst>
              <a:ext uri="{FF2B5EF4-FFF2-40B4-BE49-F238E27FC236}">
                <a16:creationId xmlns:a16="http://schemas.microsoft.com/office/drawing/2014/main" id="{D804CC19-438B-4485-88F6-23E55A3CED76}"/>
              </a:ext>
            </a:extLst>
          </p:cNvPr>
          <p:cNvSpPr/>
          <p:nvPr/>
        </p:nvSpPr>
        <p:spPr>
          <a:xfrm>
            <a:off x="1524002" y="857250"/>
            <a:ext cx="9143771" cy="123444"/>
          </a:xfrm>
          <a:prstGeom prst="rect">
            <a:avLst/>
          </a:prstGeom>
          <a:solidFill>
            <a:srgbClr val="007599"/>
          </a:solidFill>
          <a:ln w="12700">
            <a:solidFill>
              <a:srgbClr val="007599"/>
            </a:solidFill>
            <a:prstDash val="solid"/>
          </a:ln>
        </p:spPr>
        <p:txBody>
          <a:bodyPr/>
          <a:lstStyle/>
          <a:p>
            <a:endParaRPr lang="en-CA" sz="1350"/>
          </a:p>
        </p:txBody>
      </p:sp>
      <p:sp>
        <p:nvSpPr>
          <p:cNvPr id="12" name="Text 2">
            <a:extLst>
              <a:ext uri="{FF2B5EF4-FFF2-40B4-BE49-F238E27FC236}">
                <a16:creationId xmlns:a16="http://schemas.microsoft.com/office/drawing/2014/main" id="{ACCA03EF-469B-690E-150A-6128730FD15E}"/>
              </a:ext>
            </a:extLst>
          </p:cNvPr>
          <p:cNvSpPr/>
          <p:nvPr/>
        </p:nvSpPr>
        <p:spPr>
          <a:xfrm>
            <a:off x="4813798" y="1682822"/>
            <a:ext cx="5462316" cy="356616"/>
          </a:xfrm>
          <a:prstGeom prst="rect">
            <a:avLst/>
          </a:prstGeom>
          <a:noFill/>
          <a:ln/>
        </p:spPr>
        <p:txBody>
          <a:bodyPr wrap="square" lIns="0" tIns="0" rIns="0" bIns="0" rtlCol="0" anchor="ctr"/>
          <a:lstStyle/>
          <a:p>
            <a:r>
              <a:rPr lang="en-US" sz="2000" dirty="0">
                <a:solidFill>
                  <a:srgbClr val="1D2733"/>
                </a:solidFill>
                <a:latin typeface="Aptos Display" pitchFamily="34" charset="0"/>
                <a:ea typeface="Aptos Display" pitchFamily="34" charset="-122"/>
                <a:cs typeface="Aptos Display" pitchFamily="34" charset="-120"/>
              </a:rPr>
              <a:t>A </a:t>
            </a:r>
            <a:r>
              <a:rPr lang="en-US" sz="2000" dirty="0">
                <a:solidFill>
                  <a:srgbClr val="1D2733"/>
                </a:solidFill>
                <a:latin typeface="Aptos Display" pitchFamily="34" charset="0"/>
              </a:rPr>
              <a:t>useful design persona is specific — but not creepy</a:t>
            </a:r>
          </a:p>
        </p:txBody>
      </p:sp>
      <p:sp>
        <p:nvSpPr>
          <p:cNvPr id="14" name="Text 3">
            <a:extLst>
              <a:ext uri="{FF2B5EF4-FFF2-40B4-BE49-F238E27FC236}">
                <a16:creationId xmlns:a16="http://schemas.microsoft.com/office/drawing/2014/main" id="{ABD1761C-20DC-55FD-3DCA-CCFE225E4A3E}"/>
              </a:ext>
            </a:extLst>
          </p:cNvPr>
          <p:cNvSpPr/>
          <p:nvPr/>
        </p:nvSpPr>
        <p:spPr>
          <a:xfrm>
            <a:off x="1914906" y="5537537"/>
            <a:ext cx="8256705" cy="246561"/>
          </a:xfrm>
          <a:prstGeom prst="rect">
            <a:avLst/>
          </a:prstGeom>
          <a:noFill/>
          <a:ln/>
        </p:spPr>
        <p:txBody>
          <a:bodyPr wrap="square" lIns="0" tIns="0" rIns="0" bIns="0" rtlCol="0" anchor="ctr"/>
          <a:lstStyle/>
          <a:p>
            <a:r>
              <a:rPr lang="en-US" sz="2000" dirty="0">
                <a:solidFill>
                  <a:srgbClr val="5B6673"/>
                </a:solidFill>
              </a:rPr>
              <a:t>Keep details that affect design decisions. Leave out details that do not matter.</a:t>
            </a:r>
            <a:endParaRPr lang="en-US" sz="2000" dirty="0"/>
          </a:p>
        </p:txBody>
      </p:sp>
      <p:grpSp>
        <p:nvGrpSpPr>
          <p:cNvPr id="37" name="Group 36">
            <a:extLst>
              <a:ext uri="{FF2B5EF4-FFF2-40B4-BE49-F238E27FC236}">
                <a16:creationId xmlns:a16="http://schemas.microsoft.com/office/drawing/2014/main" id="{C8860E18-81DB-3985-E7D8-995784771D6C}"/>
              </a:ext>
            </a:extLst>
          </p:cNvPr>
          <p:cNvGrpSpPr/>
          <p:nvPr/>
        </p:nvGrpSpPr>
        <p:grpSpPr>
          <a:xfrm>
            <a:off x="2038350" y="2326995"/>
            <a:ext cx="7783830" cy="2450102"/>
            <a:chOff x="514350" y="3098183"/>
            <a:chExt cx="7783830" cy="2450102"/>
          </a:xfrm>
        </p:grpSpPr>
        <p:grpSp>
          <p:nvGrpSpPr>
            <p:cNvPr id="35" name="Group 34">
              <a:extLst>
                <a:ext uri="{FF2B5EF4-FFF2-40B4-BE49-F238E27FC236}">
                  <a16:creationId xmlns:a16="http://schemas.microsoft.com/office/drawing/2014/main" id="{7F0443AB-E9FB-B662-5E78-F6693E9B87A0}"/>
                </a:ext>
              </a:extLst>
            </p:cNvPr>
            <p:cNvGrpSpPr/>
            <p:nvPr/>
          </p:nvGrpSpPr>
          <p:grpSpPr>
            <a:xfrm>
              <a:off x="514350" y="3099816"/>
              <a:ext cx="3567486" cy="2448469"/>
              <a:chOff x="514350" y="3099816"/>
              <a:chExt cx="3567486" cy="2448469"/>
            </a:xfrm>
          </p:grpSpPr>
          <p:sp>
            <p:nvSpPr>
              <p:cNvPr id="16" name="Shape 4">
                <a:extLst>
                  <a:ext uri="{FF2B5EF4-FFF2-40B4-BE49-F238E27FC236}">
                    <a16:creationId xmlns:a16="http://schemas.microsoft.com/office/drawing/2014/main" id="{662B9C0D-EFEF-1977-B6B1-101A4414E266}"/>
                  </a:ext>
                </a:extLst>
              </p:cNvPr>
              <p:cNvSpPr/>
              <p:nvPr/>
            </p:nvSpPr>
            <p:spPr>
              <a:xfrm>
                <a:off x="514350" y="3099816"/>
                <a:ext cx="3463290" cy="2448469"/>
              </a:xfrm>
              <a:prstGeom prst="roundRect">
                <a:avLst>
                  <a:gd name="adj" fmla="val 3684"/>
                </a:avLst>
              </a:prstGeom>
              <a:solidFill>
                <a:srgbClr val="FFFFFF"/>
              </a:solidFill>
              <a:ln w="25400">
                <a:solidFill>
                  <a:srgbClr val="829600"/>
                </a:solidFill>
                <a:prstDash val="solid"/>
              </a:ln>
            </p:spPr>
            <p:txBody>
              <a:bodyPr/>
              <a:lstStyle/>
              <a:p>
                <a:endParaRPr lang="en-CA" sz="1350"/>
              </a:p>
            </p:txBody>
          </p:sp>
          <p:sp>
            <p:nvSpPr>
              <p:cNvPr id="18" name="Text 5">
                <a:extLst>
                  <a:ext uri="{FF2B5EF4-FFF2-40B4-BE49-F238E27FC236}">
                    <a16:creationId xmlns:a16="http://schemas.microsoft.com/office/drawing/2014/main" id="{E3D5361A-B4BD-8D55-A1B4-18CB95F4074A}"/>
                  </a:ext>
                </a:extLst>
              </p:cNvPr>
              <p:cNvSpPr/>
              <p:nvPr/>
            </p:nvSpPr>
            <p:spPr>
              <a:xfrm>
                <a:off x="754380" y="3339846"/>
                <a:ext cx="3223260" cy="274320"/>
              </a:xfrm>
              <a:prstGeom prst="rect">
                <a:avLst/>
              </a:prstGeom>
              <a:noFill/>
              <a:ln/>
            </p:spPr>
            <p:txBody>
              <a:bodyPr wrap="square" lIns="0" tIns="0" rIns="0" bIns="0" rtlCol="0" anchor="ctr"/>
              <a:lstStyle/>
              <a:p>
                <a:r>
                  <a:rPr lang="en-US" sz="2000" b="1" dirty="0">
                    <a:solidFill>
                      <a:srgbClr val="829600"/>
                    </a:solidFill>
                  </a:rPr>
                  <a:t>Include</a:t>
                </a:r>
                <a:endParaRPr lang="en-US" sz="2000" dirty="0"/>
              </a:p>
            </p:txBody>
          </p:sp>
          <p:sp>
            <p:nvSpPr>
              <p:cNvPr id="20" name="Text 6">
                <a:extLst>
                  <a:ext uri="{FF2B5EF4-FFF2-40B4-BE49-F238E27FC236}">
                    <a16:creationId xmlns:a16="http://schemas.microsoft.com/office/drawing/2014/main" id="{E683A729-91E7-80D9-99D5-13F77692DF65}"/>
                  </a:ext>
                </a:extLst>
              </p:cNvPr>
              <p:cNvSpPr/>
              <p:nvPr/>
            </p:nvSpPr>
            <p:spPr>
              <a:xfrm>
                <a:off x="754380" y="3547051"/>
                <a:ext cx="3257550" cy="1062990"/>
              </a:xfrm>
              <a:prstGeom prst="rect">
                <a:avLst/>
              </a:prstGeom>
              <a:noFill/>
              <a:ln/>
            </p:spPr>
            <p:txBody>
              <a:bodyPr wrap="square" lIns="0" tIns="0" rIns="0" bIns="0" rtlCol="0" anchor="ctr">
                <a:normAutofit/>
              </a:bodyPr>
              <a:lstStyle/>
              <a:p>
                <a:r>
                  <a:rPr lang="en-US" dirty="0">
                    <a:solidFill>
                      <a:srgbClr val="1D2733"/>
                    </a:solidFill>
                  </a:rPr>
                  <a:t>goal, task, need, motivation, barrier, context, comfort level, accessibility consideration</a:t>
                </a:r>
                <a:endParaRPr lang="en-US" dirty="0"/>
              </a:p>
            </p:txBody>
          </p:sp>
          <p:sp>
            <p:nvSpPr>
              <p:cNvPr id="22" name="Text 7">
                <a:extLst>
                  <a:ext uri="{FF2B5EF4-FFF2-40B4-BE49-F238E27FC236}">
                    <a16:creationId xmlns:a16="http://schemas.microsoft.com/office/drawing/2014/main" id="{1D895B5D-1890-3310-48FE-C6269525E99C}"/>
                  </a:ext>
                </a:extLst>
              </p:cNvPr>
              <p:cNvSpPr/>
              <p:nvPr/>
            </p:nvSpPr>
            <p:spPr>
              <a:xfrm>
                <a:off x="778821" y="4777097"/>
                <a:ext cx="3303015" cy="429740"/>
              </a:xfrm>
              <a:prstGeom prst="rect">
                <a:avLst/>
              </a:prstGeom>
              <a:noFill/>
              <a:ln/>
            </p:spPr>
            <p:txBody>
              <a:bodyPr wrap="square" lIns="0" tIns="0" rIns="0" bIns="0" rtlCol="0" anchor="ctr">
                <a:noAutofit/>
              </a:bodyPr>
              <a:lstStyle/>
              <a:p>
                <a:r>
                  <a:rPr lang="en-US" dirty="0">
                    <a:solidFill>
                      <a:srgbClr val="5B6673"/>
                    </a:solidFill>
                  </a:rPr>
                  <a:t>These details help you decide format, tone, content, and hierarchy.</a:t>
                </a:r>
                <a:endParaRPr lang="en-US" dirty="0"/>
              </a:p>
            </p:txBody>
          </p:sp>
        </p:grpSp>
        <p:grpSp>
          <p:nvGrpSpPr>
            <p:cNvPr id="36" name="Group 35">
              <a:extLst>
                <a:ext uri="{FF2B5EF4-FFF2-40B4-BE49-F238E27FC236}">
                  <a16:creationId xmlns:a16="http://schemas.microsoft.com/office/drawing/2014/main" id="{059E786B-1E9B-1238-5F81-D763D023F367}"/>
                </a:ext>
              </a:extLst>
            </p:cNvPr>
            <p:cNvGrpSpPr/>
            <p:nvPr/>
          </p:nvGrpSpPr>
          <p:grpSpPr>
            <a:xfrm>
              <a:off x="4834890" y="3098183"/>
              <a:ext cx="3463290" cy="2450102"/>
              <a:chOff x="4834890" y="3098183"/>
              <a:chExt cx="3463290" cy="2450102"/>
            </a:xfrm>
          </p:grpSpPr>
          <p:sp>
            <p:nvSpPr>
              <p:cNvPr id="24" name="Shape 8">
                <a:extLst>
                  <a:ext uri="{FF2B5EF4-FFF2-40B4-BE49-F238E27FC236}">
                    <a16:creationId xmlns:a16="http://schemas.microsoft.com/office/drawing/2014/main" id="{1E980795-77EB-CE52-3630-C2E426D78645}"/>
                  </a:ext>
                </a:extLst>
              </p:cNvPr>
              <p:cNvSpPr/>
              <p:nvPr/>
            </p:nvSpPr>
            <p:spPr>
              <a:xfrm>
                <a:off x="4834890" y="3098183"/>
                <a:ext cx="3463200" cy="2450102"/>
              </a:xfrm>
              <a:prstGeom prst="roundRect">
                <a:avLst>
                  <a:gd name="adj" fmla="val 3684"/>
                </a:avLst>
              </a:prstGeom>
              <a:solidFill>
                <a:srgbClr val="FFFFFF"/>
              </a:solidFill>
              <a:ln w="25400">
                <a:solidFill>
                  <a:srgbClr val="F8C200"/>
                </a:solidFill>
                <a:prstDash val="solid"/>
              </a:ln>
            </p:spPr>
            <p:txBody>
              <a:bodyPr/>
              <a:lstStyle/>
              <a:p>
                <a:endParaRPr lang="en-CA" sz="1350"/>
              </a:p>
            </p:txBody>
          </p:sp>
          <p:sp>
            <p:nvSpPr>
              <p:cNvPr id="26" name="Text 9">
                <a:extLst>
                  <a:ext uri="{FF2B5EF4-FFF2-40B4-BE49-F238E27FC236}">
                    <a16:creationId xmlns:a16="http://schemas.microsoft.com/office/drawing/2014/main" id="{3ABC9A60-9457-328E-2464-C5730B815B62}"/>
                  </a:ext>
                </a:extLst>
              </p:cNvPr>
              <p:cNvSpPr/>
              <p:nvPr/>
            </p:nvSpPr>
            <p:spPr>
              <a:xfrm>
                <a:off x="5074920" y="3338213"/>
                <a:ext cx="3223260" cy="257905"/>
              </a:xfrm>
              <a:prstGeom prst="rect">
                <a:avLst/>
              </a:prstGeom>
              <a:noFill/>
              <a:ln/>
            </p:spPr>
            <p:txBody>
              <a:bodyPr wrap="square" lIns="0" tIns="0" rIns="0" bIns="0" rtlCol="0" anchor="ctr"/>
              <a:lstStyle/>
              <a:p>
                <a:r>
                  <a:rPr lang="en-US" sz="2000" b="1" dirty="0">
                    <a:solidFill>
                      <a:srgbClr val="1D2733"/>
                    </a:solidFill>
                  </a:rPr>
                  <a:t>Avoid</a:t>
                </a:r>
                <a:endParaRPr lang="en-US" sz="2000" dirty="0"/>
              </a:p>
            </p:txBody>
          </p:sp>
          <p:sp>
            <p:nvSpPr>
              <p:cNvPr id="28" name="Text 10">
                <a:extLst>
                  <a:ext uri="{FF2B5EF4-FFF2-40B4-BE49-F238E27FC236}">
                    <a16:creationId xmlns:a16="http://schemas.microsoft.com/office/drawing/2014/main" id="{0BBFB74E-5C94-A6AA-A71F-4D49FEE6B93A}"/>
                  </a:ext>
                </a:extLst>
              </p:cNvPr>
              <p:cNvSpPr/>
              <p:nvPr/>
            </p:nvSpPr>
            <p:spPr>
              <a:xfrm>
                <a:off x="5074920" y="3644173"/>
                <a:ext cx="3086100" cy="999384"/>
              </a:xfrm>
              <a:prstGeom prst="rect">
                <a:avLst/>
              </a:prstGeom>
              <a:noFill/>
              <a:ln/>
            </p:spPr>
            <p:txBody>
              <a:bodyPr wrap="square" lIns="0" tIns="0" rIns="0" bIns="0" rtlCol="0" anchor="ctr">
                <a:noAutofit/>
              </a:bodyPr>
              <a:lstStyle/>
              <a:p>
                <a:r>
                  <a:rPr lang="en-US" dirty="0">
                    <a:solidFill>
                      <a:srgbClr val="1D2733"/>
                    </a:solidFill>
                  </a:rPr>
                  <a:t>stereotypes, fake precision, private details, irrelevant backstory, “everyone is the same” assumptions</a:t>
                </a:r>
                <a:endParaRPr lang="en-US" dirty="0"/>
              </a:p>
            </p:txBody>
          </p:sp>
          <p:sp>
            <p:nvSpPr>
              <p:cNvPr id="30" name="Text 11">
                <a:extLst>
                  <a:ext uri="{FF2B5EF4-FFF2-40B4-BE49-F238E27FC236}">
                    <a16:creationId xmlns:a16="http://schemas.microsoft.com/office/drawing/2014/main" id="{83629064-4248-59EF-F305-916663D1C559}"/>
                  </a:ext>
                </a:extLst>
              </p:cNvPr>
              <p:cNvSpPr/>
              <p:nvPr/>
            </p:nvSpPr>
            <p:spPr>
              <a:xfrm>
                <a:off x="5074920" y="4917397"/>
                <a:ext cx="3086100" cy="270801"/>
              </a:xfrm>
              <a:prstGeom prst="rect">
                <a:avLst/>
              </a:prstGeom>
              <a:noFill/>
              <a:ln/>
            </p:spPr>
            <p:txBody>
              <a:bodyPr wrap="square" lIns="0" tIns="0" rIns="0" bIns="0" rtlCol="0" anchor="ctr">
                <a:noAutofit/>
              </a:bodyPr>
              <a:lstStyle/>
              <a:p>
                <a:r>
                  <a:rPr lang="en-US" dirty="0">
                    <a:solidFill>
                      <a:srgbClr val="5B6673"/>
                    </a:solidFill>
                  </a:rPr>
                  <a:t>These details can lead to shallow or biased design choices.</a:t>
                </a:r>
                <a:endParaRPr lang="en-US" dirty="0"/>
              </a:p>
            </p:txBody>
          </p:sp>
        </p:gr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524000" y="857250"/>
            <a:ext cx="9144000" cy="5883184"/>
          </a:xfrm>
          <a:prstGeom prst="rect">
            <a:avLst/>
          </a:prstGeom>
        </p:spPr>
      </p:pic>
      <p:pic>
        <p:nvPicPr>
          <p:cNvPr id="3" name="Picture 2" descr="image.png"/>
          <p:cNvPicPr>
            <a:picLocks noChangeAspect="1"/>
          </p:cNvPicPr>
          <p:nvPr/>
        </p:nvPicPr>
        <p:blipFill>
          <a:blip r:embed="rId4"/>
          <a:stretch>
            <a:fillRect/>
          </a:stretch>
        </p:blipFill>
        <p:spPr>
          <a:xfrm>
            <a:off x="1952625" y="3911203"/>
            <a:ext cx="1905930" cy="2429746"/>
          </a:xfrm>
          <a:prstGeom prst="rect">
            <a:avLst/>
          </a:prstGeom>
        </p:spPr>
      </p:pic>
      <p:pic>
        <p:nvPicPr>
          <p:cNvPr id="4" name="Picture 3" descr="image.png"/>
          <p:cNvPicPr>
            <a:picLocks noChangeAspect="1"/>
          </p:cNvPicPr>
          <p:nvPr/>
        </p:nvPicPr>
        <p:blipFill>
          <a:blip r:embed="rId5"/>
          <a:stretch>
            <a:fillRect/>
          </a:stretch>
        </p:blipFill>
        <p:spPr>
          <a:xfrm>
            <a:off x="4122204" y="1344149"/>
            <a:ext cx="1905930" cy="2345598"/>
          </a:xfrm>
          <a:prstGeom prst="rect">
            <a:avLst/>
          </a:prstGeom>
        </p:spPr>
      </p:pic>
      <p:pic>
        <p:nvPicPr>
          <p:cNvPr id="5" name="Picture 4" descr="image.png"/>
          <p:cNvPicPr>
            <a:picLocks noChangeAspect="1"/>
          </p:cNvPicPr>
          <p:nvPr/>
        </p:nvPicPr>
        <p:blipFill>
          <a:blip r:embed="rId6"/>
          <a:stretch>
            <a:fillRect/>
          </a:stretch>
        </p:blipFill>
        <p:spPr>
          <a:xfrm>
            <a:off x="6206504" y="3911203"/>
            <a:ext cx="1905930" cy="2325952"/>
          </a:xfrm>
          <a:prstGeom prst="rect">
            <a:avLst/>
          </a:prstGeom>
        </p:spPr>
      </p:pic>
      <p:pic>
        <p:nvPicPr>
          <p:cNvPr id="6" name="Picture 5" descr="image.png"/>
          <p:cNvPicPr>
            <a:picLocks noChangeAspect="1"/>
          </p:cNvPicPr>
          <p:nvPr/>
        </p:nvPicPr>
        <p:blipFill>
          <a:blip r:embed="rId7"/>
          <a:stretch>
            <a:fillRect/>
          </a:stretch>
        </p:blipFill>
        <p:spPr>
          <a:xfrm>
            <a:off x="8346947" y="1197667"/>
            <a:ext cx="1905930" cy="2492080"/>
          </a:xfrm>
          <a:prstGeom prst="rect">
            <a:avLst/>
          </a:prstGeom>
        </p:spPr>
      </p:pic>
      <p:sp>
        <p:nvSpPr>
          <p:cNvPr id="7" name="Rectangle 6"/>
          <p:cNvSpPr/>
          <p:nvPr/>
        </p:nvSpPr>
        <p:spPr>
          <a:xfrm>
            <a:off x="1952625" y="3718323"/>
            <a:ext cx="8286750" cy="2857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TextBox 7"/>
          <p:cNvSpPr txBox="1"/>
          <p:nvPr/>
        </p:nvSpPr>
        <p:spPr>
          <a:xfrm>
            <a:off x="2047495" y="4046935"/>
            <a:ext cx="1716191" cy="307777"/>
          </a:xfrm>
          <a:prstGeom prst="rect">
            <a:avLst/>
          </a:prstGeom>
          <a:noFill/>
        </p:spPr>
        <p:txBody>
          <a:bodyPr wrap="square" lIns="0" tIns="0" rIns="0" bIns="0" anchor="t">
            <a:spAutoFit/>
          </a:bodyPr>
          <a:lstStyle/>
          <a:p>
            <a:pPr algn="ctr"/>
            <a:r>
              <a:rPr sz="2000" b="1" dirty="0">
                <a:solidFill>
                  <a:srgbClr val="0D9488"/>
                </a:solidFill>
                <a:latin typeface="Poppins"/>
              </a:rPr>
              <a:t>1. Research</a:t>
            </a:r>
          </a:p>
        </p:txBody>
      </p:sp>
      <p:sp>
        <p:nvSpPr>
          <p:cNvPr id="9" name="TextBox 8"/>
          <p:cNvSpPr txBox="1"/>
          <p:nvPr/>
        </p:nvSpPr>
        <p:spPr>
          <a:xfrm>
            <a:off x="2183226" y="4390497"/>
            <a:ext cx="1811060" cy="1846659"/>
          </a:xfrm>
          <a:prstGeom prst="rect">
            <a:avLst/>
          </a:prstGeom>
          <a:noFill/>
        </p:spPr>
        <p:txBody>
          <a:bodyPr wrap="square" lIns="0" tIns="0" rIns="0" bIns="0" anchor="t">
            <a:spAutoFit/>
          </a:bodyPr>
          <a:lstStyle/>
          <a:p>
            <a:r>
              <a:rPr sz="2000" dirty="0">
                <a:solidFill>
                  <a:srgbClr val="334155"/>
                </a:solidFill>
                <a:latin typeface="Lato"/>
              </a:rPr>
              <a:t>Gather demographic data, interview notes, and behavioral insights.</a:t>
            </a:r>
          </a:p>
        </p:txBody>
      </p:sp>
      <p:sp>
        <p:nvSpPr>
          <p:cNvPr id="10" name="TextBox 9"/>
          <p:cNvSpPr txBox="1"/>
          <p:nvPr/>
        </p:nvSpPr>
        <p:spPr>
          <a:xfrm>
            <a:off x="4217075" y="1479881"/>
            <a:ext cx="1716191" cy="307777"/>
          </a:xfrm>
          <a:prstGeom prst="rect">
            <a:avLst/>
          </a:prstGeom>
          <a:noFill/>
        </p:spPr>
        <p:txBody>
          <a:bodyPr wrap="square" lIns="0" tIns="0" rIns="0" bIns="0" anchor="t">
            <a:spAutoFit/>
          </a:bodyPr>
          <a:lstStyle/>
          <a:p>
            <a:pPr algn="ctr"/>
            <a:r>
              <a:rPr sz="2000" b="1" dirty="0">
                <a:solidFill>
                  <a:srgbClr val="0D9488"/>
                </a:solidFill>
                <a:latin typeface="Poppins"/>
              </a:rPr>
              <a:t>2. Patterns</a:t>
            </a:r>
          </a:p>
        </p:txBody>
      </p:sp>
      <p:sp>
        <p:nvSpPr>
          <p:cNvPr id="11" name="TextBox 10"/>
          <p:cNvSpPr txBox="1"/>
          <p:nvPr/>
        </p:nvSpPr>
        <p:spPr>
          <a:xfrm>
            <a:off x="4366663" y="1785939"/>
            <a:ext cx="1634468" cy="1846659"/>
          </a:xfrm>
          <a:prstGeom prst="rect">
            <a:avLst/>
          </a:prstGeom>
          <a:noFill/>
        </p:spPr>
        <p:txBody>
          <a:bodyPr wrap="square" lIns="0" tIns="0" rIns="0" bIns="0" anchor="t">
            <a:spAutoFit/>
          </a:bodyPr>
          <a:lstStyle/>
          <a:p>
            <a:r>
              <a:rPr sz="2000" dirty="0">
                <a:solidFill>
                  <a:srgbClr val="334155"/>
                </a:solidFill>
                <a:latin typeface="Lato"/>
              </a:rPr>
              <a:t>Identify recurring goals, frustrations, and visual habits.</a:t>
            </a:r>
          </a:p>
        </p:txBody>
      </p:sp>
      <p:sp>
        <p:nvSpPr>
          <p:cNvPr id="12" name="TextBox 11"/>
          <p:cNvSpPr txBox="1"/>
          <p:nvPr/>
        </p:nvSpPr>
        <p:spPr>
          <a:xfrm>
            <a:off x="6301375" y="4046935"/>
            <a:ext cx="1716191" cy="307777"/>
          </a:xfrm>
          <a:prstGeom prst="rect">
            <a:avLst/>
          </a:prstGeom>
          <a:noFill/>
        </p:spPr>
        <p:txBody>
          <a:bodyPr wrap="square" lIns="0" tIns="0" rIns="0" bIns="0" anchor="t">
            <a:spAutoFit/>
          </a:bodyPr>
          <a:lstStyle/>
          <a:p>
            <a:pPr algn="ctr"/>
            <a:r>
              <a:rPr sz="2000" b="1" dirty="0">
                <a:solidFill>
                  <a:srgbClr val="0D9488"/>
                </a:solidFill>
                <a:latin typeface="Poppins"/>
              </a:rPr>
              <a:t>3. Archetype</a:t>
            </a:r>
          </a:p>
        </p:txBody>
      </p:sp>
      <p:sp>
        <p:nvSpPr>
          <p:cNvPr id="13" name="TextBox 12"/>
          <p:cNvSpPr txBox="1"/>
          <p:nvPr/>
        </p:nvSpPr>
        <p:spPr>
          <a:xfrm>
            <a:off x="6342235" y="4282679"/>
            <a:ext cx="1634468" cy="1538883"/>
          </a:xfrm>
          <a:prstGeom prst="rect">
            <a:avLst/>
          </a:prstGeom>
          <a:noFill/>
        </p:spPr>
        <p:txBody>
          <a:bodyPr wrap="square" lIns="0" tIns="0" rIns="0" bIns="0" anchor="t">
            <a:spAutoFit/>
          </a:bodyPr>
          <a:lstStyle/>
          <a:p>
            <a:r>
              <a:rPr sz="2000" dirty="0">
                <a:solidFill>
                  <a:srgbClr val="334155"/>
                </a:solidFill>
                <a:latin typeface="Lato"/>
              </a:rPr>
              <a:t>Synthesize research into a realistic single persona profile.</a:t>
            </a:r>
          </a:p>
        </p:txBody>
      </p:sp>
      <p:sp>
        <p:nvSpPr>
          <p:cNvPr id="14" name="TextBox 13"/>
          <p:cNvSpPr txBox="1"/>
          <p:nvPr/>
        </p:nvSpPr>
        <p:spPr>
          <a:xfrm>
            <a:off x="8441818" y="1333399"/>
            <a:ext cx="1716191" cy="307777"/>
          </a:xfrm>
          <a:prstGeom prst="rect">
            <a:avLst/>
          </a:prstGeom>
          <a:noFill/>
        </p:spPr>
        <p:txBody>
          <a:bodyPr wrap="square" lIns="0" tIns="0" rIns="0" bIns="0" anchor="t">
            <a:spAutoFit/>
          </a:bodyPr>
          <a:lstStyle/>
          <a:p>
            <a:pPr algn="ctr"/>
            <a:r>
              <a:rPr sz="2000" b="1" dirty="0">
                <a:solidFill>
                  <a:srgbClr val="0D9488"/>
                </a:solidFill>
                <a:latin typeface="Poppins"/>
              </a:rPr>
              <a:t>4. Apply</a:t>
            </a:r>
          </a:p>
        </p:txBody>
      </p:sp>
      <p:sp>
        <p:nvSpPr>
          <p:cNvPr id="15" name="TextBox 14"/>
          <p:cNvSpPr txBox="1"/>
          <p:nvPr/>
        </p:nvSpPr>
        <p:spPr>
          <a:xfrm>
            <a:off x="8482678" y="1569142"/>
            <a:ext cx="1634468" cy="2154436"/>
          </a:xfrm>
          <a:prstGeom prst="rect">
            <a:avLst/>
          </a:prstGeom>
          <a:noFill/>
        </p:spPr>
        <p:txBody>
          <a:bodyPr wrap="square" lIns="0" tIns="0" rIns="0" bIns="0" anchor="t">
            <a:spAutoFit/>
          </a:bodyPr>
          <a:lstStyle/>
          <a:p>
            <a:r>
              <a:rPr sz="2000" dirty="0">
                <a:solidFill>
                  <a:srgbClr val="334155"/>
                </a:solidFill>
                <a:latin typeface="Lato"/>
              </a:rPr>
              <a:t>Use the persona to test typography, color, and visual hierarchy.</a:t>
            </a:r>
          </a:p>
        </p:txBody>
      </p:sp>
      <p:sp>
        <p:nvSpPr>
          <p:cNvPr id="16" name="TextBox 15"/>
          <p:cNvSpPr txBox="1"/>
          <p:nvPr/>
        </p:nvSpPr>
        <p:spPr>
          <a:xfrm>
            <a:off x="1950830" y="517051"/>
            <a:ext cx="8701088" cy="311624"/>
          </a:xfrm>
          <a:prstGeom prst="rect">
            <a:avLst/>
          </a:prstGeom>
          <a:noFill/>
        </p:spPr>
        <p:txBody>
          <a:bodyPr wrap="square" lIns="0" tIns="0" rIns="0" bIns="0" anchor="t">
            <a:spAutoFit/>
          </a:bodyPr>
          <a:lstStyle/>
          <a:p>
            <a:pPr algn="l"/>
            <a:r>
              <a:rPr sz="2025" b="1" dirty="0">
                <a:solidFill>
                  <a:srgbClr val="0F172A"/>
                </a:solidFill>
                <a:latin typeface="Poppins"/>
              </a:rPr>
              <a:t>Building a Design Persona</a:t>
            </a:r>
          </a:p>
        </p:txBody>
      </p:sp>
      <p:sp>
        <p:nvSpPr>
          <p:cNvPr id="17" name="Rounded Rectangle 16"/>
          <p:cNvSpPr/>
          <p:nvPr/>
        </p:nvSpPr>
        <p:spPr>
          <a:xfrm>
            <a:off x="2834154" y="3661173"/>
            <a:ext cx="142875" cy="142875"/>
          </a:xfrm>
          <a:prstGeom prst="roundRect">
            <a:avLst>
              <a:gd name="adj" fmla="val 50000"/>
            </a:avLst>
          </a:prstGeom>
          <a:solidFill>
            <a:srgbClr val="FFFFFF"/>
          </a:solidFill>
          <a:ln w="381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8" name="Rounded Rectangle 17"/>
          <p:cNvSpPr/>
          <p:nvPr/>
        </p:nvSpPr>
        <p:spPr>
          <a:xfrm>
            <a:off x="4961094" y="3661173"/>
            <a:ext cx="142875" cy="142875"/>
          </a:xfrm>
          <a:prstGeom prst="roundRect">
            <a:avLst>
              <a:gd name="adj" fmla="val 50000"/>
            </a:avLst>
          </a:prstGeom>
          <a:solidFill>
            <a:srgbClr val="FFFFFF"/>
          </a:solidFill>
          <a:ln w="381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9" name="Rounded Rectangle 18"/>
          <p:cNvSpPr/>
          <p:nvPr/>
        </p:nvSpPr>
        <p:spPr>
          <a:xfrm>
            <a:off x="7088033" y="3661173"/>
            <a:ext cx="142875" cy="142875"/>
          </a:xfrm>
          <a:prstGeom prst="roundRect">
            <a:avLst>
              <a:gd name="adj" fmla="val 50000"/>
            </a:avLst>
          </a:prstGeom>
          <a:solidFill>
            <a:srgbClr val="FFFFFF"/>
          </a:solidFill>
          <a:ln w="381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0" name="Rounded Rectangle 19"/>
          <p:cNvSpPr/>
          <p:nvPr/>
        </p:nvSpPr>
        <p:spPr>
          <a:xfrm>
            <a:off x="9214973" y="3661173"/>
            <a:ext cx="142875" cy="142875"/>
          </a:xfrm>
          <a:prstGeom prst="roundRect">
            <a:avLst>
              <a:gd name="adj" fmla="val 50000"/>
            </a:avLst>
          </a:prstGeom>
          <a:solidFill>
            <a:srgbClr val="FFFFFF"/>
          </a:solidFill>
          <a:ln w="381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2" name="Shape 0">
            <a:extLst>
              <a:ext uri="{FF2B5EF4-FFF2-40B4-BE49-F238E27FC236}">
                <a16:creationId xmlns:a16="http://schemas.microsoft.com/office/drawing/2014/main" id="{EC5B3789-5582-53A6-D645-F70798FF19EF}"/>
              </a:ext>
            </a:extLst>
          </p:cNvPr>
          <p:cNvSpPr/>
          <p:nvPr/>
        </p:nvSpPr>
        <p:spPr>
          <a:xfrm>
            <a:off x="1524002" y="857250"/>
            <a:ext cx="9143771" cy="123444"/>
          </a:xfrm>
          <a:prstGeom prst="rect">
            <a:avLst/>
          </a:prstGeom>
          <a:solidFill>
            <a:srgbClr val="007599"/>
          </a:solidFill>
          <a:ln w="12700">
            <a:solidFill>
              <a:srgbClr val="007599"/>
            </a:solidFill>
            <a:prstDash val="solid"/>
          </a:ln>
        </p:spPr>
        <p:txBody>
          <a:bodyPr/>
          <a:lstStyle/>
          <a:p>
            <a:endParaRPr lang="en-CA" sz="135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524002" y="857250"/>
            <a:ext cx="9143771" cy="123444"/>
          </a:xfrm>
          <a:prstGeom prst="rect">
            <a:avLst/>
          </a:prstGeom>
          <a:solidFill>
            <a:srgbClr val="007599"/>
          </a:solidFill>
          <a:ln w="12700">
            <a:solidFill>
              <a:srgbClr val="007599"/>
            </a:solidFill>
            <a:prstDash val="solid"/>
          </a:ln>
        </p:spPr>
        <p:txBody>
          <a:bodyPr/>
          <a:lstStyle/>
          <a:p>
            <a:endParaRPr lang="en-CA" sz="1350"/>
          </a:p>
        </p:txBody>
      </p:sp>
      <p:sp>
        <p:nvSpPr>
          <p:cNvPr id="3" name="Text 1"/>
          <p:cNvSpPr/>
          <p:nvPr/>
        </p:nvSpPr>
        <p:spPr>
          <a:xfrm>
            <a:off x="8450580" y="884682"/>
            <a:ext cx="1885950" cy="82296"/>
          </a:xfrm>
          <a:prstGeom prst="rect">
            <a:avLst/>
          </a:prstGeom>
          <a:noFill/>
          <a:ln/>
        </p:spPr>
        <p:txBody>
          <a:bodyPr wrap="square" lIns="0" tIns="0" rIns="0" bIns="0" rtlCol="0" anchor="ctr"/>
          <a:lstStyle/>
          <a:p>
            <a:pPr algn="r"/>
            <a:r>
              <a:rPr lang="en-US" sz="488" dirty="0">
                <a:solidFill>
                  <a:srgbClr val="5B6673"/>
                </a:solidFill>
                <a:latin typeface="Aptos" pitchFamily="34" charset="0"/>
                <a:ea typeface="Aptos" pitchFamily="34" charset="-122"/>
                <a:cs typeface="Aptos" pitchFamily="34" charset="-120"/>
              </a:rPr>
              <a:t>2 • Design Personas</a:t>
            </a:r>
            <a:endParaRPr lang="en-US" sz="488" dirty="0"/>
          </a:p>
        </p:txBody>
      </p:sp>
      <p:sp>
        <p:nvSpPr>
          <p:cNvPr id="4" name="Text 2"/>
          <p:cNvSpPr/>
          <p:nvPr/>
        </p:nvSpPr>
        <p:spPr>
          <a:xfrm>
            <a:off x="1901190" y="1145286"/>
            <a:ext cx="7886700" cy="356616"/>
          </a:xfrm>
          <a:prstGeom prst="rect">
            <a:avLst/>
          </a:prstGeom>
          <a:noFill/>
          <a:ln/>
        </p:spPr>
        <p:txBody>
          <a:bodyPr wrap="square" lIns="0" tIns="0" rIns="0" bIns="0" rtlCol="0" anchor="ctr"/>
          <a:lstStyle/>
          <a:p>
            <a:r>
              <a:rPr lang="en-US" sz="3200" b="1" dirty="0">
                <a:solidFill>
                  <a:srgbClr val="1D2733"/>
                </a:solidFill>
                <a:latin typeface="Aptos Display" pitchFamily="34" charset="0"/>
              </a:rPr>
              <a:t>Example of a lightweight persona</a:t>
            </a:r>
          </a:p>
        </p:txBody>
      </p:sp>
      <p:sp>
        <p:nvSpPr>
          <p:cNvPr id="5" name="Text 3"/>
          <p:cNvSpPr/>
          <p:nvPr/>
        </p:nvSpPr>
        <p:spPr>
          <a:xfrm>
            <a:off x="1914906" y="1529334"/>
            <a:ext cx="8421624" cy="356616"/>
          </a:xfrm>
          <a:prstGeom prst="rect">
            <a:avLst/>
          </a:prstGeom>
          <a:noFill/>
          <a:ln/>
        </p:spPr>
        <p:txBody>
          <a:bodyPr wrap="square" lIns="0" tIns="0" rIns="0" bIns="0" rtlCol="0" anchor="ctr"/>
          <a:lstStyle/>
          <a:p>
            <a:r>
              <a:rPr lang="en-US" dirty="0">
                <a:solidFill>
                  <a:srgbClr val="5B6673"/>
                </a:solidFill>
              </a:rPr>
              <a:t>Create a poster for a first-year design workshop: “How to Ask for Feedback.”</a:t>
            </a:r>
            <a:endParaRPr lang="en-US" dirty="0"/>
          </a:p>
        </p:txBody>
      </p:sp>
      <p:sp>
        <p:nvSpPr>
          <p:cNvPr id="6" name="Shape 4"/>
          <p:cNvSpPr/>
          <p:nvPr/>
        </p:nvSpPr>
        <p:spPr>
          <a:xfrm>
            <a:off x="2106930" y="1954530"/>
            <a:ext cx="3943350" cy="3360420"/>
          </a:xfrm>
          <a:prstGeom prst="roundRect">
            <a:avLst>
              <a:gd name="adj" fmla="val 3673"/>
            </a:avLst>
          </a:prstGeom>
          <a:solidFill>
            <a:srgbClr val="EAF4F5"/>
          </a:solidFill>
          <a:ln w="12700">
            <a:solidFill>
              <a:srgbClr val="AFDDDF"/>
            </a:solidFill>
            <a:prstDash val="solid"/>
          </a:ln>
        </p:spPr>
        <p:txBody>
          <a:bodyPr/>
          <a:lstStyle/>
          <a:p>
            <a:endParaRPr lang="en-CA" sz="1350" dirty="0"/>
          </a:p>
        </p:txBody>
      </p:sp>
      <p:sp>
        <p:nvSpPr>
          <p:cNvPr id="7" name="Text 5"/>
          <p:cNvSpPr/>
          <p:nvPr/>
        </p:nvSpPr>
        <p:spPr>
          <a:xfrm>
            <a:off x="2346960" y="2194560"/>
            <a:ext cx="3154680" cy="233172"/>
          </a:xfrm>
          <a:prstGeom prst="rect">
            <a:avLst/>
          </a:prstGeom>
          <a:noFill/>
          <a:ln/>
        </p:spPr>
        <p:txBody>
          <a:bodyPr wrap="square" lIns="0" tIns="0" rIns="0" bIns="0" rtlCol="0" anchor="ctr"/>
          <a:lstStyle/>
          <a:p>
            <a:r>
              <a:rPr lang="en-US" sz="2000" b="1" dirty="0">
                <a:solidFill>
                  <a:srgbClr val="007599"/>
                </a:solidFill>
              </a:rPr>
              <a:t>Persona sketch</a:t>
            </a:r>
            <a:endParaRPr lang="en-US" sz="2000" dirty="0"/>
          </a:p>
        </p:txBody>
      </p:sp>
      <p:sp>
        <p:nvSpPr>
          <p:cNvPr id="8" name="Text 6"/>
          <p:cNvSpPr/>
          <p:nvPr/>
        </p:nvSpPr>
        <p:spPr>
          <a:xfrm>
            <a:off x="2381250" y="2654046"/>
            <a:ext cx="3326130" cy="1748790"/>
          </a:xfrm>
          <a:prstGeom prst="rect">
            <a:avLst/>
          </a:prstGeom>
          <a:noFill/>
          <a:ln/>
        </p:spPr>
        <p:txBody>
          <a:bodyPr wrap="square" lIns="0" tIns="0" rIns="0" bIns="0" rtlCol="0" anchor="ctr">
            <a:normAutofit/>
          </a:bodyPr>
          <a:lstStyle/>
          <a:p>
            <a:r>
              <a:rPr lang="en-US" sz="2000" dirty="0">
                <a:solidFill>
                  <a:srgbClr val="000000"/>
                </a:solidFill>
              </a:rPr>
              <a:t>• Ava, 19, first-year college student</a:t>
            </a:r>
            <a:endParaRPr lang="en-US" sz="2000" dirty="0"/>
          </a:p>
          <a:p>
            <a:r>
              <a:rPr lang="en-US" sz="2000" dirty="0">
                <a:solidFill>
                  <a:srgbClr val="000000"/>
                </a:solidFill>
              </a:rPr>
              <a:t>• Uses mobile first</a:t>
            </a:r>
            <a:endParaRPr lang="en-US" sz="2000" dirty="0"/>
          </a:p>
          <a:p>
            <a:r>
              <a:rPr lang="en-US" sz="2000" dirty="0">
                <a:solidFill>
                  <a:srgbClr val="000000"/>
                </a:solidFill>
              </a:rPr>
              <a:t>• Needs quick information</a:t>
            </a:r>
            <a:endParaRPr lang="en-US" sz="2000" dirty="0"/>
          </a:p>
          <a:p>
            <a:r>
              <a:rPr lang="en-US" sz="2000" dirty="0">
                <a:solidFill>
                  <a:srgbClr val="000000"/>
                </a:solidFill>
              </a:rPr>
              <a:t>• Overwhelmed by clutter</a:t>
            </a:r>
            <a:endParaRPr lang="en-US" sz="2000" dirty="0"/>
          </a:p>
        </p:txBody>
      </p:sp>
      <p:sp>
        <p:nvSpPr>
          <p:cNvPr id="9" name="Shape 7"/>
          <p:cNvSpPr/>
          <p:nvPr/>
        </p:nvSpPr>
        <p:spPr>
          <a:xfrm>
            <a:off x="6324600" y="1954530"/>
            <a:ext cx="3566160" cy="3360420"/>
          </a:xfrm>
          <a:prstGeom prst="roundRect">
            <a:avLst>
              <a:gd name="adj" fmla="val 3673"/>
            </a:avLst>
          </a:prstGeom>
          <a:solidFill>
            <a:srgbClr val="FFFFFF"/>
          </a:solidFill>
          <a:ln w="25400">
            <a:solidFill>
              <a:srgbClr val="F8C200"/>
            </a:solidFill>
            <a:prstDash val="solid"/>
          </a:ln>
        </p:spPr>
        <p:txBody>
          <a:bodyPr/>
          <a:lstStyle/>
          <a:p>
            <a:endParaRPr lang="en-CA" sz="1350"/>
          </a:p>
        </p:txBody>
      </p:sp>
      <p:sp>
        <p:nvSpPr>
          <p:cNvPr id="10" name="Text 8"/>
          <p:cNvSpPr/>
          <p:nvPr/>
        </p:nvSpPr>
        <p:spPr>
          <a:xfrm>
            <a:off x="6564630" y="2194560"/>
            <a:ext cx="2880360" cy="240030"/>
          </a:xfrm>
          <a:prstGeom prst="rect">
            <a:avLst/>
          </a:prstGeom>
          <a:noFill/>
          <a:ln/>
        </p:spPr>
        <p:txBody>
          <a:bodyPr wrap="square" lIns="0" tIns="0" rIns="0" bIns="0" rtlCol="0" anchor="ctr"/>
          <a:lstStyle/>
          <a:p>
            <a:r>
              <a:rPr lang="en-US" sz="2000" b="1" dirty="0">
                <a:solidFill>
                  <a:srgbClr val="1D2733"/>
                </a:solidFill>
              </a:rPr>
              <a:t>Questions</a:t>
            </a:r>
            <a:endParaRPr lang="en-US" sz="2000" dirty="0"/>
          </a:p>
        </p:txBody>
      </p:sp>
      <p:sp>
        <p:nvSpPr>
          <p:cNvPr id="11" name="Text 9"/>
          <p:cNvSpPr/>
          <p:nvPr/>
        </p:nvSpPr>
        <p:spPr>
          <a:xfrm>
            <a:off x="6564630" y="2503171"/>
            <a:ext cx="3246120" cy="2604406"/>
          </a:xfrm>
          <a:prstGeom prst="rect">
            <a:avLst/>
          </a:prstGeom>
          <a:noFill/>
          <a:ln/>
        </p:spPr>
        <p:txBody>
          <a:bodyPr wrap="square" lIns="0" tIns="0" rIns="0" bIns="0" rtlCol="0" anchor="ctr">
            <a:noAutofit/>
          </a:bodyPr>
          <a:lstStyle/>
          <a:p>
            <a:r>
              <a:rPr lang="en-US" sz="2000" dirty="0">
                <a:solidFill>
                  <a:srgbClr val="1D2733"/>
                </a:solidFill>
              </a:rPr>
              <a:t>1. What would make this student ignore the poster?</a:t>
            </a:r>
            <a:endParaRPr lang="en-US" sz="2000" dirty="0"/>
          </a:p>
          <a:p>
            <a:r>
              <a:rPr lang="en-US" sz="2000" dirty="0">
                <a:solidFill>
                  <a:srgbClr val="1D2733"/>
                </a:solidFill>
              </a:rPr>
              <a:t>2. What would make them trust it?</a:t>
            </a:r>
            <a:endParaRPr lang="en-US" sz="2000" dirty="0"/>
          </a:p>
          <a:p>
            <a:r>
              <a:rPr lang="en-US" sz="2000" dirty="0">
                <a:solidFill>
                  <a:srgbClr val="1D2733"/>
                </a:solidFill>
              </a:rPr>
              <a:t>3. What design choice changes because of this persona?</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BE84332-B25B-0235-BD50-4D09DD756C68}"/>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27271626-EC47-200F-BA06-22CC2DFA9D6B}"/>
              </a:ext>
            </a:extLst>
          </p:cNvPr>
          <p:cNvSpPr/>
          <p:nvPr/>
        </p:nvSpPr>
        <p:spPr>
          <a:xfrm>
            <a:off x="1524000" y="857250"/>
            <a:ext cx="4924044" cy="5143500"/>
          </a:xfrm>
          <a:prstGeom prst="rect">
            <a:avLst/>
          </a:prstGeom>
          <a:solidFill>
            <a:srgbClr val="FFFFFF"/>
          </a:solidFill>
          <a:ln w="12700">
            <a:solidFill>
              <a:srgbClr val="FFFFFF"/>
            </a:solidFill>
            <a:prstDash val="solid"/>
          </a:ln>
        </p:spPr>
        <p:txBody>
          <a:bodyPr/>
          <a:lstStyle/>
          <a:p>
            <a:endParaRPr lang="en-CA" sz="1350"/>
          </a:p>
        </p:txBody>
      </p:sp>
      <p:sp>
        <p:nvSpPr>
          <p:cNvPr id="4" name="Shape 1">
            <a:extLst>
              <a:ext uri="{FF2B5EF4-FFF2-40B4-BE49-F238E27FC236}">
                <a16:creationId xmlns:a16="http://schemas.microsoft.com/office/drawing/2014/main" id="{93BDE6D1-CDF5-58B3-33DC-77DD45302E21}"/>
              </a:ext>
            </a:extLst>
          </p:cNvPr>
          <p:cNvSpPr/>
          <p:nvPr/>
        </p:nvSpPr>
        <p:spPr>
          <a:xfrm>
            <a:off x="5674265" y="857250"/>
            <a:ext cx="48006" cy="5143500"/>
          </a:xfrm>
          <a:prstGeom prst="rect">
            <a:avLst/>
          </a:prstGeom>
          <a:solidFill>
            <a:srgbClr val="F8C200"/>
          </a:solidFill>
          <a:ln w="12700">
            <a:solidFill>
              <a:srgbClr val="F8C200"/>
            </a:solidFill>
            <a:prstDash val="solid"/>
          </a:ln>
        </p:spPr>
        <p:txBody>
          <a:bodyPr/>
          <a:lstStyle/>
          <a:p>
            <a:endParaRPr lang="en-CA" sz="1350"/>
          </a:p>
        </p:txBody>
      </p:sp>
      <p:sp>
        <p:nvSpPr>
          <p:cNvPr id="5" name="Shape 2">
            <a:extLst>
              <a:ext uri="{FF2B5EF4-FFF2-40B4-BE49-F238E27FC236}">
                <a16:creationId xmlns:a16="http://schemas.microsoft.com/office/drawing/2014/main" id="{49476669-C4D7-E371-C7AF-CEE7512D732A}"/>
              </a:ext>
            </a:extLst>
          </p:cNvPr>
          <p:cNvSpPr/>
          <p:nvPr/>
        </p:nvSpPr>
        <p:spPr>
          <a:xfrm>
            <a:off x="2141220" y="1721358"/>
            <a:ext cx="1440180" cy="233172"/>
          </a:xfrm>
          <a:prstGeom prst="roundRect">
            <a:avLst>
              <a:gd name="adj" fmla="val 23529"/>
            </a:avLst>
          </a:prstGeom>
          <a:solidFill>
            <a:srgbClr val="F8C200"/>
          </a:solidFill>
          <a:ln w="12700">
            <a:solidFill>
              <a:srgbClr val="F8C200"/>
            </a:solidFill>
            <a:prstDash val="solid"/>
          </a:ln>
        </p:spPr>
        <p:txBody>
          <a:bodyPr/>
          <a:lstStyle/>
          <a:p>
            <a:endParaRPr lang="en-CA" sz="1350"/>
          </a:p>
        </p:txBody>
      </p:sp>
      <p:sp>
        <p:nvSpPr>
          <p:cNvPr id="6" name="Text 3">
            <a:extLst>
              <a:ext uri="{FF2B5EF4-FFF2-40B4-BE49-F238E27FC236}">
                <a16:creationId xmlns:a16="http://schemas.microsoft.com/office/drawing/2014/main" id="{A1811E3F-0D45-9D6C-FD22-AEBA9429A32C}"/>
              </a:ext>
            </a:extLst>
          </p:cNvPr>
          <p:cNvSpPr/>
          <p:nvPr/>
        </p:nvSpPr>
        <p:spPr>
          <a:xfrm>
            <a:off x="2196084" y="1776222"/>
            <a:ext cx="1330452" cy="123444"/>
          </a:xfrm>
          <a:prstGeom prst="rect">
            <a:avLst/>
          </a:prstGeom>
          <a:noFill/>
          <a:ln/>
        </p:spPr>
        <p:txBody>
          <a:bodyPr wrap="square" lIns="0" tIns="0" rIns="0" bIns="0" rtlCol="0" anchor="ctr"/>
          <a:lstStyle/>
          <a:p>
            <a:pPr algn="ctr"/>
            <a:r>
              <a:rPr lang="en-US" sz="638" b="1" dirty="0">
                <a:solidFill>
                  <a:srgbClr val="1D2733"/>
                </a:solidFill>
              </a:rPr>
              <a:t>Design Theory • Year 1</a:t>
            </a:r>
            <a:endParaRPr lang="en-US" sz="638" dirty="0"/>
          </a:p>
        </p:txBody>
      </p:sp>
      <p:sp>
        <p:nvSpPr>
          <p:cNvPr id="7" name="Text 4">
            <a:extLst>
              <a:ext uri="{FF2B5EF4-FFF2-40B4-BE49-F238E27FC236}">
                <a16:creationId xmlns:a16="http://schemas.microsoft.com/office/drawing/2014/main" id="{1380C6B2-B930-537B-C1D4-751EA67CE351}"/>
              </a:ext>
            </a:extLst>
          </p:cNvPr>
          <p:cNvSpPr/>
          <p:nvPr/>
        </p:nvSpPr>
        <p:spPr>
          <a:xfrm>
            <a:off x="2113789" y="2057400"/>
            <a:ext cx="3311741" cy="960120"/>
          </a:xfrm>
          <a:prstGeom prst="rect">
            <a:avLst/>
          </a:prstGeom>
          <a:noFill/>
          <a:ln/>
        </p:spPr>
        <p:txBody>
          <a:bodyPr wrap="square" lIns="0" tIns="0" rIns="0" bIns="0" rtlCol="0" anchor="ctr">
            <a:normAutofit/>
          </a:bodyPr>
          <a:lstStyle/>
          <a:p>
            <a:r>
              <a:rPr lang="en-US" sz="2800" b="1" dirty="0">
                <a:solidFill>
                  <a:srgbClr val="0F172A"/>
                </a:solidFill>
                <a:latin typeface="Poppins"/>
              </a:rPr>
              <a:t>Context &amp; Medium</a:t>
            </a:r>
          </a:p>
        </p:txBody>
      </p:sp>
      <p:sp>
        <p:nvSpPr>
          <p:cNvPr id="9" name="TextBox 8">
            <a:extLst>
              <a:ext uri="{FF2B5EF4-FFF2-40B4-BE49-F238E27FC236}">
                <a16:creationId xmlns:a16="http://schemas.microsoft.com/office/drawing/2014/main" id="{7CE5C26F-620D-3A87-7124-AAF8D336EB63}"/>
              </a:ext>
            </a:extLst>
          </p:cNvPr>
          <p:cNvSpPr txBox="1"/>
          <p:nvPr/>
        </p:nvSpPr>
        <p:spPr>
          <a:xfrm>
            <a:off x="1995916" y="3429000"/>
            <a:ext cx="3407753" cy="498213"/>
          </a:xfrm>
          <a:prstGeom prst="rect">
            <a:avLst/>
          </a:prstGeom>
          <a:noFill/>
        </p:spPr>
        <p:txBody>
          <a:bodyPr wrap="square" lIns="0" tIns="0" rIns="0" bIns="0" anchor="t">
            <a:spAutoFit/>
          </a:bodyPr>
          <a:lstStyle/>
          <a:p>
            <a:pPr>
              <a:lnSpc>
                <a:spcPts val="1856"/>
              </a:lnSpc>
            </a:pPr>
            <a:r>
              <a:rPr lang="en-US" sz="2000" dirty="0">
                <a:solidFill>
                  <a:srgbClr val="64748B"/>
                </a:solidFill>
                <a:latin typeface="Poppins"/>
              </a:rPr>
              <a:t>How environment and channel shape perception</a:t>
            </a:r>
          </a:p>
        </p:txBody>
      </p:sp>
      <p:pic>
        <p:nvPicPr>
          <p:cNvPr id="8" name="Image 0" descr="/mnt/data/a_wide_well_lit_modern_studio_office_scene_viewed.png">
            <a:extLst>
              <a:ext uri="{FF2B5EF4-FFF2-40B4-BE49-F238E27FC236}">
                <a16:creationId xmlns:a16="http://schemas.microsoft.com/office/drawing/2014/main" id="{767E4E8C-3CAB-7EBB-B2E4-7811BAE58086}"/>
              </a:ext>
            </a:extLst>
          </p:cNvPr>
          <p:cNvPicPr>
            <a:picLocks noChangeAspect="1"/>
          </p:cNvPicPr>
          <p:nvPr/>
        </p:nvPicPr>
        <p:blipFill>
          <a:blip r:embed="rId3"/>
          <a:srcRect l="17677" r="17677"/>
          <a:stretch/>
        </p:blipFill>
        <p:spPr>
          <a:xfrm>
            <a:off x="5915406" y="1656044"/>
            <a:ext cx="4080510" cy="3552444"/>
          </a:xfrm>
          <a:prstGeom prst="rect">
            <a:avLst/>
          </a:prstGeom>
        </p:spPr>
      </p:pic>
    </p:spTree>
    <p:extLst>
      <p:ext uri="{BB962C8B-B14F-4D97-AF65-F5344CB8AC3E}">
        <p14:creationId xmlns:p14="http://schemas.microsoft.com/office/powerpoint/2010/main" val="2241616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524002" y="857250"/>
            <a:ext cx="9143771" cy="123444"/>
          </a:xfrm>
          <a:prstGeom prst="rect">
            <a:avLst/>
          </a:prstGeom>
          <a:solidFill>
            <a:srgbClr val="007599"/>
          </a:solidFill>
          <a:ln w="12700">
            <a:solidFill>
              <a:srgbClr val="007599"/>
            </a:solidFill>
            <a:prstDash val="solid"/>
          </a:ln>
        </p:spPr>
        <p:txBody>
          <a:bodyPr/>
          <a:lstStyle/>
          <a:p>
            <a:endParaRPr lang="en-CA" sz="1350"/>
          </a:p>
        </p:txBody>
      </p:sp>
      <p:sp>
        <p:nvSpPr>
          <p:cNvPr id="3" name="Text 1"/>
          <p:cNvSpPr/>
          <p:nvPr/>
        </p:nvSpPr>
        <p:spPr>
          <a:xfrm>
            <a:off x="8450580" y="884682"/>
            <a:ext cx="1885950" cy="82296"/>
          </a:xfrm>
          <a:prstGeom prst="rect">
            <a:avLst/>
          </a:prstGeom>
          <a:noFill/>
          <a:ln/>
        </p:spPr>
        <p:txBody>
          <a:bodyPr wrap="square" lIns="0" tIns="0" rIns="0" bIns="0" rtlCol="0" anchor="ctr"/>
          <a:lstStyle/>
          <a:p>
            <a:pPr algn="r"/>
            <a:r>
              <a:rPr lang="en-US" sz="488" dirty="0">
                <a:solidFill>
                  <a:srgbClr val="5B6673"/>
                </a:solidFill>
                <a:latin typeface="Aptos" pitchFamily="34" charset="0"/>
                <a:ea typeface="Aptos" pitchFamily="34" charset="-122"/>
                <a:cs typeface="Aptos" pitchFamily="34" charset="-120"/>
              </a:rPr>
              <a:t>3 • Decoding Context &amp; Medium</a:t>
            </a:r>
            <a:endParaRPr lang="en-US" sz="488" dirty="0"/>
          </a:p>
        </p:txBody>
      </p:sp>
      <p:sp>
        <p:nvSpPr>
          <p:cNvPr id="4" name="Text 2"/>
          <p:cNvSpPr/>
          <p:nvPr/>
        </p:nvSpPr>
        <p:spPr>
          <a:xfrm>
            <a:off x="1901190" y="1145286"/>
            <a:ext cx="7886700" cy="356616"/>
          </a:xfrm>
          <a:prstGeom prst="rect">
            <a:avLst/>
          </a:prstGeom>
          <a:noFill/>
          <a:ln/>
        </p:spPr>
        <p:txBody>
          <a:bodyPr wrap="square" lIns="0" tIns="0" rIns="0" bIns="0" rtlCol="0" anchor="ctr"/>
          <a:lstStyle/>
          <a:p>
            <a:r>
              <a:rPr lang="en-US" sz="3200" b="1" dirty="0">
                <a:solidFill>
                  <a:srgbClr val="1D2733"/>
                </a:solidFill>
                <a:latin typeface="Aptos Display" pitchFamily="34" charset="0"/>
                <a:ea typeface="Aptos Display" pitchFamily="34" charset="-122"/>
                <a:cs typeface="Aptos Display" pitchFamily="34" charset="-120"/>
              </a:rPr>
              <a:t>The same design does not </a:t>
            </a:r>
            <a:r>
              <a:rPr lang="en-US" sz="3200" b="1" dirty="0">
                <a:solidFill>
                  <a:srgbClr val="1D2733"/>
                </a:solidFill>
                <a:latin typeface="Aptos Display" pitchFamily="34" charset="0"/>
              </a:rPr>
              <a:t>work</a:t>
            </a:r>
            <a:r>
              <a:rPr lang="en-US" sz="3200" b="1" dirty="0">
                <a:solidFill>
                  <a:srgbClr val="1D2733"/>
                </a:solidFill>
                <a:latin typeface="Aptos Display" pitchFamily="34" charset="0"/>
                <a:ea typeface="Aptos Display" pitchFamily="34" charset="-122"/>
                <a:cs typeface="Aptos Display" pitchFamily="34" charset="-120"/>
              </a:rPr>
              <a:t> everywhere</a:t>
            </a:r>
            <a:endParaRPr lang="en-US" sz="3200" dirty="0"/>
          </a:p>
        </p:txBody>
      </p:sp>
      <p:sp>
        <p:nvSpPr>
          <p:cNvPr id="5" name="Text 3"/>
          <p:cNvSpPr/>
          <p:nvPr/>
        </p:nvSpPr>
        <p:spPr>
          <a:xfrm>
            <a:off x="1914906" y="1529334"/>
            <a:ext cx="8178328" cy="425196"/>
          </a:xfrm>
          <a:prstGeom prst="rect">
            <a:avLst/>
          </a:prstGeom>
          <a:noFill/>
          <a:ln/>
        </p:spPr>
        <p:txBody>
          <a:bodyPr wrap="square" lIns="0" tIns="0" rIns="0" bIns="0" rtlCol="0" anchor="ctr"/>
          <a:lstStyle/>
          <a:p>
            <a:r>
              <a:rPr lang="en-US" dirty="0">
                <a:solidFill>
                  <a:srgbClr val="5B6673"/>
                </a:solidFill>
              </a:rPr>
              <a:t>Context is the situation of use. Medium is the channel or format carrying the message.</a:t>
            </a:r>
            <a:endParaRPr lang="en-US" dirty="0"/>
          </a:p>
        </p:txBody>
      </p:sp>
      <p:sp>
        <p:nvSpPr>
          <p:cNvPr id="7" name="Shape 4"/>
          <p:cNvSpPr/>
          <p:nvPr/>
        </p:nvSpPr>
        <p:spPr>
          <a:xfrm>
            <a:off x="2072640" y="2009393"/>
            <a:ext cx="3801291" cy="3963925"/>
          </a:xfrm>
          <a:prstGeom prst="roundRect">
            <a:avLst>
              <a:gd name="adj" fmla="val 4545"/>
            </a:avLst>
          </a:prstGeom>
          <a:solidFill>
            <a:srgbClr val="AFDDDF">
              <a:alpha val="91000"/>
            </a:srgbClr>
          </a:solidFill>
          <a:ln w="12700">
            <a:solidFill>
              <a:srgbClr val="AFDDDF">
                <a:alpha val="0"/>
              </a:srgbClr>
            </a:solidFill>
            <a:prstDash val="solid"/>
          </a:ln>
        </p:spPr>
        <p:txBody>
          <a:bodyPr/>
          <a:lstStyle/>
          <a:p>
            <a:endParaRPr lang="en-CA" sz="1350"/>
          </a:p>
        </p:txBody>
      </p:sp>
      <p:sp>
        <p:nvSpPr>
          <p:cNvPr id="8" name="Text 5"/>
          <p:cNvSpPr/>
          <p:nvPr/>
        </p:nvSpPr>
        <p:spPr>
          <a:xfrm>
            <a:off x="2209800" y="2333516"/>
            <a:ext cx="3664131" cy="1337310"/>
          </a:xfrm>
          <a:prstGeom prst="rect">
            <a:avLst/>
          </a:prstGeom>
          <a:noFill/>
          <a:ln/>
        </p:spPr>
        <p:txBody>
          <a:bodyPr wrap="square" lIns="191" tIns="191" rIns="191" bIns="191" rtlCol="0" anchor="t">
            <a:noAutofit/>
          </a:bodyPr>
          <a:lstStyle/>
          <a:p>
            <a:r>
              <a:rPr lang="en-US" sz="2000" b="1" dirty="0">
                <a:solidFill>
                  <a:srgbClr val="1D2733"/>
                </a:solidFill>
              </a:rPr>
              <a:t>Context asks:</a:t>
            </a:r>
            <a:endParaRPr lang="en-US" sz="2000" dirty="0"/>
          </a:p>
          <a:p>
            <a:pPr marL="342900" indent="-342900">
              <a:buFont typeface="Arial" panose="020B0604020202020204" pitchFamily="34" charset="0"/>
              <a:buChar char="•"/>
            </a:pPr>
            <a:r>
              <a:rPr lang="en-US" sz="2000" b="1" dirty="0">
                <a:solidFill>
                  <a:srgbClr val="1D2733"/>
                </a:solidFill>
              </a:rPr>
              <a:t>Where are they?</a:t>
            </a:r>
            <a:endParaRPr lang="en-US" sz="2000" dirty="0"/>
          </a:p>
          <a:p>
            <a:pPr marL="342900" indent="-342900">
              <a:buFont typeface="Arial" panose="020B0604020202020204" pitchFamily="34" charset="0"/>
              <a:buChar char="•"/>
            </a:pPr>
            <a:r>
              <a:rPr lang="en-US" sz="2000" b="1" dirty="0">
                <a:solidFill>
                  <a:srgbClr val="1D2733"/>
                </a:solidFill>
              </a:rPr>
              <a:t>What are they doing?</a:t>
            </a:r>
            <a:endParaRPr lang="en-US" sz="2000" dirty="0"/>
          </a:p>
          <a:p>
            <a:pPr marL="342900" indent="-342900">
              <a:buFont typeface="Arial" panose="020B0604020202020204" pitchFamily="34" charset="0"/>
              <a:buChar char="•"/>
            </a:pPr>
            <a:r>
              <a:rPr lang="en-US" sz="2000" b="1" dirty="0">
                <a:solidFill>
                  <a:srgbClr val="1D2733"/>
                </a:solidFill>
              </a:rPr>
              <a:t>How much time do they have?</a:t>
            </a:r>
            <a:endParaRPr lang="en-US" sz="2000" dirty="0"/>
          </a:p>
          <a:p>
            <a:pPr marL="342900" indent="-342900">
              <a:buFont typeface="Arial" panose="020B0604020202020204" pitchFamily="34" charset="0"/>
              <a:buChar char="•"/>
            </a:pPr>
            <a:r>
              <a:rPr lang="en-US" sz="2000" b="1" dirty="0">
                <a:solidFill>
                  <a:srgbClr val="1D2733"/>
                </a:solidFill>
              </a:rPr>
              <a:t>What else competes for attention?</a:t>
            </a:r>
            <a:endParaRPr lang="en-US" sz="2000" dirty="0"/>
          </a:p>
        </p:txBody>
      </p:sp>
      <p:sp>
        <p:nvSpPr>
          <p:cNvPr id="9" name="Shape 6"/>
          <p:cNvSpPr/>
          <p:nvPr/>
        </p:nvSpPr>
        <p:spPr>
          <a:xfrm>
            <a:off x="6011090" y="2009392"/>
            <a:ext cx="3801290" cy="3963926"/>
          </a:xfrm>
          <a:prstGeom prst="roundRect">
            <a:avLst>
              <a:gd name="adj" fmla="val 6897"/>
            </a:avLst>
          </a:prstGeom>
          <a:solidFill>
            <a:srgbClr val="F8C200">
              <a:alpha val="91000"/>
            </a:srgbClr>
          </a:solidFill>
          <a:ln w="12700">
            <a:solidFill>
              <a:srgbClr val="F8C200">
                <a:alpha val="0"/>
              </a:srgbClr>
            </a:solidFill>
            <a:prstDash val="solid"/>
          </a:ln>
        </p:spPr>
        <p:txBody>
          <a:bodyPr/>
          <a:lstStyle/>
          <a:p>
            <a:endParaRPr lang="en-CA" sz="1350"/>
          </a:p>
        </p:txBody>
      </p:sp>
      <p:sp>
        <p:nvSpPr>
          <p:cNvPr id="10" name="Text 7"/>
          <p:cNvSpPr/>
          <p:nvPr/>
        </p:nvSpPr>
        <p:spPr>
          <a:xfrm>
            <a:off x="6221732" y="2263134"/>
            <a:ext cx="3566159" cy="3449580"/>
          </a:xfrm>
          <a:prstGeom prst="rect">
            <a:avLst/>
          </a:prstGeom>
          <a:noFill/>
          <a:ln/>
        </p:spPr>
        <p:txBody>
          <a:bodyPr wrap="square" lIns="191" tIns="191" rIns="191" bIns="191" rtlCol="0" anchor="t">
            <a:noAutofit/>
          </a:bodyPr>
          <a:lstStyle/>
          <a:p>
            <a:r>
              <a:rPr lang="en-US" sz="2000" b="1" dirty="0">
                <a:solidFill>
                  <a:srgbClr val="1D2733"/>
                </a:solidFill>
              </a:rPr>
              <a:t>Medium asks:</a:t>
            </a:r>
            <a:endParaRPr lang="en-US" sz="2000" dirty="0"/>
          </a:p>
          <a:p>
            <a:pPr marL="342900" indent="-342900">
              <a:buFont typeface="Arial" panose="020B0604020202020204" pitchFamily="34" charset="0"/>
              <a:buChar char="•"/>
            </a:pPr>
            <a:r>
              <a:rPr lang="en-US" sz="2000" b="1" dirty="0">
                <a:solidFill>
                  <a:srgbClr val="1D2733"/>
                </a:solidFill>
              </a:rPr>
              <a:t>poster</a:t>
            </a:r>
          </a:p>
          <a:p>
            <a:pPr marL="342900" indent="-342900">
              <a:buFont typeface="Arial" panose="020B0604020202020204" pitchFamily="34" charset="0"/>
              <a:buChar char="•"/>
            </a:pPr>
            <a:r>
              <a:rPr lang="en-US" sz="2000" b="1" dirty="0">
                <a:solidFill>
                  <a:srgbClr val="1D2733"/>
                </a:solidFill>
              </a:rPr>
              <a:t>phone</a:t>
            </a:r>
          </a:p>
          <a:p>
            <a:pPr marL="342900" indent="-342900">
              <a:buFont typeface="Arial" panose="020B0604020202020204" pitchFamily="34" charset="0"/>
              <a:buChar char="•"/>
            </a:pPr>
            <a:r>
              <a:rPr lang="en-US" sz="2000" b="1" dirty="0">
                <a:solidFill>
                  <a:srgbClr val="1D2733"/>
                </a:solidFill>
              </a:rPr>
              <a:t>website</a:t>
            </a:r>
          </a:p>
          <a:p>
            <a:pPr marL="342900" indent="-342900">
              <a:buFont typeface="Arial" panose="020B0604020202020204" pitchFamily="34" charset="0"/>
              <a:buChar char="•"/>
            </a:pPr>
            <a:r>
              <a:rPr lang="en-US" sz="2000" b="1" dirty="0">
                <a:solidFill>
                  <a:srgbClr val="1D2733"/>
                </a:solidFill>
              </a:rPr>
              <a:t>sign </a:t>
            </a:r>
          </a:p>
          <a:p>
            <a:pPr marL="342900" indent="-342900">
              <a:buFont typeface="Arial" panose="020B0604020202020204" pitchFamily="34" charset="0"/>
              <a:buChar char="•"/>
            </a:pPr>
            <a:r>
              <a:rPr lang="en-US" sz="2000" b="1" dirty="0">
                <a:solidFill>
                  <a:srgbClr val="1D2733"/>
                </a:solidFill>
              </a:rPr>
              <a:t>email</a:t>
            </a:r>
          </a:p>
          <a:p>
            <a:pPr marL="342900" indent="-342900">
              <a:buFont typeface="Arial" panose="020B0604020202020204" pitchFamily="34" charset="0"/>
              <a:buChar char="•"/>
            </a:pPr>
            <a:r>
              <a:rPr lang="en-US" sz="2000" b="1" dirty="0">
                <a:solidFill>
                  <a:srgbClr val="1D2733"/>
                </a:solidFill>
              </a:rPr>
              <a:t>slide</a:t>
            </a:r>
          </a:p>
          <a:p>
            <a:pPr marL="342900" indent="-342900">
              <a:buFont typeface="Arial" panose="020B0604020202020204" pitchFamily="34" charset="0"/>
              <a:buChar char="•"/>
            </a:pPr>
            <a:r>
              <a:rPr lang="en-US" sz="2000" b="1" dirty="0">
                <a:solidFill>
                  <a:srgbClr val="1D2733"/>
                </a:solidFill>
              </a:rPr>
              <a:t>package</a:t>
            </a:r>
          </a:p>
          <a:p>
            <a:pPr marL="342900" indent="-342900">
              <a:buFont typeface="Arial" panose="020B0604020202020204" pitchFamily="34" charset="0"/>
              <a:buChar char="•"/>
            </a:pPr>
            <a:r>
              <a:rPr lang="en-US" sz="2000" b="1" dirty="0">
                <a:solidFill>
                  <a:srgbClr val="1D2733"/>
                </a:solidFill>
              </a:rPr>
              <a:t>motion</a:t>
            </a:r>
          </a:p>
          <a:p>
            <a:pPr marL="342900" indent="-342900">
              <a:buFont typeface="Arial" panose="020B0604020202020204" pitchFamily="34" charset="0"/>
              <a:buChar char="•"/>
            </a:pPr>
            <a:r>
              <a:rPr lang="en-US" sz="2000" b="1" dirty="0">
                <a:solidFill>
                  <a:srgbClr val="1D2733"/>
                </a:solidFill>
              </a:rPr>
              <a:t>print</a:t>
            </a:r>
          </a:p>
          <a:p>
            <a:pPr marL="342900" indent="-342900">
              <a:buFont typeface="Arial" panose="020B0604020202020204" pitchFamily="34" charset="0"/>
              <a:buChar char="•"/>
            </a:pPr>
            <a:r>
              <a:rPr lang="en-US" sz="2000" b="1" dirty="0">
                <a:solidFill>
                  <a:srgbClr val="1D2733"/>
                </a:solidFill>
              </a:rPr>
              <a:t>social post</a:t>
            </a:r>
            <a:endParaRPr lang="en-US" sz="2000" dirty="0"/>
          </a:p>
        </p:txBody>
      </p:sp>
      <p:sp>
        <p:nvSpPr>
          <p:cNvPr id="11" name="Text 8"/>
          <p:cNvSpPr/>
          <p:nvPr/>
        </p:nvSpPr>
        <p:spPr>
          <a:xfrm>
            <a:off x="3862252" y="6071611"/>
            <a:ext cx="4588329" cy="226314"/>
          </a:xfrm>
          <a:prstGeom prst="rect">
            <a:avLst/>
          </a:prstGeom>
          <a:noFill/>
          <a:ln/>
        </p:spPr>
        <p:txBody>
          <a:bodyPr wrap="square" lIns="0" tIns="0" rIns="0" bIns="0" rtlCol="0" anchor="ctr"/>
          <a:lstStyle/>
          <a:p>
            <a:pPr algn="ctr"/>
            <a:r>
              <a:rPr lang="en-US" sz="2000" b="1" dirty="0">
                <a:solidFill>
                  <a:srgbClr val="007599"/>
                </a:solidFill>
              </a:rPr>
              <a:t>Design for the moment of encounter.</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Shape 4">
            <a:extLst>
              <a:ext uri="{FF2B5EF4-FFF2-40B4-BE49-F238E27FC236}">
                <a16:creationId xmlns:a16="http://schemas.microsoft.com/office/drawing/2014/main" id="{3291DD42-032C-67A8-4980-031681FE5A3C}"/>
              </a:ext>
            </a:extLst>
          </p:cNvPr>
          <p:cNvSpPr/>
          <p:nvPr/>
        </p:nvSpPr>
        <p:spPr>
          <a:xfrm>
            <a:off x="2106930" y="1954530"/>
            <a:ext cx="3943350" cy="4537710"/>
          </a:xfrm>
          <a:prstGeom prst="roundRect">
            <a:avLst>
              <a:gd name="adj" fmla="val 3673"/>
            </a:avLst>
          </a:prstGeom>
          <a:solidFill>
            <a:srgbClr val="EAF4F5"/>
          </a:solidFill>
          <a:ln w="12700">
            <a:solidFill>
              <a:srgbClr val="AFDDDF"/>
            </a:solidFill>
            <a:prstDash val="solid"/>
          </a:ln>
        </p:spPr>
        <p:txBody>
          <a:bodyPr/>
          <a:lstStyle/>
          <a:p>
            <a:endParaRPr lang="en-CA" sz="1350" dirty="0"/>
          </a:p>
        </p:txBody>
      </p:sp>
      <p:sp>
        <p:nvSpPr>
          <p:cNvPr id="34" name="Shape 7">
            <a:extLst>
              <a:ext uri="{FF2B5EF4-FFF2-40B4-BE49-F238E27FC236}">
                <a16:creationId xmlns:a16="http://schemas.microsoft.com/office/drawing/2014/main" id="{FAB1744B-9805-8413-CE7D-993997B14DC5}"/>
              </a:ext>
            </a:extLst>
          </p:cNvPr>
          <p:cNvSpPr/>
          <p:nvPr/>
        </p:nvSpPr>
        <p:spPr>
          <a:xfrm>
            <a:off x="6324600" y="1954530"/>
            <a:ext cx="3566160" cy="4537709"/>
          </a:xfrm>
          <a:prstGeom prst="roundRect">
            <a:avLst>
              <a:gd name="adj" fmla="val 3673"/>
            </a:avLst>
          </a:prstGeom>
          <a:solidFill>
            <a:srgbClr val="FFFFFF"/>
          </a:solidFill>
          <a:ln w="25400">
            <a:solidFill>
              <a:srgbClr val="F8C200"/>
            </a:solidFill>
            <a:prstDash val="solid"/>
          </a:ln>
        </p:spPr>
        <p:txBody>
          <a:bodyPr/>
          <a:lstStyle/>
          <a:p>
            <a:endParaRPr lang="en-CA" sz="1350"/>
          </a:p>
        </p:txBody>
      </p:sp>
      <p:sp>
        <p:nvSpPr>
          <p:cNvPr id="2" name="Shape 0"/>
          <p:cNvSpPr/>
          <p:nvPr/>
        </p:nvSpPr>
        <p:spPr>
          <a:xfrm>
            <a:off x="1524002" y="857250"/>
            <a:ext cx="9143771" cy="123444"/>
          </a:xfrm>
          <a:prstGeom prst="rect">
            <a:avLst/>
          </a:prstGeom>
          <a:solidFill>
            <a:srgbClr val="007599"/>
          </a:solidFill>
          <a:ln w="12700">
            <a:solidFill>
              <a:srgbClr val="007599"/>
            </a:solidFill>
            <a:prstDash val="solid"/>
          </a:ln>
        </p:spPr>
        <p:txBody>
          <a:bodyPr/>
          <a:lstStyle/>
          <a:p>
            <a:endParaRPr lang="en-CA" sz="1350"/>
          </a:p>
        </p:txBody>
      </p:sp>
      <p:sp>
        <p:nvSpPr>
          <p:cNvPr id="3" name="Text 1"/>
          <p:cNvSpPr/>
          <p:nvPr/>
        </p:nvSpPr>
        <p:spPr>
          <a:xfrm>
            <a:off x="8450580" y="884682"/>
            <a:ext cx="1885950" cy="82296"/>
          </a:xfrm>
          <a:prstGeom prst="rect">
            <a:avLst/>
          </a:prstGeom>
          <a:noFill/>
          <a:ln/>
        </p:spPr>
        <p:txBody>
          <a:bodyPr wrap="square" lIns="0" tIns="0" rIns="0" bIns="0" rtlCol="0" anchor="ctr"/>
          <a:lstStyle/>
          <a:p>
            <a:pPr algn="r"/>
            <a:r>
              <a:rPr lang="en-US" sz="488" dirty="0">
                <a:solidFill>
                  <a:srgbClr val="5B6673"/>
                </a:solidFill>
                <a:latin typeface="Aptos" pitchFamily="34" charset="0"/>
                <a:ea typeface="Aptos" pitchFamily="34" charset="-122"/>
                <a:cs typeface="Aptos" pitchFamily="34" charset="-120"/>
              </a:rPr>
              <a:t>3 • Decoding Context &amp; Medium</a:t>
            </a:r>
            <a:endParaRPr lang="en-US" sz="488" dirty="0"/>
          </a:p>
        </p:txBody>
      </p:sp>
      <p:sp>
        <p:nvSpPr>
          <p:cNvPr id="4" name="Text 2"/>
          <p:cNvSpPr/>
          <p:nvPr/>
        </p:nvSpPr>
        <p:spPr>
          <a:xfrm>
            <a:off x="1969770" y="1298285"/>
            <a:ext cx="7886700" cy="356616"/>
          </a:xfrm>
          <a:prstGeom prst="rect">
            <a:avLst/>
          </a:prstGeom>
          <a:noFill/>
          <a:ln/>
        </p:spPr>
        <p:txBody>
          <a:bodyPr wrap="square" lIns="0" tIns="0" rIns="0" bIns="0" rtlCol="0" anchor="ctr"/>
          <a:lstStyle/>
          <a:p>
            <a:r>
              <a:rPr lang="en-US" sz="3200" b="1" dirty="0">
                <a:solidFill>
                  <a:srgbClr val="1D2733"/>
                </a:solidFill>
                <a:latin typeface="Aptos Display" pitchFamily="34" charset="0"/>
              </a:rPr>
              <a:t>Physical vs Digital Mediums</a:t>
            </a:r>
          </a:p>
        </p:txBody>
      </p:sp>
      <p:sp>
        <p:nvSpPr>
          <p:cNvPr id="20" name="TextBox 19">
            <a:extLst>
              <a:ext uri="{FF2B5EF4-FFF2-40B4-BE49-F238E27FC236}">
                <a16:creationId xmlns:a16="http://schemas.microsoft.com/office/drawing/2014/main" id="{CA7707B1-6AAB-1853-139B-E484CD9F584D}"/>
              </a:ext>
            </a:extLst>
          </p:cNvPr>
          <p:cNvSpPr txBox="1"/>
          <p:nvPr/>
        </p:nvSpPr>
        <p:spPr>
          <a:xfrm>
            <a:off x="2209799" y="2244326"/>
            <a:ext cx="3679210" cy="307777"/>
          </a:xfrm>
          <a:prstGeom prst="rect">
            <a:avLst/>
          </a:prstGeom>
          <a:noFill/>
        </p:spPr>
        <p:txBody>
          <a:bodyPr wrap="square" lIns="0" tIns="0" rIns="0" bIns="0" anchor="t">
            <a:spAutoFit/>
          </a:bodyPr>
          <a:lstStyle/>
          <a:p>
            <a:pPr algn="l"/>
            <a:r>
              <a:rPr sz="2000" dirty="0">
                <a:latin typeface="Poppins SemiBold"/>
              </a:rPr>
              <a:t>Physical Environment</a:t>
            </a:r>
          </a:p>
        </p:txBody>
      </p:sp>
      <p:sp>
        <p:nvSpPr>
          <p:cNvPr id="22" name="TextBox 21">
            <a:extLst>
              <a:ext uri="{FF2B5EF4-FFF2-40B4-BE49-F238E27FC236}">
                <a16:creationId xmlns:a16="http://schemas.microsoft.com/office/drawing/2014/main" id="{D71AD1AF-E861-5AD4-4EF8-650CD41566EC}"/>
              </a:ext>
            </a:extLst>
          </p:cNvPr>
          <p:cNvSpPr txBox="1"/>
          <p:nvPr/>
        </p:nvSpPr>
        <p:spPr>
          <a:xfrm>
            <a:off x="2209800" y="2761058"/>
            <a:ext cx="3504009" cy="1384995"/>
          </a:xfrm>
          <a:prstGeom prst="rect">
            <a:avLst/>
          </a:prstGeom>
          <a:noFill/>
        </p:spPr>
        <p:txBody>
          <a:bodyPr wrap="square" lIns="0" tIns="0" rIns="0" bIns="0" anchor="t">
            <a:spAutoFit/>
          </a:bodyPr>
          <a:lstStyle/>
          <a:p>
            <a:r>
              <a:rPr b="1" dirty="0">
                <a:solidFill>
                  <a:srgbClr val="334155"/>
                </a:solidFill>
                <a:latin typeface="Lato"/>
              </a:rPr>
              <a:t>Variables:</a:t>
            </a:r>
            <a:r>
              <a:rPr dirty="0">
                <a:solidFill>
                  <a:srgbClr val="334155"/>
                </a:solidFill>
                <a:latin typeface="Lato"/>
              </a:rPr>
              <a:t> </a:t>
            </a:r>
            <a:endParaRPr lang="en-CA" dirty="0">
              <a:solidFill>
                <a:srgbClr val="334155"/>
              </a:solidFill>
              <a:latin typeface="Lato"/>
            </a:endParaRPr>
          </a:p>
          <a:p>
            <a:pPr marL="285750" indent="-285750">
              <a:buFont typeface="Arial" panose="020B0604020202020204" pitchFamily="34" charset="0"/>
              <a:buChar char="•"/>
            </a:pPr>
            <a:r>
              <a:rPr dirty="0">
                <a:solidFill>
                  <a:srgbClr val="334155"/>
                </a:solidFill>
                <a:latin typeface="Lato"/>
              </a:rPr>
              <a:t>Viewing distance, </a:t>
            </a:r>
            <a:endParaRPr lang="en-CA" dirty="0">
              <a:solidFill>
                <a:srgbClr val="334155"/>
              </a:solidFill>
              <a:latin typeface="Lato"/>
            </a:endParaRPr>
          </a:p>
          <a:p>
            <a:pPr marL="285750" indent="-285750">
              <a:buFont typeface="Arial" panose="020B0604020202020204" pitchFamily="34" charset="0"/>
              <a:buChar char="•"/>
            </a:pPr>
            <a:r>
              <a:rPr dirty="0">
                <a:solidFill>
                  <a:srgbClr val="334155"/>
                </a:solidFill>
                <a:latin typeface="Lato"/>
              </a:rPr>
              <a:t>lighting, </a:t>
            </a:r>
            <a:endParaRPr lang="en-CA" dirty="0">
              <a:solidFill>
                <a:srgbClr val="334155"/>
              </a:solidFill>
              <a:latin typeface="Lato"/>
            </a:endParaRPr>
          </a:p>
          <a:p>
            <a:pPr marL="285750" indent="-285750">
              <a:buFont typeface="Arial" panose="020B0604020202020204" pitchFamily="34" charset="0"/>
              <a:buChar char="•"/>
            </a:pPr>
            <a:r>
              <a:rPr dirty="0">
                <a:solidFill>
                  <a:srgbClr val="334155"/>
                </a:solidFill>
                <a:latin typeface="Lato"/>
              </a:rPr>
              <a:t>physical dimensions, </a:t>
            </a:r>
            <a:endParaRPr lang="en-CA" dirty="0">
              <a:solidFill>
                <a:srgbClr val="334155"/>
              </a:solidFill>
              <a:latin typeface="Lato"/>
            </a:endParaRPr>
          </a:p>
          <a:p>
            <a:pPr marL="285750" indent="-285750">
              <a:buFont typeface="Arial" panose="020B0604020202020204" pitchFamily="34" charset="0"/>
              <a:buChar char="•"/>
            </a:pPr>
            <a:r>
              <a:rPr dirty="0">
                <a:solidFill>
                  <a:srgbClr val="334155"/>
                </a:solidFill>
                <a:latin typeface="Lato"/>
              </a:rPr>
              <a:t>material substrate.</a:t>
            </a:r>
          </a:p>
        </p:txBody>
      </p:sp>
      <p:sp>
        <p:nvSpPr>
          <p:cNvPr id="24" name="TextBox 23">
            <a:extLst>
              <a:ext uri="{FF2B5EF4-FFF2-40B4-BE49-F238E27FC236}">
                <a16:creationId xmlns:a16="http://schemas.microsoft.com/office/drawing/2014/main" id="{691E0206-19ED-C712-4842-71D898C45E6A}"/>
              </a:ext>
            </a:extLst>
          </p:cNvPr>
          <p:cNvSpPr txBox="1"/>
          <p:nvPr/>
        </p:nvSpPr>
        <p:spPr>
          <a:xfrm>
            <a:off x="2209799" y="4445682"/>
            <a:ext cx="3504009" cy="1384995"/>
          </a:xfrm>
          <a:prstGeom prst="rect">
            <a:avLst/>
          </a:prstGeom>
          <a:noFill/>
        </p:spPr>
        <p:txBody>
          <a:bodyPr wrap="square" lIns="0" tIns="0" rIns="0" bIns="0" anchor="t">
            <a:spAutoFit/>
          </a:bodyPr>
          <a:lstStyle/>
          <a:p>
            <a:r>
              <a:rPr b="1" dirty="0">
                <a:solidFill>
                  <a:srgbClr val="334155"/>
                </a:solidFill>
                <a:latin typeface="Lato"/>
              </a:rPr>
              <a:t>Design Impact:</a:t>
            </a:r>
            <a:r>
              <a:rPr dirty="0">
                <a:solidFill>
                  <a:srgbClr val="334155"/>
                </a:solidFill>
                <a:latin typeface="Lato"/>
              </a:rPr>
              <a:t> </a:t>
            </a:r>
            <a:endParaRPr lang="en-CA" dirty="0">
              <a:solidFill>
                <a:srgbClr val="334155"/>
              </a:solidFill>
              <a:latin typeface="Lato"/>
            </a:endParaRPr>
          </a:p>
          <a:p>
            <a:pPr marL="285750" indent="-285750">
              <a:buFont typeface="Arial" panose="020B0604020202020204" pitchFamily="34" charset="0"/>
              <a:buChar char="•"/>
            </a:pPr>
            <a:r>
              <a:rPr dirty="0">
                <a:solidFill>
                  <a:srgbClr val="334155"/>
                </a:solidFill>
                <a:latin typeface="Lato"/>
              </a:rPr>
              <a:t>High contrast requirement, </a:t>
            </a:r>
            <a:endParaRPr lang="en-CA" dirty="0">
              <a:solidFill>
                <a:srgbClr val="334155"/>
              </a:solidFill>
              <a:latin typeface="Lato"/>
            </a:endParaRPr>
          </a:p>
          <a:p>
            <a:pPr marL="285750" indent="-285750">
              <a:buFont typeface="Arial" panose="020B0604020202020204" pitchFamily="34" charset="0"/>
              <a:buChar char="•"/>
            </a:pPr>
            <a:r>
              <a:rPr dirty="0">
                <a:solidFill>
                  <a:srgbClr val="334155"/>
                </a:solidFill>
                <a:latin typeface="Lato"/>
              </a:rPr>
              <a:t>large type scale for billboards, </a:t>
            </a:r>
            <a:endParaRPr lang="en-CA" dirty="0">
              <a:solidFill>
                <a:srgbClr val="334155"/>
              </a:solidFill>
              <a:latin typeface="Lato"/>
            </a:endParaRPr>
          </a:p>
          <a:p>
            <a:pPr marL="285750" indent="-285750">
              <a:buFont typeface="Arial" panose="020B0604020202020204" pitchFamily="34" charset="0"/>
              <a:buChar char="•"/>
            </a:pPr>
            <a:r>
              <a:rPr dirty="0">
                <a:solidFill>
                  <a:srgbClr val="334155"/>
                </a:solidFill>
                <a:latin typeface="Lato"/>
              </a:rPr>
              <a:t>tactile stock selection for luxury branding.</a:t>
            </a:r>
          </a:p>
        </p:txBody>
      </p:sp>
      <p:sp>
        <p:nvSpPr>
          <p:cNvPr id="26" name="TextBox 25">
            <a:extLst>
              <a:ext uri="{FF2B5EF4-FFF2-40B4-BE49-F238E27FC236}">
                <a16:creationId xmlns:a16="http://schemas.microsoft.com/office/drawing/2014/main" id="{00A084D2-72FA-725E-E129-FAE9870D7A86}"/>
              </a:ext>
            </a:extLst>
          </p:cNvPr>
          <p:cNvSpPr txBox="1"/>
          <p:nvPr/>
        </p:nvSpPr>
        <p:spPr>
          <a:xfrm>
            <a:off x="6478190" y="2244326"/>
            <a:ext cx="3679210" cy="307777"/>
          </a:xfrm>
          <a:prstGeom prst="rect">
            <a:avLst/>
          </a:prstGeom>
          <a:noFill/>
        </p:spPr>
        <p:txBody>
          <a:bodyPr wrap="square" lIns="0" tIns="0" rIns="0" bIns="0" anchor="t">
            <a:spAutoFit/>
          </a:bodyPr>
          <a:lstStyle/>
          <a:p>
            <a:pPr algn="l"/>
            <a:r>
              <a:rPr sz="2000">
                <a:latin typeface="Poppins SemiBold"/>
              </a:rPr>
              <a:t>Digital Environment</a:t>
            </a:r>
          </a:p>
        </p:txBody>
      </p:sp>
      <p:sp>
        <p:nvSpPr>
          <p:cNvPr id="28" name="TextBox 27">
            <a:extLst>
              <a:ext uri="{FF2B5EF4-FFF2-40B4-BE49-F238E27FC236}">
                <a16:creationId xmlns:a16="http://schemas.microsoft.com/office/drawing/2014/main" id="{D57E6A89-DE28-5CD8-52FA-78CB2846F46B}"/>
              </a:ext>
            </a:extLst>
          </p:cNvPr>
          <p:cNvSpPr txBox="1"/>
          <p:nvPr/>
        </p:nvSpPr>
        <p:spPr>
          <a:xfrm>
            <a:off x="6478190" y="2761059"/>
            <a:ext cx="3504009" cy="1384995"/>
          </a:xfrm>
          <a:prstGeom prst="rect">
            <a:avLst/>
          </a:prstGeom>
          <a:noFill/>
        </p:spPr>
        <p:txBody>
          <a:bodyPr wrap="square" lIns="0" tIns="0" rIns="0" bIns="0" anchor="t">
            <a:spAutoFit/>
          </a:bodyPr>
          <a:lstStyle/>
          <a:p>
            <a:r>
              <a:rPr b="1" dirty="0">
                <a:solidFill>
                  <a:srgbClr val="334155"/>
                </a:solidFill>
                <a:latin typeface="Lato"/>
              </a:rPr>
              <a:t>Variables:</a:t>
            </a:r>
            <a:r>
              <a:rPr dirty="0">
                <a:solidFill>
                  <a:srgbClr val="334155"/>
                </a:solidFill>
                <a:latin typeface="Lato"/>
              </a:rPr>
              <a:t> </a:t>
            </a:r>
            <a:endParaRPr lang="en-CA" dirty="0">
              <a:solidFill>
                <a:srgbClr val="334155"/>
              </a:solidFill>
              <a:latin typeface="Lato"/>
            </a:endParaRPr>
          </a:p>
          <a:p>
            <a:pPr marL="285750" indent="-285750">
              <a:buFont typeface="Arial" panose="020B0604020202020204" pitchFamily="34" charset="0"/>
              <a:buChar char="•"/>
            </a:pPr>
            <a:r>
              <a:rPr dirty="0">
                <a:solidFill>
                  <a:srgbClr val="334155"/>
                </a:solidFill>
                <a:latin typeface="Lato"/>
              </a:rPr>
              <a:t>Screen aspect ratio, </a:t>
            </a:r>
            <a:endParaRPr lang="en-CA" dirty="0">
              <a:solidFill>
                <a:srgbClr val="334155"/>
              </a:solidFill>
              <a:latin typeface="Lato"/>
            </a:endParaRPr>
          </a:p>
          <a:p>
            <a:pPr marL="285750" indent="-285750">
              <a:buFont typeface="Arial" panose="020B0604020202020204" pitchFamily="34" charset="0"/>
              <a:buChar char="•"/>
            </a:pPr>
            <a:r>
              <a:rPr dirty="0">
                <a:solidFill>
                  <a:srgbClr val="334155"/>
                </a:solidFill>
                <a:latin typeface="Lato"/>
              </a:rPr>
              <a:t>ambient mode, </a:t>
            </a:r>
            <a:endParaRPr lang="en-CA" dirty="0">
              <a:solidFill>
                <a:srgbClr val="334155"/>
              </a:solidFill>
              <a:latin typeface="Lato"/>
            </a:endParaRPr>
          </a:p>
          <a:p>
            <a:pPr marL="285750" indent="-285750">
              <a:buFont typeface="Arial" panose="020B0604020202020204" pitchFamily="34" charset="0"/>
              <a:buChar char="•"/>
            </a:pPr>
            <a:r>
              <a:rPr dirty="0">
                <a:solidFill>
                  <a:srgbClr val="334155"/>
                </a:solidFill>
                <a:latin typeface="Lato"/>
              </a:rPr>
              <a:t>variable viewports, </a:t>
            </a:r>
            <a:endParaRPr lang="en-CA" dirty="0">
              <a:solidFill>
                <a:srgbClr val="334155"/>
              </a:solidFill>
              <a:latin typeface="Lato"/>
            </a:endParaRPr>
          </a:p>
          <a:p>
            <a:pPr marL="285750" indent="-285750">
              <a:buFont typeface="Arial" panose="020B0604020202020204" pitchFamily="34" charset="0"/>
              <a:buChar char="•"/>
            </a:pPr>
            <a:r>
              <a:rPr dirty="0">
                <a:solidFill>
                  <a:srgbClr val="334155"/>
                </a:solidFill>
                <a:latin typeface="Lato"/>
              </a:rPr>
              <a:t>short attention spans.</a:t>
            </a:r>
          </a:p>
        </p:txBody>
      </p:sp>
      <p:sp>
        <p:nvSpPr>
          <p:cNvPr id="30" name="TextBox 29">
            <a:extLst>
              <a:ext uri="{FF2B5EF4-FFF2-40B4-BE49-F238E27FC236}">
                <a16:creationId xmlns:a16="http://schemas.microsoft.com/office/drawing/2014/main" id="{00A45AD4-B4A7-1287-41B3-C90621FA3EC2}"/>
              </a:ext>
            </a:extLst>
          </p:cNvPr>
          <p:cNvSpPr txBox="1"/>
          <p:nvPr/>
        </p:nvSpPr>
        <p:spPr>
          <a:xfrm>
            <a:off x="6432471" y="4445682"/>
            <a:ext cx="3504009" cy="1384995"/>
          </a:xfrm>
          <a:prstGeom prst="rect">
            <a:avLst/>
          </a:prstGeom>
          <a:noFill/>
        </p:spPr>
        <p:txBody>
          <a:bodyPr wrap="square" lIns="0" tIns="0" rIns="0" bIns="0" anchor="t">
            <a:spAutoFit/>
          </a:bodyPr>
          <a:lstStyle/>
          <a:p>
            <a:r>
              <a:rPr b="1" dirty="0">
                <a:solidFill>
                  <a:srgbClr val="334155"/>
                </a:solidFill>
                <a:latin typeface="Lato"/>
              </a:rPr>
              <a:t>Design Impact:</a:t>
            </a:r>
            <a:r>
              <a:rPr dirty="0">
                <a:solidFill>
                  <a:srgbClr val="334155"/>
                </a:solidFill>
                <a:latin typeface="Lato"/>
              </a:rPr>
              <a:t> </a:t>
            </a:r>
            <a:endParaRPr lang="en-CA" dirty="0">
              <a:solidFill>
                <a:srgbClr val="334155"/>
              </a:solidFill>
              <a:latin typeface="Lato"/>
            </a:endParaRPr>
          </a:p>
          <a:p>
            <a:pPr marL="285750" indent="-285750">
              <a:buFont typeface="Arial" panose="020B0604020202020204" pitchFamily="34" charset="0"/>
              <a:buChar char="•"/>
            </a:pPr>
            <a:r>
              <a:rPr dirty="0">
                <a:solidFill>
                  <a:srgbClr val="334155"/>
                </a:solidFill>
                <a:latin typeface="Lato"/>
              </a:rPr>
              <a:t>Responsive layouts, </a:t>
            </a:r>
            <a:endParaRPr lang="en-CA" dirty="0">
              <a:solidFill>
                <a:srgbClr val="334155"/>
              </a:solidFill>
              <a:latin typeface="Lato"/>
            </a:endParaRPr>
          </a:p>
          <a:p>
            <a:pPr marL="285750" indent="-285750">
              <a:buFont typeface="Arial" panose="020B0604020202020204" pitchFamily="34" charset="0"/>
              <a:buChar char="•"/>
            </a:pPr>
            <a:r>
              <a:rPr dirty="0">
                <a:solidFill>
                  <a:srgbClr val="334155"/>
                </a:solidFill>
                <a:latin typeface="Lato"/>
              </a:rPr>
              <a:t>immediate visual hooks, </a:t>
            </a:r>
            <a:endParaRPr lang="en-CA" dirty="0">
              <a:solidFill>
                <a:srgbClr val="334155"/>
              </a:solidFill>
              <a:latin typeface="Lato"/>
            </a:endParaRPr>
          </a:p>
          <a:p>
            <a:pPr marL="285750" indent="-285750">
              <a:buFont typeface="Arial" panose="020B0604020202020204" pitchFamily="34" charset="0"/>
              <a:buChar char="•"/>
            </a:pPr>
            <a:r>
              <a:rPr dirty="0">
                <a:solidFill>
                  <a:srgbClr val="334155"/>
                </a:solidFill>
                <a:latin typeface="Lato"/>
              </a:rPr>
              <a:t>accessible touch targets, </a:t>
            </a:r>
            <a:endParaRPr lang="en-CA" dirty="0">
              <a:solidFill>
                <a:srgbClr val="334155"/>
              </a:solidFill>
              <a:latin typeface="Lato"/>
            </a:endParaRPr>
          </a:p>
          <a:p>
            <a:pPr marL="285750" indent="-285750">
              <a:buFont typeface="Arial" panose="020B0604020202020204" pitchFamily="34" charset="0"/>
              <a:buChar char="•"/>
            </a:pPr>
            <a:r>
              <a:rPr dirty="0">
                <a:solidFill>
                  <a:srgbClr val="334155"/>
                </a:solidFill>
                <a:latin typeface="Lato"/>
              </a:rPr>
              <a:t>system fonts.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33256-D539-343C-3159-7869EB5DC51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DE99F32-C800-B458-600A-2D0A91B6793B}"/>
              </a:ext>
            </a:extLst>
          </p:cNvPr>
          <p:cNvSpPr/>
          <p:nvPr/>
        </p:nvSpPr>
        <p:spPr>
          <a:xfrm>
            <a:off x="1524002" y="857250"/>
            <a:ext cx="9143771" cy="123444"/>
          </a:xfrm>
          <a:prstGeom prst="rect">
            <a:avLst/>
          </a:prstGeom>
          <a:solidFill>
            <a:srgbClr val="007599"/>
          </a:solidFill>
          <a:ln w="12700">
            <a:solidFill>
              <a:srgbClr val="007599"/>
            </a:solidFill>
            <a:prstDash val="solid"/>
          </a:ln>
        </p:spPr>
        <p:txBody>
          <a:bodyPr/>
          <a:lstStyle/>
          <a:p>
            <a:endParaRPr lang="en-CA" sz="1350"/>
          </a:p>
        </p:txBody>
      </p:sp>
      <p:sp>
        <p:nvSpPr>
          <p:cNvPr id="3" name="Text 1">
            <a:extLst>
              <a:ext uri="{FF2B5EF4-FFF2-40B4-BE49-F238E27FC236}">
                <a16:creationId xmlns:a16="http://schemas.microsoft.com/office/drawing/2014/main" id="{C6D5AC84-ACB4-0EBA-6431-0CB6B25FA459}"/>
              </a:ext>
            </a:extLst>
          </p:cNvPr>
          <p:cNvSpPr/>
          <p:nvPr/>
        </p:nvSpPr>
        <p:spPr>
          <a:xfrm>
            <a:off x="8450580" y="884682"/>
            <a:ext cx="1885950" cy="82296"/>
          </a:xfrm>
          <a:prstGeom prst="rect">
            <a:avLst/>
          </a:prstGeom>
          <a:noFill/>
          <a:ln/>
        </p:spPr>
        <p:txBody>
          <a:bodyPr wrap="square" lIns="0" tIns="0" rIns="0" bIns="0" rtlCol="0" anchor="ctr"/>
          <a:lstStyle/>
          <a:p>
            <a:pPr algn="r"/>
            <a:r>
              <a:rPr lang="en-US" sz="488" dirty="0">
                <a:solidFill>
                  <a:srgbClr val="5B6673"/>
                </a:solidFill>
                <a:latin typeface="Aptos" pitchFamily="34" charset="0"/>
                <a:ea typeface="Aptos" pitchFamily="34" charset="-122"/>
                <a:cs typeface="Aptos" pitchFamily="34" charset="-120"/>
              </a:rPr>
              <a:t>3 • Decoding Context &amp; Medium</a:t>
            </a:r>
            <a:endParaRPr lang="en-US" sz="488" dirty="0"/>
          </a:p>
        </p:txBody>
      </p:sp>
      <p:sp>
        <p:nvSpPr>
          <p:cNvPr id="4" name="Text 2">
            <a:extLst>
              <a:ext uri="{FF2B5EF4-FFF2-40B4-BE49-F238E27FC236}">
                <a16:creationId xmlns:a16="http://schemas.microsoft.com/office/drawing/2014/main" id="{679CFCAD-0760-32E3-0B45-B66BFE5B197C}"/>
              </a:ext>
            </a:extLst>
          </p:cNvPr>
          <p:cNvSpPr/>
          <p:nvPr/>
        </p:nvSpPr>
        <p:spPr>
          <a:xfrm>
            <a:off x="1969770" y="1298285"/>
            <a:ext cx="7886700" cy="356616"/>
          </a:xfrm>
          <a:prstGeom prst="rect">
            <a:avLst/>
          </a:prstGeom>
          <a:noFill/>
          <a:ln/>
        </p:spPr>
        <p:txBody>
          <a:bodyPr wrap="square" lIns="0" tIns="0" rIns="0" bIns="0" rtlCol="0" anchor="ctr"/>
          <a:lstStyle/>
          <a:p>
            <a:r>
              <a:rPr lang="en-US" sz="3200" b="1" dirty="0">
                <a:solidFill>
                  <a:srgbClr val="1D2733"/>
                </a:solidFill>
                <a:latin typeface="Aptos Display" pitchFamily="34" charset="0"/>
              </a:rPr>
              <a:t>Medium</a:t>
            </a:r>
            <a:r>
              <a:rPr lang="en-US" sz="1875" b="1" dirty="0">
                <a:solidFill>
                  <a:srgbClr val="1D2733"/>
                </a:solidFill>
                <a:latin typeface="Aptos Display" pitchFamily="34" charset="0"/>
                <a:ea typeface="Aptos Display" pitchFamily="34" charset="-122"/>
                <a:cs typeface="Aptos Display" pitchFamily="34" charset="-120"/>
              </a:rPr>
              <a:t> </a:t>
            </a:r>
            <a:r>
              <a:rPr lang="en-US" sz="3200" b="1" dirty="0">
                <a:solidFill>
                  <a:srgbClr val="1D2733"/>
                </a:solidFill>
                <a:latin typeface="Aptos Display" pitchFamily="34" charset="0"/>
              </a:rPr>
              <a:t>changes</a:t>
            </a:r>
            <a:r>
              <a:rPr lang="en-US" sz="1875" b="1" dirty="0">
                <a:solidFill>
                  <a:srgbClr val="1D2733"/>
                </a:solidFill>
                <a:latin typeface="Aptos Display" pitchFamily="34" charset="0"/>
                <a:ea typeface="Aptos Display" pitchFamily="34" charset="-122"/>
                <a:cs typeface="Aptos Display" pitchFamily="34" charset="-120"/>
              </a:rPr>
              <a:t> </a:t>
            </a:r>
            <a:r>
              <a:rPr lang="en-US" sz="3200" b="1" dirty="0">
                <a:solidFill>
                  <a:srgbClr val="1D2733"/>
                </a:solidFill>
                <a:latin typeface="Aptos Display" pitchFamily="34" charset="0"/>
              </a:rPr>
              <a:t>hierarchy</a:t>
            </a:r>
            <a:r>
              <a:rPr lang="en-US" sz="1875" b="1" dirty="0">
                <a:solidFill>
                  <a:srgbClr val="1D2733"/>
                </a:solidFill>
                <a:latin typeface="Aptos Display" pitchFamily="34" charset="0"/>
                <a:ea typeface="Aptos Display" pitchFamily="34" charset="-122"/>
                <a:cs typeface="Aptos Display" pitchFamily="34" charset="-120"/>
              </a:rPr>
              <a:t>, </a:t>
            </a:r>
            <a:r>
              <a:rPr lang="en-US" sz="3200" b="1" dirty="0">
                <a:solidFill>
                  <a:srgbClr val="1D2733"/>
                </a:solidFill>
                <a:latin typeface="Aptos Display" pitchFamily="34" charset="0"/>
              </a:rPr>
              <a:t>scale, and reading </a:t>
            </a:r>
            <a:r>
              <a:rPr lang="en-US" sz="3200" b="1" dirty="0" err="1">
                <a:solidFill>
                  <a:srgbClr val="1D2733"/>
                </a:solidFill>
                <a:latin typeface="Aptos Display" pitchFamily="34" charset="0"/>
              </a:rPr>
              <a:t>behaviour</a:t>
            </a:r>
            <a:endParaRPr lang="en-US" sz="3200" b="1" dirty="0">
              <a:solidFill>
                <a:srgbClr val="1D2733"/>
              </a:solidFill>
              <a:latin typeface="Aptos Display" pitchFamily="34" charset="0"/>
            </a:endParaRPr>
          </a:p>
        </p:txBody>
      </p:sp>
      <p:sp>
        <p:nvSpPr>
          <p:cNvPr id="5" name="Text 3">
            <a:extLst>
              <a:ext uri="{FF2B5EF4-FFF2-40B4-BE49-F238E27FC236}">
                <a16:creationId xmlns:a16="http://schemas.microsoft.com/office/drawing/2014/main" id="{99E95A25-C022-D9CA-00D8-470566DF2054}"/>
              </a:ext>
            </a:extLst>
          </p:cNvPr>
          <p:cNvSpPr/>
          <p:nvPr/>
        </p:nvSpPr>
        <p:spPr>
          <a:xfrm>
            <a:off x="1914906" y="2023110"/>
            <a:ext cx="7818120" cy="260604"/>
          </a:xfrm>
          <a:prstGeom prst="rect">
            <a:avLst/>
          </a:prstGeom>
          <a:noFill/>
          <a:ln/>
        </p:spPr>
        <p:txBody>
          <a:bodyPr wrap="square" lIns="0" tIns="0" rIns="0" bIns="0" rtlCol="0" anchor="ctr"/>
          <a:lstStyle/>
          <a:p>
            <a:r>
              <a:rPr lang="en-US" dirty="0">
                <a:solidFill>
                  <a:srgbClr val="5B6673"/>
                </a:solidFill>
              </a:rPr>
              <a:t>A social post, poster, and slide may share content, but they should not be identical.</a:t>
            </a:r>
            <a:endParaRPr lang="en-US" dirty="0"/>
          </a:p>
        </p:txBody>
      </p:sp>
      <p:sp>
        <p:nvSpPr>
          <p:cNvPr id="6" name="Shape 4">
            <a:extLst>
              <a:ext uri="{FF2B5EF4-FFF2-40B4-BE49-F238E27FC236}">
                <a16:creationId xmlns:a16="http://schemas.microsoft.com/office/drawing/2014/main" id="{E65BB8C1-0D57-4F14-AA4B-6EA7C3C2D070}"/>
              </a:ext>
            </a:extLst>
          </p:cNvPr>
          <p:cNvSpPr/>
          <p:nvPr/>
        </p:nvSpPr>
        <p:spPr>
          <a:xfrm>
            <a:off x="2542902" y="2640330"/>
            <a:ext cx="1988820" cy="3319926"/>
          </a:xfrm>
          <a:prstGeom prst="roundRect">
            <a:avLst>
              <a:gd name="adj" fmla="val 5172"/>
            </a:avLst>
          </a:prstGeom>
          <a:solidFill>
            <a:srgbClr val="007599"/>
          </a:solidFill>
          <a:ln w="12700">
            <a:solidFill>
              <a:srgbClr val="007599"/>
            </a:solidFill>
            <a:prstDash val="solid"/>
          </a:ln>
        </p:spPr>
        <p:txBody>
          <a:bodyPr/>
          <a:lstStyle/>
          <a:p>
            <a:endParaRPr lang="en-CA" sz="1350"/>
          </a:p>
        </p:txBody>
      </p:sp>
      <p:sp>
        <p:nvSpPr>
          <p:cNvPr id="7" name="Text 5">
            <a:extLst>
              <a:ext uri="{FF2B5EF4-FFF2-40B4-BE49-F238E27FC236}">
                <a16:creationId xmlns:a16="http://schemas.microsoft.com/office/drawing/2014/main" id="{9649B947-033B-6886-B756-7E72752FE0F9}"/>
              </a:ext>
            </a:extLst>
          </p:cNvPr>
          <p:cNvSpPr/>
          <p:nvPr/>
        </p:nvSpPr>
        <p:spPr>
          <a:xfrm>
            <a:off x="2714352" y="2674620"/>
            <a:ext cx="1645920" cy="205740"/>
          </a:xfrm>
          <a:prstGeom prst="rect">
            <a:avLst/>
          </a:prstGeom>
          <a:noFill/>
          <a:ln/>
        </p:spPr>
        <p:txBody>
          <a:bodyPr wrap="square" lIns="0" tIns="0" rIns="0" bIns="0" rtlCol="0" anchor="t"/>
          <a:lstStyle/>
          <a:p>
            <a:pPr algn="ctr"/>
            <a:r>
              <a:rPr lang="en-US" sz="2000" b="1" dirty="0">
                <a:solidFill>
                  <a:srgbClr val="FFFFFF"/>
                </a:solidFill>
              </a:rPr>
              <a:t>Phone/social</a:t>
            </a:r>
            <a:endParaRPr lang="en-US" sz="2000" dirty="0"/>
          </a:p>
        </p:txBody>
      </p:sp>
      <p:sp>
        <p:nvSpPr>
          <p:cNvPr id="8" name="Text 6">
            <a:extLst>
              <a:ext uri="{FF2B5EF4-FFF2-40B4-BE49-F238E27FC236}">
                <a16:creationId xmlns:a16="http://schemas.microsoft.com/office/drawing/2014/main" id="{B4F80A20-649F-A031-3766-17859783962B}"/>
              </a:ext>
            </a:extLst>
          </p:cNvPr>
          <p:cNvSpPr/>
          <p:nvPr/>
        </p:nvSpPr>
        <p:spPr>
          <a:xfrm>
            <a:off x="2817222" y="3429000"/>
            <a:ext cx="1440180" cy="1062990"/>
          </a:xfrm>
          <a:prstGeom prst="rect">
            <a:avLst/>
          </a:prstGeom>
          <a:noFill/>
          <a:ln/>
        </p:spPr>
        <p:txBody>
          <a:bodyPr wrap="square" lIns="0" tIns="0" rIns="0" bIns="0" rtlCol="0" anchor="t">
            <a:noAutofit/>
          </a:bodyPr>
          <a:lstStyle/>
          <a:p>
            <a:pPr algn="ctr"/>
            <a:r>
              <a:rPr lang="en-US" dirty="0">
                <a:solidFill>
                  <a:srgbClr val="FFFFFF"/>
                </a:solidFill>
              </a:rPr>
              <a:t>tiny screen</a:t>
            </a:r>
            <a:endParaRPr lang="en-US" dirty="0"/>
          </a:p>
          <a:p>
            <a:pPr algn="ctr"/>
            <a:r>
              <a:rPr lang="en-US" dirty="0">
                <a:solidFill>
                  <a:srgbClr val="FFFFFF"/>
                </a:solidFill>
              </a:rPr>
              <a:t>fast scroll</a:t>
            </a:r>
            <a:endParaRPr lang="en-US" dirty="0"/>
          </a:p>
          <a:p>
            <a:pPr algn="ctr"/>
            <a:r>
              <a:rPr lang="en-US" dirty="0">
                <a:solidFill>
                  <a:srgbClr val="FFFFFF"/>
                </a:solidFill>
              </a:rPr>
              <a:t>thumb interaction</a:t>
            </a:r>
            <a:endParaRPr lang="en-US" dirty="0"/>
          </a:p>
          <a:p>
            <a:pPr algn="ctr"/>
            <a:r>
              <a:rPr lang="en-US" dirty="0">
                <a:solidFill>
                  <a:srgbClr val="FFFFFF"/>
                </a:solidFill>
              </a:rPr>
              <a:t>short copy</a:t>
            </a:r>
            <a:endParaRPr lang="en-US" dirty="0"/>
          </a:p>
        </p:txBody>
      </p:sp>
      <p:sp>
        <p:nvSpPr>
          <p:cNvPr id="9" name="Text 7">
            <a:extLst>
              <a:ext uri="{FF2B5EF4-FFF2-40B4-BE49-F238E27FC236}">
                <a16:creationId xmlns:a16="http://schemas.microsoft.com/office/drawing/2014/main" id="{61C7BCE5-37FE-B8A5-02AB-63355E308A67}"/>
              </a:ext>
            </a:extLst>
          </p:cNvPr>
          <p:cNvSpPr/>
          <p:nvPr/>
        </p:nvSpPr>
        <p:spPr>
          <a:xfrm>
            <a:off x="2714352" y="5027732"/>
            <a:ext cx="1577340" cy="308610"/>
          </a:xfrm>
          <a:prstGeom prst="rect">
            <a:avLst/>
          </a:prstGeom>
          <a:noFill/>
          <a:ln/>
        </p:spPr>
        <p:txBody>
          <a:bodyPr wrap="square" lIns="0" tIns="0" rIns="0" bIns="0" rtlCol="0" anchor="t">
            <a:noAutofit/>
          </a:bodyPr>
          <a:lstStyle/>
          <a:p>
            <a:pPr algn="ctr"/>
            <a:r>
              <a:rPr lang="en-US" sz="1600" b="1" dirty="0">
                <a:solidFill>
                  <a:srgbClr val="FFFFFF"/>
                </a:solidFill>
              </a:rPr>
              <a:t>Design question:</a:t>
            </a:r>
            <a:endParaRPr lang="en-US" sz="1600" dirty="0"/>
          </a:p>
          <a:p>
            <a:pPr algn="ctr"/>
            <a:r>
              <a:rPr lang="en-US" sz="1600" b="1" dirty="0">
                <a:solidFill>
                  <a:srgbClr val="FFFFFF"/>
                </a:solidFill>
              </a:rPr>
              <a:t>What must be noticed first?</a:t>
            </a:r>
            <a:endParaRPr lang="en-US" sz="1600" dirty="0"/>
          </a:p>
        </p:txBody>
      </p:sp>
      <p:sp>
        <p:nvSpPr>
          <p:cNvPr id="10" name="Shape 8">
            <a:extLst>
              <a:ext uri="{FF2B5EF4-FFF2-40B4-BE49-F238E27FC236}">
                <a16:creationId xmlns:a16="http://schemas.microsoft.com/office/drawing/2014/main" id="{AB842483-68F4-A4E6-939F-28F0DAEA3A3E}"/>
              </a:ext>
            </a:extLst>
          </p:cNvPr>
          <p:cNvSpPr/>
          <p:nvPr/>
        </p:nvSpPr>
        <p:spPr>
          <a:xfrm>
            <a:off x="4908912" y="2640330"/>
            <a:ext cx="1988820" cy="3319926"/>
          </a:xfrm>
          <a:prstGeom prst="roundRect">
            <a:avLst>
              <a:gd name="adj" fmla="val 5172"/>
            </a:avLst>
          </a:prstGeom>
          <a:solidFill>
            <a:srgbClr val="829600"/>
          </a:solidFill>
          <a:ln w="12700">
            <a:solidFill>
              <a:srgbClr val="829600"/>
            </a:solidFill>
            <a:prstDash val="solid"/>
          </a:ln>
        </p:spPr>
        <p:txBody>
          <a:bodyPr/>
          <a:lstStyle/>
          <a:p>
            <a:endParaRPr lang="en-CA" sz="1350"/>
          </a:p>
        </p:txBody>
      </p:sp>
      <p:sp>
        <p:nvSpPr>
          <p:cNvPr id="11" name="Text 9">
            <a:extLst>
              <a:ext uri="{FF2B5EF4-FFF2-40B4-BE49-F238E27FC236}">
                <a16:creationId xmlns:a16="http://schemas.microsoft.com/office/drawing/2014/main" id="{8A413629-5BE8-BCCC-9406-5728716AF09E}"/>
              </a:ext>
            </a:extLst>
          </p:cNvPr>
          <p:cNvSpPr/>
          <p:nvPr/>
        </p:nvSpPr>
        <p:spPr>
          <a:xfrm>
            <a:off x="5080362" y="2674620"/>
            <a:ext cx="1645920" cy="205740"/>
          </a:xfrm>
          <a:prstGeom prst="rect">
            <a:avLst/>
          </a:prstGeom>
          <a:noFill/>
          <a:ln/>
        </p:spPr>
        <p:txBody>
          <a:bodyPr wrap="square" lIns="0" tIns="0" rIns="0" bIns="0" rtlCol="0" anchor="t"/>
          <a:lstStyle/>
          <a:p>
            <a:pPr algn="ctr"/>
            <a:r>
              <a:rPr lang="en-US" sz="2000" b="1" dirty="0">
                <a:solidFill>
                  <a:srgbClr val="FFFFFF"/>
                </a:solidFill>
              </a:rPr>
              <a:t>Poster/sign</a:t>
            </a:r>
            <a:endParaRPr lang="en-US" sz="2000" dirty="0"/>
          </a:p>
        </p:txBody>
      </p:sp>
      <p:sp>
        <p:nvSpPr>
          <p:cNvPr id="12" name="Text 10">
            <a:extLst>
              <a:ext uri="{FF2B5EF4-FFF2-40B4-BE49-F238E27FC236}">
                <a16:creationId xmlns:a16="http://schemas.microsoft.com/office/drawing/2014/main" id="{6361B65E-FCE5-EBB2-BAAC-0DDB4001C013}"/>
              </a:ext>
            </a:extLst>
          </p:cNvPr>
          <p:cNvSpPr/>
          <p:nvPr/>
        </p:nvSpPr>
        <p:spPr>
          <a:xfrm>
            <a:off x="5183232" y="3429000"/>
            <a:ext cx="1440180" cy="1062990"/>
          </a:xfrm>
          <a:prstGeom prst="rect">
            <a:avLst/>
          </a:prstGeom>
          <a:noFill/>
          <a:ln/>
        </p:spPr>
        <p:txBody>
          <a:bodyPr wrap="square" lIns="0" tIns="0" rIns="0" bIns="0" rtlCol="0" anchor="t">
            <a:noAutofit/>
          </a:bodyPr>
          <a:lstStyle/>
          <a:p>
            <a:pPr algn="ctr"/>
            <a:r>
              <a:rPr lang="en-US" dirty="0">
                <a:solidFill>
                  <a:srgbClr val="FFFFFF"/>
                </a:solidFill>
              </a:rPr>
              <a:t>distance</a:t>
            </a:r>
            <a:endParaRPr lang="en-US" dirty="0"/>
          </a:p>
          <a:p>
            <a:pPr algn="ctr"/>
            <a:r>
              <a:rPr lang="en-US" dirty="0">
                <a:solidFill>
                  <a:srgbClr val="FFFFFF"/>
                </a:solidFill>
              </a:rPr>
              <a:t>movement</a:t>
            </a:r>
            <a:endParaRPr lang="en-US" dirty="0"/>
          </a:p>
          <a:p>
            <a:pPr algn="ctr"/>
            <a:r>
              <a:rPr lang="en-US" dirty="0">
                <a:solidFill>
                  <a:srgbClr val="FFFFFF"/>
                </a:solidFill>
              </a:rPr>
              <a:t>large type</a:t>
            </a:r>
            <a:endParaRPr lang="en-US" dirty="0"/>
          </a:p>
          <a:p>
            <a:pPr algn="ctr"/>
            <a:r>
              <a:rPr lang="en-US" dirty="0">
                <a:solidFill>
                  <a:srgbClr val="FFFFFF"/>
                </a:solidFill>
              </a:rPr>
              <a:t>few words</a:t>
            </a:r>
            <a:endParaRPr lang="en-US" dirty="0"/>
          </a:p>
        </p:txBody>
      </p:sp>
      <p:sp>
        <p:nvSpPr>
          <p:cNvPr id="13" name="Text 11">
            <a:extLst>
              <a:ext uri="{FF2B5EF4-FFF2-40B4-BE49-F238E27FC236}">
                <a16:creationId xmlns:a16="http://schemas.microsoft.com/office/drawing/2014/main" id="{C329AB6F-D1D1-6555-F913-0398E725F4D1}"/>
              </a:ext>
            </a:extLst>
          </p:cNvPr>
          <p:cNvSpPr/>
          <p:nvPr/>
        </p:nvSpPr>
        <p:spPr>
          <a:xfrm>
            <a:off x="5080362" y="5027732"/>
            <a:ext cx="1577340" cy="308610"/>
          </a:xfrm>
          <a:prstGeom prst="rect">
            <a:avLst/>
          </a:prstGeom>
          <a:noFill/>
          <a:ln/>
        </p:spPr>
        <p:txBody>
          <a:bodyPr wrap="square" lIns="0" tIns="0" rIns="0" bIns="0" rtlCol="0" anchor="t">
            <a:noAutofit/>
          </a:bodyPr>
          <a:lstStyle/>
          <a:p>
            <a:pPr algn="ctr"/>
            <a:r>
              <a:rPr lang="en-US" sz="1600" b="1" dirty="0">
                <a:solidFill>
                  <a:srgbClr val="FFFFFF"/>
                </a:solidFill>
              </a:rPr>
              <a:t>Design question:</a:t>
            </a:r>
            <a:endParaRPr lang="en-US" sz="1600" dirty="0"/>
          </a:p>
          <a:p>
            <a:pPr algn="ctr"/>
            <a:r>
              <a:rPr lang="en-US" sz="1600" b="1" dirty="0">
                <a:solidFill>
                  <a:srgbClr val="FFFFFF"/>
                </a:solidFill>
              </a:rPr>
              <a:t>What must be noticed first?</a:t>
            </a:r>
            <a:endParaRPr lang="en-US" sz="1600" dirty="0"/>
          </a:p>
        </p:txBody>
      </p:sp>
      <p:sp>
        <p:nvSpPr>
          <p:cNvPr id="14" name="Shape 12">
            <a:extLst>
              <a:ext uri="{FF2B5EF4-FFF2-40B4-BE49-F238E27FC236}">
                <a16:creationId xmlns:a16="http://schemas.microsoft.com/office/drawing/2014/main" id="{909D2D8E-F108-A19A-5479-C45FAB6BBCBB}"/>
              </a:ext>
            </a:extLst>
          </p:cNvPr>
          <p:cNvSpPr/>
          <p:nvPr/>
        </p:nvSpPr>
        <p:spPr>
          <a:xfrm>
            <a:off x="7274922" y="2640330"/>
            <a:ext cx="1988820" cy="3319926"/>
          </a:xfrm>
          <a:prstGeom prst="roundRect">
            <a:avLst>
              <a:gd name="adj" fmla="val 5172"/>
            </a:avLst>
          </a:prstGeom>
          <a:solidFill>
            <a:srgbClr val="F8C200"/>
          </a:solidFill>
          <a:ln w="12700">
            <a:solidFill>
              <a:srgbClr val="F8C200"/>
            </a:solidFill>
            <a:prstDash val="solid"/>
          </a:ln>
        </p:spPr>
        <p:txBody>
          <a:bodyPr/>
          <a:lstStyle/>
          <a:p>
            <a:endParaRPr lang="en-CA" sz="1350"/>
          </a:p>
        </p:txBody>
      </p:sp>
      <p:sp>
        <p:nvSpPr>
          <p:cNvPr id="15" name="Text 13">
            <a:extLst>
              <a:ext uri="{FF2B5EF4-FFF2-40B4-BE49-F238E27FC236}">
                <a16:creationId xmlns:a16="http://schemas.microsoft.com/office/drawing/2014/main" id="{6EAE6E85-D8E7-D4C2-8466-B9C22B74D483}"/>
              </a:ext>
            </a:extLst>
          </p:cNvPr>
          <p:cNvSpPr/>
          <p:nvPr/>
        </p:nvSpPr>
        <p:spPr>
          <a:xfrm>
            <a:off x="7446372" y="2674620"/>
            <a:ext cx="1645920" cy="205740"/>
          </a:xfrm>
          <a:prstGeom prst="rect">
            <a:avLst/>
          </a:prstGeom>
          <a:noFill/>
          <a:ln/>
        </p:spPr>
        <p:txBody>
          <a:bodyPr wrap="square" lIns="0" tIns="0" rIns="0" bIns="0" rtlCol="0" anchor="t"/>
          <a:lstStyle/>
          <a:p>
            <a:pPr algn="ctr"/>
            <a:r>
              <a:rPr lang="en-US" sz="2000" b="1" dirty="0">
                <a:solidFill>
                  <a:srgbClr val="1D2733"/>
                </a:solidFill>
              </a:rPr>
              <a:t>Presentation slide</a:t>
            </a:r>
            <a:endParaRPr lang="en-US" sz="2000" dirty="0"/>
          </a:p>
        </p:txBody>
      </p:sp>
      <p:sp>
        <p:nvSpPr>
          <p:cNvPr id="16" name="Text 14">
            <a:extLst>
              <a:ext uri="{FF2B5EF4-FFF2-40B4-BE49-F238E27FC236}">
                <a16:creationId xmlns:a16="http://schemas.microsoft.com/office/drawing/2014/main" id="{88F531FF-3F9C-18E3-2AB5-B7D3DBF21385}"/>
              </a:ext>
            </a:extLst>
          </p:cNvPr>
          <p:cNvSpPr/>
          <p:nvPr/>
        </p:nvSpPr>
        <p:spPr>
          <a:xfrm>
            <a:off x="7549242" y="3429000"/>
            <a:ext cx="1440180" cy="1062990"/>
          </a:xfrm>
          <a:prstGeom prst="rect">
            <a:avLst/>
          </a:prstGeom>
          <a:noFill/>
          <a:ln/>
        </p:spPr>
        <p:txBody>
          <a:bodyPr wrap="square" lIns="0" tIns="0" rIns="0" bIns="0" rtlCol="0" anchor="t">
            <a:noAutofit/>
          </a:bodyPr>
          <a:lstStyle/>
          <a:p>
            <a:pPr algn="ctr"/>
            <a:r>
              <a:rPr lang="en-US" dirty="0">
                <a:solidFill>
                  <a:srgbClr val="1D2733"/>
                </a:solidFill>
              </a:rPr>
              <a:t>shared space</a:t>
            </a:r>
            <a:endParaRPr lang="en-US" dirty="0"/>
          </a:p>
          <a:p>
            <a:pPr algn="ctr"/>
            <a:r>
              <a:rPr lang="en-US" dirty="0">
                <a:solidFill>
                  <a:srgbClr val="1D2733"/>
                </a:solidFill>
              </a:rPr>
              <a:t>speaker support</a:t>
            </a:r>
            <a:endParaRPr lang="en-US" dirty="0"/>
          </a:p>
          <a:p>
            <a:pPr algn="ctr"/>
            <a:r>
              <a:rPr lang="en-US" dirty="0">
                <a:solidFill>
                  <a:srgbClr val="1D2733"/>
                </a:solidFill>
              </a:rPr>
              <a:t>visual anchor</a:t>
            </a:r>
            <a:endParaRPr lang="en-US" dirty="0"/>
          </a:p>
          <a:p>
            <a:pPr algn="ctr"/>
            <a:r>
              <a:rPr lang="en-US" dirty="0">
                <a:solidFill>
                  <a:srgbClr val="1D2733"/>
                </a:solidFill>
              </a:rPr>
              <a:t>not a handout</a:t>
            </a:r>
            <a:endParaRPr lang="en-US" dirty="0"/>
          </a:p>
        </p:txBody>
      </p:sp>
      <p:sp>
        <p:nvSpPr>
          <p:cNvPr id="17" name="Text 15">
            <a:extLst>
              <a:ext uri="{FF2B5EF4-FFF2-40B4-BE49-F238E27FC236}">
                <a16:creationId xmlns:a16="http://schemas.microsoft.com/office/drawing/2014/main" id="{95CD29CC-20AF-1CF6-2DD4-3F793CCB7F63}"/>
              </a:ext>
            </a:extLst>
          </p:cNvPr>
          <p:cNvSpPr/>
          <p:nvPr/>
        </p:nvSpPr>
        <p:spPr>
          <a:xfrm>
            <a:off x="7446372" y="5027732"/>
            <a:ext cx="1577340" cy="308610"/>
          </a:xfrm>
          <a:prstGeom prst="rect">
            <a:avLst/>
          </a:prstGeom>
          <a:noFill/>
          <a:ln/>
        </p:spPr>
        <p:txBody>
          <a:bodyPr wrap="square" lIns="0" tIns="0" rIns="0" bIns="0" rtlCol="0" anchor="t">
            <a:noAutofit/>
          </a:bodyPr>
          <a:lstStyle/>
          <a:p>
            <a:pPr algn="ctr"/>
            <a:r>
              <a:rPr lang="en-US" sz="1600" b="1" dirty="0">
                <a:solidFill>
                  <a:srgbClr val="1D2733"/>
                </a:solidFill>
              </a:rPr>
              <a:t>Design question:</a:t>
            </a:r>
            <a:endParaRPr lang="en-US" sz="1600" dirty="0"/>
          </a:p>
          <a:p>
            <a:pPr algn="ctr"/>
            <a:r>
              <a:rPr lang="en-US" sz="1600" b="1" dirty="0">
                <a:solidFill>
                  <a:srgbClr val="1D2733"/>
                </a:solidFill>
              </a:rPr>
              <a:t>What must be noticed first?</a:t>
            </a:r>
            <a:endParaRPr lang="en-US" sz="1600" dirty="0"/>
          </a:p>
        </p:txBody>
      </p:sp>
      <p:sp>
        <p:nvSpPr>
          <p:cNvPr id="18" name="Text 16">
            <a:extLst>
              <a:ext uri="{FF2B5EF4-FFF2-40B4-BE49-F238E27FC236}">
                <a16:creationId xmlns:a16="http://schemas.microsoft.com/office/drawing/2014/main" id="{AA85924A-BC32-E35D-9837-F65A198D9483}"/>
              </a:ext>
            </a:extLst>
          </p:cNvPr>
          <p:cNvSpPr/>
          <p:nvPr/>
        </p:nvSpPr>
        <p:spPr>
          <a:xfrm>
            <a:off x="2175510" y="6097416"/>
            <a:ext cx="7680960" cy="342900"/>
          </a:xfrm>
          <a:prstGeom prst="rect">
            <a:avLst/>
          </a:prstGeom>
          <a:noFill/>
          <a:ln/>
        </p:spPr>
        <p:txBody>
          <a:bodyPr wrap="square" lIns="0" tIns="0" rIns="0" bIns="0" rtlCol="0" anchor="ctr"/>
          <a:lstStyle/>
          <a:p>
            <a:pPr algn="ctr"/>
            <a:r>
              <a:rPr lang="en-US" sz="1500" b="1" dirty="0">
                <a:solidFill>
                  <a:srgbClr val="007599"/>
                </a:solidFill>
              </a:rPr>
              <a:t>Prompt: How would “Portfolio Show — Friday 6 PM” change across these three media?</a:t>
            </a:r>
            <a:endParaRPr lang="en-US" sz="1500" dirty="0"/>
          </a:p>
        </p:txBody>
      </p:sp>
    </p:spTree>
    <p:extLst>
      <p:ext uri="{BB962C8B-B14F-4D97-AF65-F5344CB8AC3E}">
        <p14:creationId xmlns:p14="http://schemas.microsoft.com/office/powerpoint/2010/main" val="2943482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3" grpId="0" animBg="1"/>
      <p:bldP spid="16" grpId="0" animBg="1"/>
      <p:bldP spid="1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524002" y="857250"/>
            <a:ext cx="9143771" cy="123444"/>
          </a:xfrm>
          <a:prstGeom prst="rect">
            <a:avLst/>
          </a:prstGeom>
          <a:solidFill>
            <a:srgbClr val="007599"/>
          </a:solidFill>
          <a:ln w="12700">
            <a:solidFill>
              <a:srgbClr val="007599"/>
            </a:solidFill>
            <a:prstDash val="solid"/>
          </a:ln>
        </p:spPr>
        <p:txBody>
          <a:bodyPr/>
          <a:lstStyle/>
          <a:p>
            <a:endParaRPr lang="en-CA" sz="1350"/>
          </a:p>
        </p:txBody>
      </p:sp>
      <p:sp>
        <p:nvSpPr>
          <p:cNvPr id="3" name="Text 1"/>
          <p:cNvSpPr/>
          <p:nvPr/>
        </p:nvSpPr>
        <p:spPr>
          <a:xfrm>
            <a:off x="8450580" y="884682"/>
            <a:ext cx="1885950" cy="82296"/>
          </a:xfrm>
          <a:prstGeom prst="rect">
            <a:avLst/>
          </a:prstGeom>
          <a:noFill/>
          <a:ln/>
        </p:spPr>
        <p:txBody>
          <a:bodyPr wrap="square" lIns="0" tIns="0" rIns="0" bIns="0" rtlCol="0" anchor="ctr"/>
          <a:lstStyle/>
          <a:p>
            <a:pPr algn="r"/>
            <a:r>
              <a:rPr lang="en-US" sz="488" dirty="0">
                <a:solidFill>
                  <a:srgbClr val="5B6673"/>
                </a:solidFill>
                <a:latin typeface="Aptos" pitchFamily="34" charset="0"/>
                <a:ea typeface="Aptos" pitchFamily="34" charset="-122"/>
                <a:cs typeface="Aptos" pitchFamily="34" charset="-120"/>
              </a:rPr>
              <a:t>3 • Decoding Context &amp; Medium</a:t>
            </a:r>
            <a:endParaRPr lang="en-US" sz="488" dirty="0"/>
          </a:p>
        </p:txBody>
      </p:sp>
      <p:sp>
        <p:nvSpPr>
          <p:cNvPr id="4" name="Text 2"/>
          <p:cNvSpPr/>
          <p:nvPr/>
        </p:nvSpPr>
        <p:spPr>
          <a:xfrm>
            <a:off x="1901190" y="1145286"/>
            <a:ext cx="7886700" cy="356616"/>
          </a:xfrm>
          <a:prstGeom prst="rect">
            <a:avLst/>
          </a:prstGeom>
          <a:noFill/>
          <a:ln/>
        </p:spPr>
        <p:txBody>
          <a:bodyPr wrap="square" lIns="0" tIns="0" rIns="0" bIns="0" rtlCol="0" anchor="ctr"/>
          <a:lstStyle/>
          <a:p>
            <a:r>
              <a:rPr lang="en-US" sz="3200" b="1" dirty="0">
                <a:solidFill>
                  <a:srgbClr val="1D2733"/>
                </a:solidFill>
                <a:latin typeface="Aptos Display" pitchFamily="34" charset="0"/>
              </a:rPr>
              <a:t>Use a context decoder before finalizing</a:t>
            </a:r>
          </a:p>
        </p:txBody>
      </p:sp>
      <p:sp>
        <p:nvSpPr>
          <p:cNvPr id="5" name="Text 3"/>
          <p:cNvSpPr/>
          <p:nvPr/>
        </p:nvSpPr>
        <p:spPr>
          <a:xfrm>
            <a:off x="1914906" y="1605670"/>
            <a:ext cx="7818120" cy="260604"/>
          </a:xfrm>
          <a:prstGeom prst="rect">
            <a:avLst/>
          </a:prstGeom>
          <a:noFill/>
          <a:ln/>
        </p:spPr>
        <p:txBody>
          <a:bodyPr wrap="square" lIns="0" tIns="0" rIns="0" bIns="0" rtlCol="0" anchor="ctr"/>
          <a:lstStyle/>
          <a:p>
            <a:r>
              <a:rPr lang="en-US" dirty="0">
                <a:solidFill>
                  <a:srgbClr val="5B6673"/>
                </a:solidFill>
              </a:rPr>
              <a:t>This is a quick professional check for whether the design fits real life.</a:t>
            </a:r>
            <a:endParaRPr lang="en-US" dirty="0"/>
          </a:p>
        </p:txBody>
      </p:sp>
      <p:grpSp>
        <p:nvGrpSpPr>
          <p:cNvPr id="22" name="Group 21">
            <a:extLst>
              <a:ext uri="{FF2B5EF4-FFF2-40B4-BE49-F238E27FC236}">
                <a16:creationId xmlns:a16="http://schemas.microsoft.com/office/drawing/2014/main" id="{9F4533E6-9A87-4E24-563A-86D12E86F13F}"/>
              </a:ext>
            </a:extLst>
          </p:cNvPr>
          <p:cNvGrpSpPr/>
          <p:nvPr/>
        </p:nvGrpSpPr>
        <p:grpSpPr>
          <a:xfrm>
            <a:off x="2134362" y="2112101"/>
            <a:ext cx="7626096" cy="493776"/>
            <a:chOff x="582930" y="2422017"/>
            <a:chExt cx="7626096" cy="493776"/>
          </a:xfrm>
        </p:grpSpPr>
        <p:sp>
          <p:nvSpPr>
            <p:cNvPr id="6" name="Shape 4"/>
            <p:cNvSpPr/>
            <p:nvPr/>
          </p:nvSpPr>
          <p:spPr>
            <a:xfrm>
              <a:off x="582930" y="2422017"/>
              <a:ext cx="7475220" cy="493776"/>
            </a:xfrm>
            <a:prstGeom prst="roundRect">
              <a:avLst>
                <a:gd name="adj" fmla="val 11111"/>
              </a:avLst>
            </a:prstGeom>
            <a:solidFill>
              <a:srgbClr val="EAF4F5"/>
            </a:solidFill>
            <a:ln w="12700">
              <a:solidFill>
                <a:srgbClr val="EAF4F5"/>
              </a:solidFill>
              <a:prstDash val="solid"/>
            </a:ln>
          </p:spPr>
          <p:txBody>
            <a:bodyPr/>
            <a:lstStyle/>
            <a:p>
              <a:endParaRPr lang="en-CA" sz="1350"/>
            </a:p>
          </p:txBody>
        </p:sp>
        <p:sp>
          <p:nvSpPr>
            <p:cNvPr id="7" name="Text 5"/>
            <p:cNvSpPr/>
            <p:nvPr/>
          </p:nvSpPr>
          <p:spPr>
            <a:xfrm>
              <a:off x="788669" y="2531744"/>
              <a:ext cx="1719399" cy="205087"/>
            </a:xfrm>
            <a:prstGeom prst="rect">
              <a:avLst/>
            </a:prstGeom>
            <a:noFill/>
            <a:ln/>
          </p:spPr>
          <p:txBody>
            <a:bodyPr wrap="square" lIns="0" tIns="0" rIns="0" bIns="0" rtlCol="0" anchor="t"/>
            <a:lstStyle/>
            <a:p>
              <a:r>
                <a:rPr lang="en-US" sz="2000" b="1" dirty="0">
                  <a:solidFill>
                    <a:srgbClr val="007599"/>
                  </a:solidFill>
                </a:rPr>
                <a:t>Viewer state</a:t>
              </a:r>
              <a:endParaRPr lang="en-US" sz="2000" dirty="0"/>
            </a:p>
          </p:txBody>
        </p:sp>
        <p:sp>
          <p:nvSpPr>
            <p:cNvPr id="8" name="Text 6"/>
            <p:cNvSpPr/>
            <p:nvPr/>
          </p:nvSpPr>
          <p:spPr>
            <a:xfrm>
              <a:off x="2637717" y="2557871"/>
              <a:ext cx="5571309" cy="178798"/>
            </a:xfrm>
            <a:prstGeom prst="rect">
              <a:avLst/>
            </a:prstGeom>
            <a:noFill/>
            <a:ln/>
          </p:spPr>
          <p:txBody>
            <a:bodyPr wrap="square" lIns="0" tIns="0" rIns="0" bIns="0" rtlCol="0" anchor="ctr"/>
            <a:lstStyle/>
            <a:p>
              <a:r>
                <a:rPr lang="en-US" dirty="0">
                  <a:solidFill>
                    <a:srgbClr val="1D2733"/>
                  </a:solidFill>
                </a:rPr>
                <a:t>rushed, relaxed, confused, excited, anxious?</a:t>
              </a:r>
              <a:endParaRPr lang="en-US" dirty="0"/>
            </a:p>
          </p:txBody>
        </p:sp>
      </p:grpSp>
      <p:grpSp>
        <p:nvGrpSpPr>
          <p:cNvPr id="23" name="Group 22">
            <a:extLst>
              <a:ext uri="{FF2B5EF4-FFF2-40B4-BE49-F238E27FC236}">
                <a16:creationId xmlns:a16="http://schemas.microsoft.com/office/drawing/2014/main" id="{20CCD517-6D06-90C6-2B7E-0E881AA21540}"/>
              </a:ext>
            </a:extLst>
          </p:cNvPr>
          <p:cNvGrpSpPr/>
          <p:nvPr/>
        </p:nvGrpSpPr>
        <p:grpSpPr>
          <a:xfrm>
            <a:off x="2134362" y="2729321"/>
            <a:ext cx="7626096" cy="493776"/>
            <a:chOff x="582930" y="3039237"/>
            <a:chExt cx="7626096" cy="493776"/>
          </a:xfrm>
        </p:grpSpPr>
        <p:sp>
          <p:nvSpPr>
            <p:cNvPr id="9" name="Shape 7"/>
            <p:cNvSpPr/>
            <p:nvPr/>
          </p:nvSpPr>
          <p:spPr>
            <a:xfrm>
              <a:off x="582930" y="3039237"/>
              <a:ext cx="7475220" cy="493776"/>
            </a:xfrm>
            <a:prstGeom prst="roundRect">
              <a:avLst>
                <a:gd name="adj" fmla="val 11111"/>
              </a:avLst>
            </a:prstGeom>
            <a:solidFill>
              <a:srgbClr val="FFFFFF"/>
            </a:solidFill>
            <a:ln w="12700">
              <a:solidFill>
                <a:srgbClr val="AFDDDF"/>
              </a:solidFill>
              <a:prstDash val="solid"/>
            </a:ln>
          </p:spPr>
          <p:txBody>
            <a:bodyPr/>
            <a:lstStyle/>
            <a:p>
              <a:endParaRPr lang="en-CA" sz="1350"/>
            </a:p>
          </p:txBody>
        </p:sp>
        <p:sp>
          <p:nvSpPr>
            <p:cNvPr id="10" name="Text 8"/>
            <p:cNvSpPr/>
            <p:nvPr/>
          </p:nvSpPr>
          <p:spPr>
            <a:xfrm>
              <a:off x="788669" y="3148964"/>
              <a:ext cx="1719399" cy="205087"/>
            </a:xfrm>
            <a:prstGeom prst="rect">
              <a:avLst/>
            </a:prstGeom>
            <a:noFill/>
            <a:ln/>
          </p:spPr>
          <p:txBody>
            <a:bodyPr wrap="square" lIns="0" tIns="0" rIns="0" bIns="0" rtlCol="0" anchor="t"/>
            <a:lstStyle/>
            <a:p>
              <a:r>
                <a:rPr lang="en-US" sz="2000" b="1" dirty="0">
                  <a:solidFill>
                    <a:srgbClr val="007599"/>
                  </a:solidFill>
                </a:rPr>
                <a:t>Environment</a:t>
              </a:r>
              <a:endParaRPr lang="en-US" sz="2000" dirty="0"/>
            </a:p>
          </p:txBody>
        </p:sp>
        <p:sp>
          <p:nvSpPr>
            <p:cNvPr id="11" name="Text 9"/>
            <p:cNvSpPr/>
            <p:nvPr/>
          </p:nvSpPr>
          <p:spPr>
            <a:xfrm>
              <a:off x="2637717" y="3175091"/>
              <a:ext cx="5571309" cy="178798"/>
            </a:xfrm>
            <a:prstGeom prst="rect">
              <a:avLst/>
            </a:prstGeom>
            <a:noFill/>
            <a:ln/>
          </p:spPr>
          <p:txBody>
            <a:bodyPr wrap="square" lIns="0" tIns="0" rIns="0" bIns="0" rtlCol="0" anchor="ctr"/>
            <a:lstStyle/>
            <a:p>
              <a:r>
                <a:rPr lang="en-US" dirty="0">
                  <a:solidFill>
                    <a:srgbClr val="1D2733"/>
                  </a:solidFill>
                </a:rPr>
                <a:t>quiet, noisy, bright, dark, online, hallway, outdoors?</a:t>
              </a:r>
              <a:endParaRPr lang="en-US" dirty="0"/>
            </a:p>
          </p:txBody>
        </p:sp>
      </p:grpSp>
      <p:grpSp>
        <p:nvGrpSpPr>
          <p:cNvPr id="24" name="Group 23">
            <a:extLst>
              <a:ext uri="{FF2B5EF4-FFF2-40B4-BE49-F238E27FC236}">
                <a16:creationId xmlns:a16="http://schemas.microsoft.com/office/drawing/2014/main" id="{D148B024-D3E6-BA70-30DA-55CC178AF85C}"/>
              </a:ext>
            </a:extLst>
          </p:cNvPr>
          <p:cNvGrpSpPr/>
          <p:nvPr/>
        </p:nvGrpSpPr>
        <p:grpSpPr>
          <a:xfrm>
            <a:off x="2134362" y="3346541"/>
            <a:ext cx="7626096" cy="493776"/>
            <a:chOff x="582930" y="3656457"/>
            <a:chExt cx="7626096" cy="493776"/>
          </a:xfrm>
        </p:grpSpPr>
        <p:sp>
          <p:nvSpPr>
            <p:cNvPr id="12" name="Shape 10"/>
            <p:cNvSpPr/>
            <p:nvPr/>
          </p:nvSpPr>
          <p:spPr>
            <a:xfrm>
              <a:off x="582930" y="3656457"/>
              <a:ext cx="7475220" cy="493776"/>
            </a:xfrm>
            <a:prstGeom prst="roundRect">
              <a:avLst>
                <a:gd name="adj" fmla="val 11111"/>
              </a:avLst>
            </a:prstGeom>
            <a:solidFill>
              <a:srgbClr val="EAF4F5"/>
            </a:solidFill>
            <a:ln w="12700">
              <a:solidFill>
                <a:srgbClr val="EAF4F5"/>
              </a:solidFill>
              <a:prstDash val="solid"/>
            </a:ln>
          </p:spPr>
          <p:txBody>
            <a:bodyPr/>
            <a:lstStyle/>
            <a:p>
              <a:endParaRPr lang="en-CA" sz="1350"/>
            </a:p>
          </p:txBody>
        </p:sp>
        <p:sp>
          <p:nvSpPr>
            <p:cNvPr id="13" name="Text 11"/>
            <p:cNvSpPr/>
            <p:nvPr/>
          </p:nvSpPr>
          <p:spPr>
            <a:xfrm>
              <a:off x="788669" y="3766184"/>
              <a:ext cx="1719399" cy="205087"/>
            </a:xfrm>
            <a:prstGeom prst="rect">
              <a:avLst/>
            </a:prstGeom>
            <a:noFill/>
            <a:ln/>
          </p:spPr>
          <p:txBody>
            <a:bodyPr wrap="square" lIns="0" tIns="0" rIns="0" bIns="0" rtlCol="0" anchor="t"/>
            <a:lstStyle/>
            <a:p>
              <a:r>
                <a:rPr lang="en-US" sz="2000" b="1" dirty="0">
                  <a:solidFill>
                    <a:srgbClr val="007599"/>
                  </a:solidFill>
                </a:rPr>
                <a:t>Time available</a:t>
              </a:r>
              <a:endParaRPr lang="en-US" sz="2000" dirty="0"/>
            </a:p>
          </p:txBody>
        </p:sp>
        <p:sp>
          <p:nvSpPr>
            <p:cNvPr id="14" name="Text 12"/>
            <p:cNvSpPr/>
            <p:nvPr/>
          </p:nvSpPr>
          <p:spPr>
            <a:xfrm>
              <a:off x="2637717" y="3792311"/>
              <a:ext cx="5571309" cy="178798"/>
            </a:xfrm>
            <a:prstGeom prst="rect">
              <a:avLst/>
            </a:prstGeom>
            <a:noFill/>
            <a:ln/>
          </p:spPr>
          <p:txBody>
            <a:bodyPr wrap="square" lIns="0" tIns="0" rIns="0" bIns="0" rtlCol="0" anchor="ctr"/>
            <a:lstStyle/>
            <a:p>
              <a:r>
                <a:rPr lang="en-US" dirty="0">
                  <a:solidFill>
                    <a:srgbClr val="1D2733"/>
                  </a:solidFill>
                </a:rPr>
                <a:t>2 seconds, 10 seconds, 2 minutes, later review?</a:t>
              </a:r>
              <a:endParaRPr lang="en-US" dirty="0"/>
            </a:p>
          </p:txBody>
        </p:sp>
      </p:grpSp>
      <p:grpSp>
        <p:nvGrpSpPr>
          <p:cNvPr id="25" name="Group 24">
            <a:extLst>
              <a:ext uri="{FF2B5EF4-FFF2-40B4-BE49-F238E27FC236}">
                <a16:creationId xmlns:a16="http://schemas.microsoft.com/office/drawing/2014/main" id="{6508B0FF-4868-6FCE-F8C7-C5ABABAA4C2D}"/>
              </a:ext>
            </a:extLst>
          </p:cNvPr>
          <p:cNvGrpSpPr/>
          <p:nvPr/>
        </p:nvGrpSpPr>
        <p:grpSpPr>
          <a:xfrm>
            <a:off x="2134362" y="3963761"/>
            <a:ext cx="7626096" cy="493776"/>
            <a:chOff x="582930" y="4273677"/>
            <a:chExt cx="7626096" cy="493776"/>
          </a:xfrm>
        </p:grpSpPr>
        <p:sp>
          <p:nvSpPr>
            <p:cNvPr id="15" name="Shape 13"/>
            <p:cNvSpPr/>
            <p:nvPr/>
          </p:nvSpPr>
          <p:spPr>
            <a:xfrm>
              <a:off x="582930" y="4273677"/>
              <a:ext cx="7475220" cy="493776"/>
            </a:xfrm>
            <a:prstGeom prst="roundRect">
              <a:avLst>
                <a:gd name="adj" fmla="val 11111"/>
              </a:avLst>
            </a:prstGeom>
            <a:solidFill>
              <a:srgbClr val="FFFFFF"/>
            </a:solidFill>
            <a:ln w="12700">
              <a:solidFill>
                <a:srgbClr val="AFDDDF"/>
              </a:solidFill>
              <a:prstDash val="solid"/>
            </a:ln>
          </p:spPr>
          <p:txBody>
            <a:bodyPr/>
            <a:lstStyle/>
            <a:p>
              <a:endParaRPr lang="en-CA" sz="1350"/>
            </a:p>
          </p:txBody>
        </p:sp>
        <p:sp>
          <p:nvSpPr>
            <p:cNvPr id="16" name="Text 14"/>
            <p:cNvSpPr/>
            <p:nvPr/>
          </p:nvSpPr>
          <p:spPr>
            <a:xfrm>
              <a:off x="788669" y="4383404"/>
              <a:ext cx="1719399" cy="205087"/>
            </a:xfrm>
            <a:prstGeom prst="rect">
              <a:avLst/>
            </a:prstGeom>
            <a:noFill/>
            <a:ln/>
          </p:spPr>
          <p:txBody>
            <a:bodyPr wrap="square" lIns="0" tIns="0" rIns="0" bIns="0" rtlCol="0" anchor="t"/>
            <a:lstStyle/>
            <a:p>
              <a:r>
                <a:rPr lang="en-US" sz="2000" b="1" dirty="0">
                  <a:solidFill>
                    <a:srgbClr val="007599"/>
                  </a:solidFill>
                </a:rPr>
                <a:t>Action path</a:t>
              </a:r>
              <a:endParaRPr lang="en-US" sz="2000" dirty="0"/>
            </a:p>
          </p:txBody>
        </p:sp>
        <p:sp>
          <p:nvSpPr>
            <p:cNvPr id="17" name="Text 15"/>
            <p:cNvSpPr/>
            <p:nvPr/>
          </p:nvSpPr>
          <p:spPr>
            <a:xfrm>
              <a:off x="2637717" y="4409531"/>
              <a:ext cx="5571309" cy="178798"/>
            </a:xfrm>
            <a:prstGeom prst="rect">
              <a:avLst/>
            </a:prstGeom>
            <a:noFill/>
            <a:ln/>
          </p:spPr>
          <p:txBody>
            <a:bodyPr wrap="square" lIns="0" tIns="0" rIns="0" bIns="0" rtlCol="0" anchor="ctr"/>
            <a:lstStyle/>
            <a:p>
              <a:r>
                <a:rPr lang="en-US" dirty="0">
                  <a:solidFill>
                    <a:srgbClr val="1D2733"/>
                  </a:solidFill>
                </a:rPr>
                <a:t>scan QR, register, ask staff, remember, buy, donate?</a:t>
              </a:r>
              <a:endParaRPr lang="en-US" dirty="0"/>
            </a:p>
          </p:txBody>
        </p:sp>
      </p:grpSp>
      <p:grpSp>
        <p:nvGrpSpPr>
          <p:cNvPr id="26" name="Group 25">
            <a:extLst>
              <a:ext uri="{FF2B5EF4-FFF2-40B4-BE49-F238E27FC236}">
                <a16:creationId xmlns:a16="http://schemas.microsoft.com/office/drawing/2014/main" id="{D7091771-2AEC-6A67-C9BB-06E2F81A1D26}"/>
              </a:ext>
            </a:extLst>
          </p:cNvPr>
          <p:cNvGrpSpPr/>
          <p:nvPr/>
        </p:nvGrpSpPr>
        <p:grpSpPr>
          <a:xfrm>
            <a:off x="2134362" y="4580981"/>
            <a:ext cx="7626096" cy="493776"/>
            <a:chOff x="582930" y="4890897"/>
            <a:chExt cx="7626096" cy="493776"/>
          </a:xfrm>
        </p:grpSpPr>
        <p:sp>
          <p:nvSpPr>
            <p:cNvPr id="18" name="Shape 16"/>
            <p:cNvSpPr/>
            <p:nvPr/>
          </p:nvSpPr>
          <p:spPr>
            <a:xfrm>
              <a:off x="582930" y="4890897"/>
              <a:ext cx="7475220" cy="493776"/>
            </a:xfrm>
            <a:prstGeom prst="roundRect">
              <a:avLst>
                <a:gd name="adj" fmla="val 11111"/>
              </a:avLst>
            </a:prstGeom>
            <a:solidFill>
              <a:srgbClr val="EAF4F5"/>
            </a:solidFill>
            <a:ln w="12700">
              <a:solidFill>
                <a:srgbClr val="EAF4F5"/>
              </a:solidFill>
              <a:prstDash val="solid"/>
            </a:ln>
          </p:spPr>
          <p:txBody>
            <a:bodyPr/>
            <a:lstStyle/>
            <a:p>
              <a:endParaRPr lang="en-CA" sz="1350"/>
            </a:p>
          </p:txBody>
        </p:sp>
        <p:sp>
          <p:nvSpPr>
            <p:cNvPr id="19" name="Text 17"/>
            <p:cNvSpPr/>
            <p:nvPr/>
          </p:nvSpPr>
          <p:spPr>
            <a:xfrm>
              <a:off x="788669" y="5000624"/>
              <a:ext cx="1719399" cy="205087"/>
            </a:xfrm>
            <a:prstGeom prst="rect">
              <a:avLst/>
            </a:prstGeom>
            <a:noFill/>
            <a:ln/>
          </p:spPr>
          <p:txBody>
            <a:bodyPr wrap="square" lIns="0" tIns="0" rIns="0" bIns="0" rtlCol="0" anchor="t"/>
            <a:lstStyle/>
            <a:p>
              <a:r>
                <a:rPr lang="en-US" sz="2000" b="1" dirty="0">
                  <a:solidFill>
                    <a:srgbClr val="007599"/>
                  </a:solidFill>
                </a:rPr>
                <a:t>Constraints</a:t>
              </a:r>
              <a:endParaRPr lang="en-US" sz="2000" dirty="0"/>
            </a:p>
          </p:txBody>
        </p:sp>
        <p:sp>
          <p:nvSpPr>
            <p:cNvPr id="20" name="Text 18"/>
            <p:cNvSpPr/>
            <p:nvPr/>
          </p:nvSpPr>
          <p:spPr>
            <a:xfrm>
              <a:off x="2637717" y="5026751"/>
              <a:ext cx="5571309" cy="178798"/>
            </a:xfrm>
            <a:prstGeom prst="rect">
              <a:avLst/>
            </a:prstGeom>
            <a:noFill/>
            <a:ln/>
          </p:spPr>
          <p:txBody>
            <a:bodyPr wrap="square" lIns="0" tIns="0" rIns="0" bIns="0" rtlCol="0" anchor="ctr"/>
            <a:lstStyle/>
            <a:p>
              <a:r>
                <a:rPr lang="en-US" dirty="0">
                  <a:solidFill>
                    <a:srgbClr val="1D2733"/>
                  </a:solidFill>
                </a:rPr>
                <a:t>size, file format, accessibility, brand, budget, production?</a:t>
              </a:r>
              <a:endParaRPr lang="en-US" dirty="0"/>
            </a:p>
          </p:txBody>
        </p:sp>
      </p:grpSp>
      <p:sp>
        <p:nvSpPr>
          <p:cNvPr id="21" name="Text 19"/>
          <p:cNvSpPr/>
          <p:nvPr/>
        </p:nvSpPr>
        <p:spPr>
          <a:xfrm>
            <a:off x="2106930" y="5595965"/>
            <a:ext cx="7680960" cy="838962"/>
          </a:xfrm>
          <a:prstGeom prst="rect">
            <a:avLst/>
          </a:prstGeom>
          <a:noFill/>
          <a:ln/>
        </p:spPr>
        <p:txBody>
          <a:bodyPr wrap="square" lIns="0" tIns="0" rIns="0" bIns="0" rtlCol="0" anchor="ctr"/>
          <a:lstStyle/>
          <a:p>
            <a:pPr algn="ctr"/>
            <a:r>
              <a:rPr lang="en-US" sz="2400" b="1" dirty="0">
                <a:solidFill>
                  <a:srgbClr val="829600"/>
                </a:solidFill>
              </a:rPr>
              <a:t>Professional habit: </a:t>
            </a:r>
            <a:r>
              <a:rPr lang="en-US" sz="2400" dirty="0">
                <a:solidFill>
                  <a:srgbClr val="829600"/>
                </a:solidFill>
              </a:rPr>
              <a:t>test the design in the medium, not only on your working screen.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524002" y="857250"/>
            <a:ext cx="9143771" cy="123444"/>
          </a:xfrm>
          <a:prstGeom prst="rect">
            <a:avLst/>
          </a:prstGeom>
          <a:solidFill>
            <a:srgbClr val="007599"/>
          </a:solidFill>
          <a:ln w="12700">
            <a:solidFill>
              <a:srgbClr val="007599"/>
            </a:solidFill>
            <a:prstDash val="solid"/>
          </a:ln>
        </p:spPr>
        <p:txBody>
          <a:bodyPr/>
          <a:lstStyle/>
          <a:p>
            <a:endParaRPr lang="en-CA" sz="1350"/>
          </a:p>
        </p:txBody>
      </p:sp>
      <p:sp>
        <p:nvSpPr>
          <p:cNvPr id="3" name="Text 1"/>
          <p:cNvSpPr/>
          <p:nvPr/>
        </p:nvSpPr>
        <p:spPr>
          <a:xfrm>
            <a:off x="8450580" y="884682"/>
            <a:ext cx="1885950" cy="82296"/>
          </a:xfrm>
          <a:prstGeom prst="rect">
            <a:avLst/>
          </a:prstGeom>
          <a:noFill/>
          <a:ln/>
        </p:spPr>
        <p:txBody>
          <a:bodyPr wrap="square" lIns="0" tIns="0" rIns="0" bIns="0" rtlCol="0" anchor="ctr"/>
          <a:lstStyle/>
          <a:p>
            <a:pPr algn="r"/>
            <a:r>
              <a:rPr lang="en-US" sz="488" dirty="0">
                <a:solidFill>
                  <a:srgbClr val="5B6673"/>
                </a:solidFill>
                <a:latin typeface="Aptos" pitchFamily="34" charset="0"/>
                <a:ea typeface="Aptos" pitchFamily="34" charset="-122"/>
                <a:cs typeface="Aptos" pitchFamily="34" charset="-120"/>
              </a:rPr>
              <a:t>Practice synthesis</a:t>
            </a:r>
            <a:endParaRPr lang="en-US" sz="488" dirty="0"/>
          </a:p>
        </p:txBody>
      </p:sp>
      <p:sp>
        <p:nvSpPr>
          <p:cNvPr id="4" name="Text 2"/>
          <p:cNvSpPr/>
          <p:nvPr/>
        </p:nvSpPr>
        <p:spPr>
          <a:xfrm>
            <a:off x="1901190" y="1145286"/>
            <a:ext cx="7886700" cy="356616"/>
          </a:xfrm>
          <a:prstGeom prst="rect">
            <a:avLst/>
          </a:prstGeom>
          <a:noFill/>
          <a:ln/>
        </p:spPr>
        <p:txBody>
          <a:bodyPr wrap="square" lIns="0" tIns="0" rIns="0" bIns="0" rtlCol="0" anchor="ctr"/>
          <a:lstStyle/>
          <a:p>
            <a:r>
              <a:rPr lang="en-US" sz="3200" b="1" dirty="0">
                <a:solidFill>
                  <a:srgbClr val="1D2733"/>
                </a:solidFill>
                <a:latin typeface="Aptos Display" pitchFamily="34" charset="0"/>
              </a:rPr>
              <a:t>Put it together: from brief to design decision</a:t>
            </a:r>
          </a:p>
        </p:txBody>
      </p:sp>
      <p:sp>
        <p:nvSpPr>
          <p:cNvPr id="5" name="Text 3"/>
          <p:cNvSpPr/>
          <p:nvPr/>
        </p:nvSpPr>
        <p:spPr>
          <a:xfrm>
            <a:off x="1914906" y="1529334"/>
            <a:ext cx="7818120" cy="260604"/>
          </a:xfrm>
          <a:prstGeom prst="rect">
            <a:avLst/>
          </a:prstGeom>
          <a:noFill/>
          <a:ln/>
        </p:spPr>
        <p:txBody>
          <a:bodyPr wrap="square" lIns="0" tIns="0" rIns="0" bIns="0" rtlCol="0" anchor="ctr"/>
          <a:lstStyle/>
          <a:p>
            <a:r>
              <a:rPr lang="en-US" dirty="0">
                <a:solidFill>
                  <a:srgbClr val="5B6673"/>
                </a:solidFill>
              </a:rPr>
              <a:t>One scenario, three lenses.</a:t>
            </a:r>
            <a:endParaRPr lang="en-US" dirty="0"/>
          </a:p>
        </p:txBody>
      </p:sp>
      <p:sp>
        <p:nvSpPr>
          <p:cNvPr id="6" name="Shape 4"/>
          <p:cNvSpPr/>
          <p:nvPr/>
        </p:nvSpPr>
        <p:spPr>
          <a:xfrm>
            <a:off x="2101215" y="2066544"/>
            <a:ext cx="7989570" cy="685800"/>
          </a:xfrm>
          <a:prstGeom prst="roundRect">
            <a:avLst>
              <a:gd name="adj" fmla="val 13000"/>
            </a:avLst>
          </a:prstGeom>
          <a:solidFill>
            <a:srgbClr val="007599"/>
          </a:solidFill>
          <a:ln w="12700">
            <a:solidFill>
              <a:srgbClr val="007599"/>
            </a:solidFill>
            <a:prstDash val="solid"/>
          </a:ln>
        </p:spPr>
        <p:txBody>
          <a:bodyPr/>
          <a:lstStyle/>
          <a:p>
            <a:endParaRPr lang="en-CA" sz="1350"/>
          </a:p>
        </p:txBody>
      </p:sp>
      <p:sp>
        <p:nvSpPr>
          <p:cNvPr id="7" name="Text 5"/>
          <p:cNvSpPr/>
          <p:nvPr/>
        </p:nvSpPr>
        <p:spPr>
          <a:xfrm>
            <a:off x="2204085" y="2108019"/>
            <a:ext cx="7543800" cy="205740"/>
          </a:xfrm>
          <a:prstGeom prst="rect">
            <a:avLst/>
          </a:prstGeom>
          <a:noFill/>
          <a:ln/>
        </p:spPr>
        <p:txBody>
          <a:bodyPr wrap="square" lIns="0" tIns="0" rIns="0" bIns="0" rtlCol="0" anchor="t">
            <a:noAutofit/>
          </a:bodyPr>
          <a:lstStyle/>
          <a:p>
            <a:r>
              <a:rPr lang="en-US" sz="2000" b="1" dirty="0">
                <a:solidFill>
                  <a:srgbClr val="FFFFFF"/>
                </a:solidFill>
              </a:rPr>
              <a:t>Brief: Design a digital poster for a free mental health drop-in session for first-year students.</a:t>
            </a:r>
            <a:endParaRPr lang="en-US" sz="2000" dirty="0"/>
          </a:p>
        </p:txBody>
      </p:sp>
      <p:sp>
        <p:nvSpPr>
          <p:cNvPr id="8" name="Shape 6"/>
          <p:cNvSpPr/>
          <p:nvPr/>
        </p:nvSpPr>
        <p:spPr>
          <a:xfrm>
            <a:off x="2175510" y="2948940"/>
            <a:ext cx="2503170" cy="2379726"/>
          </a:xfrm>
          <a:prstGeom prst="roundRect">
            <a:avLst>
              <a:gd name="adj" fmla="val 6222"/>
            </a:avLst>
          </a:prstGeom>
          <a:solidFill>
            <a:srgbClr val="EAF4F5"/>
          </a:solidFill>
          <a:ln w="25400">
            <a:solidFill>
              <a:srgbClr val="AFDDDF"/>
            </a:solidFill>
            <a:prstDash val="solid"/>
          </a:ln>
        </p:spPr>
        <p:txBody>
          <a:bodyPr/>
          <a:lstStyle/>
          <a:p>
            <a:endParaRPr lang="en-CA" sz="1350"/>
          </a:p>
        </p:txBody>
      </p:sp>
      <p:sp>
        <p:nvSpPr>
          <p:cNvPr id="9" name="Text 7"/>
          <p:cNvSpPr/>
          <p:nvPr/>
        </p:nvSpPr>
        <p:spPr>
          <a:xfrm>
            <a:off x="2312670" y="3161538"/>
            <a:ext cx="2331720" cy="267462"/>
          </a:xfrm>
          <a:prstGeom prst="rect">
            <a:avLst/>
          </a:prstGeom>
          <a:noFill/>
          <a:ln/>
        </p:spPr>
        <p:txBody>
          <a:bodyPr wrap="square" lIns="0" tIns="0" rIns="0" bIns="0" rtlCol="0" anchor="ctr">
            <a:noAutofit/>
          </a:bodyPr>
          <a:lstStyle/>
          <a:p>
            <a:pPr algn="ctr"/>
            <a:r>
              <a:rPr lang="en-US" sz="2000" b="1" dirty="0">
                <a:solidFill>
                  <a:srgbClr val="1D2733"/>
                </a:solidFill>
              </a:rPr>
              <a:t>Audience &amp; message</a:t>
            </a:r>
            <a:endParaRPr lang="en-US" sz="2000" dirty="0"/>
          </a:p>
        </p:txBody>
      </p:sp>
      <p:sp>
        <p:nvSpPr>
          <p:cNvPr id="10" name="Text 8"/>
          <p:cNvSpPr/>
          <p:nvPr/>
        </p:nvSpPr>
        <p:spPr>
          <a:xfrm>
            <a:off x="2312670" y="3749040"/>
            <a:ext cx="2125980" cy="582930"/>
          </a:xfrm>
          <a:prstGeom prst="rect">
            <a:avLst/>
          </a:prstGeom>
          <a:noFill/>
          <a:ln/>
        </p:spPr>
        <p:txBody>
          <a:bodyPr wrap="square" lIns="0" tIns="0" rIns="0" bIns="0" rtlCol="0" anchor="t">
            <a:noAutofit/>
          </a:bodyPr>
          <a:lstStyle/>
          <a:p>
            <a:pPr algn="ctr"/>
            <a:r>
              <a:rPr lang="en-US" dirty="0">
                <a:solidFill>
                  <a:srgbClr val="5B6673"/>
                </a:solidFill>
              </a:rPr>
              <a:t>Who needs this, and what should they feel safe doing?</a:t>
            </a:r>
            <a:endParaRPr lang="en-US" dirty="0"/>
          </a:p>
        </p:txBody>
      </p:sp>
      <p:sp>
        <p:nvSpPr>
          <p:cNvPr id="11" name="Shape 9"/>
          <p:cNvSpPr/>
          <p:nvPr/>
        </p:nvSpPr>
        <p:spPr>
          <a:xfrm>
            <a:off x="4987290" y="2948940"/>
            <a:ext cx="2503170" cy="2379726"/>
          </a:xfrm>
          <a:prstGeom prst="roundRect">
            <a:avLst>
              <a:gd name="adj" fmla="val 6222"/>
            </a:avLst>
          </a:prstGeom>
          <a:solidFill>
            <a:srgbClr val="F3F4E8"/>
          </a:solidFill>
          <a:ln w="25400">
            <a:solidFill>
              <a:srgbClr val="829600"/>
            </a:solidFill>
            <a:prstDash val="solid"/>
          </a:ln>
        </p:spPr>
        <p:txBody>
          <a:bodyPr/>
          <a:lstStyle/>
          <a:p>
            <a:endParaRPr lang="en-CA" sz="1350"/>
          </a:p>
        </p:txBody>
      </p:sp>
      <p:sp>
        <p:nvSpPr>
          <p:cNvPr id="12" name="Text 10"/>
          <p:cNvSpPr/>
          <p:nvPr/>
        </p:nvSpPr>
        <p:spPr>
          <a:xfrm>
            <a:off x="5158740" y="3161538"/>
            <a:ext cx="2160270" cy="226314"/>
          </a:xfrm>
          <a:prstGeom prst="rect">
            <a:avLst/>
          </a:prstGeom>
          <a:noFill/>
          <a:ln/>
        </p:spPr>
        <p:txBody>
          <a:bodyPr wrap="square" lIns="0" tIns="0" rIns="0" bIns="0" rtlCol="0" anchor="ctr">
            <a:noAutofit/>
          </a:bodyPr>
          <a:lstStyle/>
          <a:p>
            <a:pPr algn="ctr"/>
            <a:r>
              <a:rPr lang="en-US" sz="2000" b="1" dirty="0">
                <a:solidFill>
                  <a:srgbClr val="1D2733"/>
                </a:solidFill>
              </a:rPr>
              <a:t>Persona</a:t>
            </a:r>
            <a:endParaRPr lang="en-US" sz="2000" dirty="0"/>
          </a:p>
        </p:txBody>
      </p:sp>
      <p:sp>
        <p:nvSpPr>
          <p:cNvPr id="13" name="Text 11"/>
          <p:cNvSpPr/>
          <p:nvPr/>
        </p:nvSpPr>
        <p:spPr>
          <a:xfrm>
            <a:off x="5124450" y="3749040"/>
            <a:ext cx="2125980" cy="582930"/>
          </a:xfrm>
          <a:prstGeom prst="rect">
            <a:avLst/>
          </a:prstGeom>
          <a:noFill/>
          <a:ln/>
        </p:spPr>
        <p:txBody>
          <a:bodyPr wrap="square" lIns="0" tIns="0" rIns="0" bIns="0" rtlCol="0" anchor="t">
            <a:noAutofit/>
          </a:bodyPr>
          <a:lstStyle/>
          <a:p>
            <a:pPr algn="ctr"/>
            <a:r>
              <a:rPr lang="en-US" dirty="0">
                <a:solidFill>
                  <a:srgbClr val="5B6673"/>
                </a:solidFill>
              </a:rPr>
              <a:t>What student barrier or motivation will guide the design?</a:t>
            </a:r>
            <a:endParaRPr lang="en-US" dirty="0"/>
          </a:p>
        </p:txBody>
      </p:sp>
      <p:sp>
        <p:nvSpPr>
          <p:cNvPr id="14" name="Shape 12"/>
          <p:cNvSpPr/>
          <p:nvPr/>
        </p:nvSpPr>
        <p:spPr>
          <a:xfrm>
            <a:off x="7799070" y="2948940"/>
            <a:ext cx="2503170" cy="2379726"/>
          </a:xfrm>
          <a:prstGeom prst="roundRect">
            <a:avLst>
              <a:gd name="adj" fmla="val 6222"/>
            </a:avLst>
          </a:prstGeom>
          <a:solidFill>
            <a:srgbClr val="FFF4D2"/>
          </a:solidFill>
          <a:ln w="25400">
            <a:solidFill>
              <a:srgbClr val="F8C200"/>
            </a:solidFill>
            <a:prstDash val="solid"/>
          </a:ln>
        </p:spPr>
        <p:txBody>
          <a:bodyPr/>
          <a:lstStyle/>
          <a:p>
            <a:endParaRPr lang="en-CA" sz="1350"/>
          </a:p>
        </p:txBody>
      </p:sp>
      <p:sp>
        <p:nvSpPr>
          <p:cNvPr id="15" name="Text 13"/>
          <p:cNvSpPr/>
          <p:nvPr/>
        </p:nvSpPr>
        <p:spPr>
          <a:xfrm>
            <a:off x="7970520" y="3161538"/>
            <a:ext cx="2160270" cy="226314"/>
          </a:xfrm>
          <a:prstGeom prst="rect">
            <a:avLst/>
          </a:prstGeom>
          <a:noFill/>
          <a:ln/>
        </p:spPr>
        <p:txBody>
          <a:bodyPr wrap="square" lIns="0" tIns="0" rIns="0" bIns="0" rtlCol="0" anchor="ctr">
            <a:noAutofit/>
          </a:bodyPr>
          <a:lstStyle/>
          <a:p>
            <a:pPr algn="ctr"/>
            <a:r>
              <a:rPr lang="en-US" sz="2000" b="1" dirty="0">
                <a:solidFill>
                  <a:srgbClr val="1D2733"/>
                </a:solidFill>
              </a:rPr>
              <a:t>Context &amp; medium</a:t>
            </a:r>
            <a:endParaRPr lang="en-US" sz="2000" dirty="0"/>
          </a:p>
        </p:txBody>
      </p:sp>
      <p:sp>
        <p:nvSpPr>
          <p:cNvPr id="16" name="Text 14"/>
          <p:cNvSpPr/>
          <p:nvPr/>
        </p:nvSpPr>
        <p:spPr>
          <a:xfrm>
            <a:off x="7936230" y="3749040"/>
            <a:ext cx="2125980" cy="582930"/>
          </a:xfrm>
          <a:prstGeom prst="rect">
            <a:avLst/>
          </a:prstGeom>
          <a:noFill/>
          <a:ln/>
        </p:spPr>
        <p:txBody>
          <a:bodyPr wrap="square" lIns="0" tIns="0" rIns="0" bIns="0" rtlCol="0" anchor="t">
            <a:noAutofit/>
          </a:bodyPr>
          <a:lstStyle/>
          <a:p>
            <a:pPr algn="ctr"/>
            <a:r>
              <a:rPr lang="en-US" dirty="0">
                <a:solidFill>
                  <a:srgbClr val="5B6673"/>
                </a:solidFill>
              </a:rPr>
              <a:t>Where will they see it (phone, LMS, hallway screen) and what changes?</a:t>
            </a:r>
            <a:endParaRPr lang="en-US" dirty="0"/>
          </a:p>
        </p:txBody>
      </p:sp>
      <p:sp>
        <p:nvSpPr>
          <p:cNvPr id="17" name="Text 15"/>
          <p:cNvSpPr/>
          <p:nvPr/>
        </p:nvSpPr>
        <p:spPr>
          <a:xfrm>
            <a:off x="2312670" y="5558409"/>
            <a:ext cx="7440930" cy="308610"/>
          </a:xfrm>
          <a:prstGeom prst="rect">
            <a:avLst/>
          </a:prstGeom>
          <a:noFill/>
          <a:ln/>
        </p:spPr>
        <p:txBody>
          <a:bodyPr wrap="square" lIns="0" tIns="0" rIns="0" bIns="0" rtlCol="0" anchor="ctr"/>
          <a:lstStyle/>
          <a:p>
            <a:pPr algn="ctr"/>
            <a:r>
              <a:rPr lang="en-US" sz="1650" b="1" dirty="0">
                <a:solidFill>
                  <a:srgbClr val="007599"/>
                </a:solidFill>
              </a:rPr>
              <a:t>Write one design decision and explain which lens led to that choice.</a:t>
            </a:r>
            <a:endParaRPr lang="en-US" sz="16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524002" y="857250"/>
            <a:ext cx="9143771" cy="123444"/>
          </a:xfrm>
          <a:prstGeom prst="rect">
            <a:avLst/>
          </a:prstGeom>
          <a:solidFill>
            <a:srgbClr val="007599"/>
          </a:solidFill>
          <a:ln w="12700">
            <a:solidFill>
              <a:srgbClr val="007599"/>
            </a:solidFill>
            <a:prstDash val="solid"/>
          </a:ln>
        </p:spPr>
        <p:txBody>
          <a:bodyPr/>
          <a:lstStyle/>
          <a:p>
            <a:endParaRPr lang="en-CA" sz="1350"/>
          </a:p>
        </p:txBody>
      </p:sp>
      <p:sp>
        <p:nvSpPr>
          <p:cNvPr id="3" name="Text 1"/>
          <p:cNvSpPr/>
          <p:nvPr/>
        </p:nvSpPr>
        <p:spPr>
          <a:xfrm>
            <a:off x="8450580" y="884682"/>
            <a:ext cx="1885950" cy="82296"/>
          </a:xfrm>
          <a:prstGeom prst="rect">
            <a:avLst/>
          </a:prstGeom>
          <a:noFill/>
          <a:ln/>
        </p:spPr>
        <p:txBody>
          <a:bodyPr wrap="square" lIns="0" tIns="0" rIns="0" bIns="0" rtlCol="0" anchor="ctr"/>
          <a:lstStyle/>
          <a:p>
            <a:pPr algn="r"/>
            <a:r>
              <a:rPr lang="en-US" sz="488" dirty="0">
                <a:solidFill>
                  <a:srgbClr val="5B6673"/>
                </a:solidFill>
                <a:latin typeface="Aptos" pitchFamily="34" charset="0"/>
                <a:ea typeface="Aptos" pitchFamily="34" charset="-122"/>
                <a:cs typeface="Aptos" pitchFamily="34" charset="-120"/>
              </a:rPr>
              <a:t>Wrap-up</a:t>
            </a:r>
            <a:endParaRPr lang="en-US" sz="488" dirty="0"/>
          </a:p>
        </p:txBody>
      </p:sp>
      <p:sp>
        <p:nvSpPr>
          <p:cNvPr id="4" name="Text 2"/>
          <p:cNvSpPr/>
          <p:nvPr/>
        </p:nvSpPr>
        <p:spPr>
          <a:xfrm>
            <a:off x="1901190" y="1145286"/>
            <a:ext cx="7886700" cy="356616"/>
          </a:xfrm>
          <a:prstGeom prst="rect">
            <a:avLst/>
          </a:prstGeom>
          <a:noFill/>
          <a:ln/>
        </p:spPr>
        <p:txBody>
          <a:bodyPr wrap="square" lIns="0" tIns="0" rIns="0" bIns="0" rtlCol="0" anchor="ctr"/>
          <a:lstStyle/>
          <a:p>
            <a:r>
              <a:rPr lang="en-US" sz="3200" b="1" dirty="0">
                <a:solidFill>
                  <a:srgbClr val="1D2733"/>
                </a:solidFill>
                <a:latin typeface="Aptos Display" pitchFamily="34" charset="0"/>
              </a:rPr>
              <a:t>Three questions to keep using</a:t>
            </a:r>
          </a:p>
        </p:txBody>
      </p:sp>
      <p:sp>
        <p:nvSpPr>
          <p:cNvPr id="5" name="Text 3"/>
          <p:cNvSpPr/>
          <p:nvPr/>
        </p:nvSpPr>
        <p:spPr>
          <a:xfrm>
            <a:off x="1914906" y="1529334"/>
            <a:ext cx="7818120" cy="260604"/>
          </a:xfrm>
          <a:prstGeom prst="rect">
            <a:avLst/>
          </a:prstGeom>
          <a:noFill/>
          <a:ln/>
        </p:spPr>
        <p:txBody>
          <a:bodyPr wrap="square" lIns="0" tIns="0" rIns="0" bIns="0" rtlCol="0" anchor="ctr"/>
          <a:lstStyle/>
          <a:p>
            <a:r>
              <a:rPr lang="en-US" dirty="0">
                <a:solidFill>
                  <a:srgbClr val="5B6673"/>
                </a:solidFill>
              </a:rPr>
              <a:t>These questions belong in every design critique.</a:t>
            </a:r>
            <a:endParaRPr lang="en-US" dirty="0"/>
          </a:p>
        </p:txBody>
      </p:sp>
      <p:grpSp>
        <p:nvGrpSpPr>
          <p:cNvPr id="25" name="Group 24">
            <a:extLst>
              <a:ext uri="{FF2B5EF4-FFF2-40B4-BE49-F238E27FC236}">
                <a16:creationId xmlns:a16="http://schemas.microsoft.com/office/drawing/2014/main" id="{3FFEB41F-C52F-3207-E300-4237D8B9EA8E}"/>
              </a:ext>
            </a:extLst>
          </p:cNvPr>
          <p:cNvGrpSpPr/>
          <p:nvPr/>
        </p:nvGrpSpPr>
        <p:grpSpPr>
          <a:xfrm>
            <a:off x="2226945" y="2452226"/>
            <a:ext cx="2228850" cy="1669923"/>
            <a:chOff x="702945" y="1988820"/>
            <a:chExt cx="2228850" cy="1669923"/>
          </a:xfrm>
        </p:grpSpPr>
        <p:grpSp>
          <p:nvGrpSpPr>
            <p:cNvPr id="24" name="Group 23">
              <a:extLst>
                <a:ext uri="{FF2B5EF4-FFF2-40B4-BE49-F238E27FC236}">
                  <a16:creationId xmlns:a16="http://schemas.microsoft.com/office/drawing/2014/main" id="{4A4B182E-1ED9-4FAF-4C4A-39C0FDF22EB4}"/>
                </a:ext>
              </a:extLst>
            </p:cNvPr>
            <p:cNvGrpSpPr/>
            <p:nvPr/>
          </p:nvGrpSpPr>
          <p:grpSpPr>
            <a:xfrm>
              <a:off x="1282446" y="1988820"/>
              <a:ext cx="1131570" cy="1131570"/>
              <a:chOff x="1282446" y="1988820"/>
              <a:chExt cx="1131570" cy="1131570"/>
            </a:xfrm>
          </p:grpSpPr>
          <p:sp>
            <p:nvSpPr>
              <p:cNvPr id="6" name="Shape 4"/>
              <p:cNvSpPr/>
              <p:nvPr/>
            </p:nvSpPr>
            <p:spPr>
              <a:xfrm>
                <a:off x="1282446" y="1988820"/>
                <a:ext cx="1131570" cy="1131570"/>
              </a:xfrm>
              <a:prstGeom prst="ellipse">
                <a:avLst/>
              </a:prstGeom>
              <a:solidFill>
                <a:srgbClr val="007599"/>
              </a:solidFill>
              <a:ln w="12700">
                <a:solidFill>
                  <a:srgbClr val="007599"/>
                </a:solidFill>
                <a:prstDash val="solid"/>
              </a:ln>
            </p:spPr>
            <p:txBody>
              <a:bodyPr/>
              <a:lstStyle/>
              <a:p>
                <a:endParaRPr lang="en-CA" sz="1350"/>
              </a:p>
            </p:txBody>
          </p:sp>
          <p:sp>
            <p:nvSpPr>
              <p:cNvPr id="7" name="Text 5"/>
              <p:cNvSpPr/>
              <p:nvPr/>
            </p:nvSpPr>
            <p:spPr>
              <a:xfrm>
                <a:off x="1282446" y="2249424"/>
                <a:ext cx="1131570" cy="585216"/>
              </a:xfrm>
              <a:prstGeom prst="rect">
                <a:avLst/>
              </a:prstGeom>
              <a:noFill/>
              <a:ln/>
            </p:spPr>
            <p:txBody>
              <a:bodyPr wrap="square" lIns="0" tIns="0" rIns="0" bIns="0" rtlCol="0" anchor="ctr"/>
              <a:lstStyle/>
              <a:p>
                <a:pPr algn="ctr"/>
                <a:r>
                  <a:rPr lang="en-US" sz="7200" b="1" dirty="0">
                    <a:solidFill>
                      <a:srgbClr val="FFFFFF"/>
                    </a:solidFill>
                  </a:rPr>
                  <a:t>1</a:t>
                </a:r>
                <a:endParaRPr lang="en-US" sz="7200" dirty="0"/>
              </a:p>
            </p:txBody>
          </p:sp>
        </p:grpSp>
        <p:sp>
          <p:nvSpPr>
            <p:cNvPr id="8" name="Text 6"/>
            <p:cNvSpPr/>
            <p:nvPr/>
          </p:nvSpPr>
          <p:spPr>
            <a:xfrm>
              <a:off x="702945" y="3164967"/>
              <a:ext cx="2228850" cy="493776"/>
            </a:xfrm>
            <a:prstGeom prst="rect">
              <a:avLst/>
            </a:prstGeom>
            <a:noFill/>
            <a:ln/>
          </p:spPr>
          <p:txBody>
            <a:bodyPr wrap="square" lIns="0" tIns="0" rIns="0" bIns="0" rtlCol="0" anchor="t">
              <a:normAutofit/>
            </a:bodyPr>
            <a:lstStyle/>
            <a:p>
              <a:pPr algn="ctr"/>
              <a:r>
                <a:rPr lang="en-US" sz="2000" b="1" dirty="0">
                  <a:solidFill>
                    <a:srgbClr val="1D2733"/>
                  </a:solidFill>
                </a:rPr>
                <a:t>Who is this for?</a:t>
              </a:r>
              <a:endParaRPr lang="en-US" sz="2000" dirty="0"/>
            </a:p>
          </p:txBody>
        </p:sp>
      </p:grpSp>
      <p:grpSp>
        <p:nvGrpSpPr>
          <p:cNvPr id="30" name="Group 29">
            <a:extLst>
              <a:ext uri="{FF2B5EF4-FFF2-40B4-BE49-F238E27FC236}">
                <a16:creationId xmlns:a16="http://schemas.microsoft.com/office/drawing/2014/main" id="{DB85F949-A9F3-796A-BE2F-E30D93C3102F}"/>
              </a:ext>
            </a:extLst>
          </p:cNvPr>
          <p:cNvGrpSpPr/>
          <p:nvPr/>
        </p:nvGrpSpPr>
        <p:grpSpPr>
          <a:xfrm>
            <a:off x="2621280" y="4525627"/>
            <a:ext cx="1440180" cy="706374"/>
            <a:chOff x="1097280" y="4046220"/>
            <a:chExt cx="1440180" cy="706374"/>
          </a:xfrm>
        </p:grpSpPr>
        <p:sp>
          <p:nvSpPr>
            <p:cNvPr id="9" name="Shape 7"/>
            <p:cNvSpPr/>
            <p:nvPr/>
          </p:nvSpPr>
          <p:spPr>
            <a:xfrm>
              <a:off x="1097280" y="4046220"/>
              <a:ext cx="1440180" cy="706374"/>
            </a:xfrm>
            <a:prstGeom prst="roundRect">
              <a:avLst>
                <a:gd name="adj" fmla="val 23529"/>
              </a:avLst>
            </a:prstGeom>
            <a:solidFill>
              <a:srgbClr val="007599"/>
            </a:solidFill>
            <a:ln w="12700">
              <a:solidFill>
                <a:srgbClr val="007599"/>
              </a:solidFill>
              <a:prstDash val="solid"/>
            </a:ln>
          </p:spPr>
          <p:txBody>
            <a:bodyPr/>
            <a:lstStyle/>
            <a:p>
              <a:endParaRPr lang="en-CA" sz="1350"/>
            </a:p>
          </p:txBody>
        </p:sp>
        <p:sp>
          <p:nvSpPr>
            <p:cNvPr id="10" name="Text 8"/>
            <p:cNvSpPr/>
            <p:nvPr/>
          </p:nvSpPr>
          <p:spPr>
            <a:xfrm>
              <a:off x="1152144" y="4337685"/>
              <a:ext cx="1330452" cy="123444"/>
            </a:xfrm>
            <a:prstGeom prst="rect">
              <a:avLst/>
            </a:prstGeom>
            <a:noFill/>
            <a:ln/>
          </p:spPr>
          <p:txBody>
            <a:bodyPr wrap="square" lIns="0" tIns="0" rIns="0" bIns="0" rtlCol="0" anchor="ctr"/>
            <a:lstStyle/>
            <a:p>
              <a:pPr algn="ctr"/>
              <a:r>
                <a:rPr lang="en-US" sz="2000" b="1" dirty="0">
                  <a:solidFill>
                    <a:srgbClr val="FFFFFF"/>
                  </a:solidFill>
                </a:rPr>
                <a:t>Audience</a:t>
              </a:r>
              <a:endParaRPr lang="en-US" sz="2000" dirty="0"/>
            </a:p>
          </p:txBody>
        </p:sp>
      </p:grpSp>
      <p:grpSp>
        <p:nvGrpSpPr>
          <p:cNvPr id="26" name="Group 25">
            <a:extLst>
              <a:ext uri="{FF2B5EF4-FFF2-40B4-BE49-F238E27FC236}">
                <a16:creationId xmlns:a16="http://schemas.microsoft.com/office/drawing/2014/main" id="{26A793F9-43BD-72A1-0D84-8F8578545BE7}"/>
              </a:ext>
            </a:extLst>
          </p:cNvPr>
          <p:cNvGrpSpPr/>
          <p:nvPr/>
        </p:nvGrpSpPr>
        <p:grpSpPr>
          <a:xfrm>
            <a:off x="5038725" y="2452226"/>
            <a:ext cx="2228850" cy="1669923"/>
            <a:chOff x="3514725" y="1988820"/>
            <a:chExt cx="2228850" cy="1669923"/>
          </a:xfrm>
        </p:grpSpPr>
        <p:grpSp>
          <p:nvGrpSpPr>
            <p:cNvPr id="23" name="Group 22">
              <a:extLst>
                <a:ext uri="{FF2B5EF4-FFF2-40B4-BE49-F238E27FC236}">
                  <a16:creationId xmlns:a16="http://schemas.microsoft.com/office/drawing/2014/main" id="{8EC04592-549E-2E4A-AB0C-715284B64BB4}"/>
                </a:ext>
              </a:extLst>
            </p:cNvPr>
            <p:cNvGrpSpPr/>
            <p:nvPr/>
          </p:nvGrpSpPr>
          <p:grpSpPr>
            <a:xfrm>
              <a:off x="4094226" y="1988820"/>
              <a:ext cx="1131570" cy="1131570"/>
              <a:chOff x="4094226" y="1988820"/>
              <a:chExt cx="1131570" cy="1131570"/>
            </a:xfrm>
          </p:grpSpPr>
          <p:sp>
            <p:nvSpPr>
              <p:cNvPr id="11" name="Shape 9"/>
              <p:cNvSpPr/>
              <p:nvPr/>
            </p:nvSpPr>
            <p:spPr>
              <a:xfrm>
                <a:off x="4094226" y="1988820"/>
                <a:ext cx="1131570" cy="1131570"/>
              </a:xfrm>
              <a:prstGeom prst="ellipse">
                <a:avLst/>
              </a:prstGeom>
              <a:solidFill>
                <a:srgbClr val="829600"/>
              </a:solidFill>
              <a:ln w="12700">
                <a:solidFill>
                  <a:srgbClr val="829600"/>
                </a:solidFill>
                <a:prstDash val="solid"/>
              </a:ln>
            </p:spPr>
            <p:txBody>
              <a:bodyPr/>
              <a:lstStyle/>
              <a:p>
                <a:endParaRPr lang="en-CA" sz="1350"/>
              </a:p>
            </p:txBody>
          </p:sp>
          <p:sp>
            <p:nvSpPr>
              <p:cNvPr id="12" name="Text 10"/>
              <p:cNvSpPr/>
              <p:nvPr/>
            </p:nvSpPr>
            <p:spPr>
              <a:xfrm>
                <a:off x="4094226" y="2249424"/>
                <a:ext cx="1131570" cy="585216"/>
              </a:xfrm>
              <a:prstGeom prst="rect">
                <a:avLst/>
              </a:prstGeom>
              <a:noFill/>
              <a:ln/>
            </p:spPr>
            <p:txBody>
              <a:bodyPr wrap="square" lIns="0" tIns="0" rIns="0" bIns="0" rtlCol="0" anchor="ctr"/>
              <a:lstStyle/>
              <a:p>
                <a:pPr algn="ctr"/>
                <a:r>
                  <a:rPr lang="en-US" sz="7200" b="1" dirty="0">
                    <a:solidFill>
                      <a:srgbClr val="FFFFFF"/>
                    </a:solidFill>
                  </a:rPr>
                  <a:t>2</a:t>
                </a:r>
                <a:endParaRPr lang="en-US" sz="7200" dirty="0"/>
              </a:p>
            </p:txBody>
          </p:sp>
        </p:grpSp>
        <p:sp>
          <p:nvSpPr>
            <p:cNvPr id="13" name="Text 11"/>
            <p:cNvSpPr/>
            <p:nvPr/>
          </p:nvSpPr>
          <p:spPr>
            <a:xfrm>
              <a:off x="3514725" y="3164967"/>
              <a:ext cx="2228850" cy="493776"/>
            </a:xfrm>
            <a:prstGeom prst="rect">
              <a:avLst/>
            </a:prstGeom>
            <a:noFill/>
            <a:ln/>
          </p:spPr>
          <p:txBody>
            <a:bodyPr wrap="square" lIns="0" tIns="0" rIns="0" bIns="0" rtlCol="0" anchor="t">
              <a:noAutofit/>
            </a:bodyPr>
            <a:lstStyle/>
            <a:p>
              <a:pPr algn="ctr"/>
              <a:r>
                <a:rPr lang="en-US" sz="2000" b="1" dirty="0">
                  <a:solidFill>
                    <a:srgbClr val="1D2733"/>
                  </a:solidFill>
                </a:rPr>
                <a:t>What should they understand or do?</a:t>
              </a:r>
              <a:endParaRPr lang="en-US" sz="2000" dirty="0"/>
            </a:p>
          </p:txBody>
        </p:sp>
      </p:grpSp>
      <p:grpSp>
        <p:nvGrpSpPr>
          <p:cNvPr id="29" name="Group 28">
            <a:extLst>
              <a:ext uri="{FF2B5EF4-FFF2-40B4-BE49-F238E27FC236}">
                <a16:creationId xmlns:a16="http://schemas.microsoft.com/office/drawing/2014/main" id="{5AF42BD2-17A8-E237-4AB0-4857FD3E9255}"/>
              </a:ext>
            </a:extLst>
          </p:cNvPr>
          <p:cNvGrpSpPr/>
          <p:nvPr/>
        </p:nvGrpSpPr>
        <p:grpSpPr>
          <a:xfrm>
            <a:off x="5433060" y="4525627"/>
            <a:ext cx="1440180" cy="706374"/>
            <a:chOff x="3909060" y="4046220"/>
            <a:chExt cx="1440180" cy="706374"/>
          </a:xfrm>
        </p:grpSpPr>
        <p:sp>
          <p:nvSpPr>
            <p:cNvPr id="14" name="Shape 12"/>
            <p:cNvSpPr/>
            <p:nvPr/>
          </p:nvSpPr>
          <p:spPr>
            <a:xfrm>
              <a:off x="3909060" y="4046220"/>
              <a:ext cx="1440180" cy="706374"/>
            </a:xfrm>
            <a:prstGeom prst="roundRect">
              <a:avLst>
                <a:gd name="adj" fmla="val 23529"/>
              </a:avLst>
            </a:prstGeom>
            <a:solidFill>
              <a:srgbClr val="829600"/>
            </a:solidFill>
            <a:ln w="12700">
              <a:solidFill>
                <a:srgbClr val="829600"/>
              </a:solidFill>
              <a:prstDash val="solid"/>
            </a:ln>
          </p:spPr>
          <p:txBody>
            <a:bodyPr/>
            <a:lstStyle/>
            <a:p>
              <a:endParaRPr lang="en-CA" sz="1350"/>
            </a:p>
          </p:txBody>
        </p:sp>
        <p:sp>
          <p:nvSpPr>
            <p:cNvPr id="15" name="Text 13"/>
            <p:cNvSpPr/>
            <p:nvPr/>
          </p:nvSpPr>
          <p:spPr>
            <a:xfrm>
              <a:off x="3963924" y="4337685"/>
              <a:ext cx="1330452" cy="123444"/>
            </a:xfrm>
            <a:prstGeom prst="rect">
              <a:avLst/>
            </a:prstGeom>
            <a:noFill/>
            <a:ln/>
          </p:spPr>
          <p:txBody>
            <a:bodyPr wrap="square" lIns="0" tIns="0" rIns="0" bIns="0" rtlCol="0" anchor="ctr"/>
            <a:lstStyle/>
            <a:p>
              <a:pPr algn="ctr"/>
              <a:r>
                <a:rPr lang="en-US" sz="2000" b="1" dirty="0">
                  <a:solidFill>
                    <a:srgbClr val="FFFFFF"/>
                  </a:solidFill>
                </a:rPr>
                <a:t>Message</a:t>
              </a:r>
              <a:endParaRPr lang="en-US" sz="2000" dirty="0"/>
            </a:p>
          </p:txBody>
        </p:sp>
      </p:grpSp>
      <p:grpSp>
        <p:nvGrpSpPr>
          <p:cNvPr id="27" name="Group 26">
            <a:extLst>
              <a:ext uri="{FF2B5EF4-FFF2-40B4-BE49-F238E27FC236}">
                <a16:creationId xmlns:a16="http://schemas.microsoft.com/office/drawing/2014/main" id="{B7C66F0B-349D-0EAF-B436-C5A4F910A695}"/>
              </a:ext>
            </a:extLst>
          </p:cNvPr>
          <p:cNvGrpSpPr/>
          <p:nvPr/>
        </p:nvGrpSpPr>
        <p:grpSpPr>
          <a:xfrm>
            <a:off x="7850505" y="2452226"/>
            <a:ext cx="2228850" cy="1669923"/>
            <a:chOff x="6326505" y="1988820"/>
            <a:chExt cx="2228850" cy="1669923"/>
          </a:xfrm>
        </p:grpSpPr>
        <p:grpSp>
          <p:nvGrpSpPr>
            <p:cNvPr id="22" name="Group 21">
              <a:extLst>
                <a:ext uri="{FF2B5EF4-FFF2-40B4-BE49-F238E27FC236}">
                  <a16:creationId xmlns:a16="http://schemas.microsoft.com/office/drawing/2014/main" id="{F9A5F412-E1E1-5513-BAD2-CA5096D08715}"/>
                </a:ext>
              </a:extLst>
            </p:cNvPr>
            <p:cNvGrpSpPr/>
            <p:nvPr/>
          </p:nvGrpSpPr>
          <p:grpSpPr>
            <a:xfrm>
              <a:off x="6906006" y="1988820"/>
              <a:ext cx="1131570" cy="1131570"/>
              <a:chOff x="6906006" y="1988820"/>
              <a:chExt cx="1131570" cy="1131570"/>
            </a:xfrm>
          </p:grpSpPr>
          <p:sp>
            <p:nvSpPr>
              <p:cNvPr id="16" name="Shape 14"/>
              <p:cNvSpPr/>
              <p:nvPr/>
            </p:nvSpPr>
            <p:spPr>
              <a:xfrm>
                <a:off x="6906006" y="1988820"/>
                <a:ext cx="1131570" cy="1131570"/>
              </a:xfrm>
              <a:prstGeom prst="ellipse">
                <a:avLst/>
              </a:prstGeom>
              <a:solidFill>
                <a:srgbClr val="F8C200"/>
              </a:solidFill>
              <a:ln w="12700">
                <a:solidFill>
                  <a:srgbClr val="F8C200"/>
                </a:solidFill>
                <a:prstDash val="solid"/>
              </a:ln>
            </p:spPr>
            <p:txBody>
              <a:bodyPr/>
              <a:lstStyle/>
              <a:p>
                <a:endParaRPr lang="en-CA" sz="1350"/>
              </a:p>
            </p:txBody>
          </p:sp>
          <p:sp>
            <p:nvSpPr>
              <p:cNvPr id="17" name="Text 15"/>
              <p:cNvSpPr/>
              <p:nvPr/>
            </p:nvSpPr>
            <p:spPr>
              <a:xfrm>
                <a:off x="6906006" y="2249424"/>
                <a:ext cx="1131570" cy="585216"/>
              </a:xfrm>
              <a:prstGeom prst="rect">
                <a:avLst/>
              </a:prstGeom>
              <a:noFill/>
              <a:ln/>
            </p:spPr>
            <p:txBody>
              <a:bodyPr wrap="square" lIns="0" tIns="0" rIns="0" bIns="0" rtlCol="0" anchor="ctr"/>
              <a:lstStyle/>
              <a:p>
                <a:pPr algn="ctr"/>
                <a:r>
                  <a:rPr lang="en-US" sz="7200" b="1" dirty="0">
                    <a:solidFill>
                      <a:srgbClr val="1D2733"/>
                    </a:solidFill>
                  </a:rPr>
                  <a:t>3</a:t>
                </a:r>
                <a:endParaRPr lang="en-US" sz="7200" dirty="0"/>
              </a:p>
            </p:txBody>
          </p:sp>
        </p:grpSp>
        <p:sp>
          <p:nvSpPr>
            <p:cNvPr id="18" name="Text 16"/>
            <p:cNvSpPr/>
            <p:nvPr/>
          </p:nvSpPr>
          <p:spPr>
            <a:xfrm>
              <a:off x="6326505" y="3164967"/>
              <a:ext cx="2228850" cy="493776"/>
            </a:xfrm>
            <a:prstGeom prst="rect">
              <a:avLst/>
            </a:prstGeom>
            <a:noFill/>
            <a:ln/>
          </p:spPr>
          <p:txBody>
            <a:bodyPr wrap="square" lIns="0" tIns="0" rIns="0" bIns="0" rtlCol="0" anchor="t">
              <a:noAutofit/>
            </a:bodyPr>
            <a:lstStyle/>
            <a:p>
              <a:pPr algn="ctr"/>
              <a:r>
                <a:rPr lang="en-US" sz="2000" b="1" dirty="0">
                  <a:solidFill>
                    <a:srgbClr val="1D2733"/>
                  </a:solidFill>
                </a:rPr>
                <a:t>Where and how will they encounter it?</a:t>
              </a:r>
              <a:endParaRPr lang="en-US" sz="2000" dirty="0"/>
            </a:p>
          </p:txBody>
        </p:sp>
      </p:grpSp>
      <p:grpSp>
        <p:nvGrpSpPr>
          <p:cNvPr id="28" name="Group 27">
            <a:extLst>
              <a:ext uri="{FF2B5EF4-FFF2-40B4-BE49-F238E27FC236}">
                <a16:creationId xmlns:a16="http://schemas.microsoft.com/office/drawing/2014/main" id="{668CA1C6-305C-207A-373C-52B76388D917}"/>
              </a:ext>
            </a:extLst>
          </p:cNvPr>
          <p:cNvGrpSpPr/>
          <p:nvPr/>
        </p:nvGrpSpPr>
        <p:grpSpPr>
          <a:xfrm>
            <a:off x="8244840" y="4525627"/>
            <a:ext cx="1440180" cy="706374"/>
            <a:chOff x="6720840" y="4046220"/>
            <a:chExt cx="1440180" cy="706374"/>
          </a:xfrm>
        </p:grpSpPr>
        <p:sp>
          <p:nvSpPr>
            <p:cNvPr id="19" name="Shape 17"/>
            <p:cNvSpPr/>
            <p:nvPr/>
          </p:nvSpPr>
          <p:spPr>
            <a:xfrm>
              <a:off x="6720840" y="4046220"/>
              <a:ext cx="1440180" cy="706374"/>
            </a:xfrm>
            <a:prstGeom prst="roundRect">
              <a:avLst>
                <a:gd name="adj" fmla="val 23529"/>
              </a:avLst>
            </a:prstGeom>
            <a:solidFill>
              <a:srgbClr val="F8C200"/>
            </a:solidFill>
            <a:ln w="12700">
              <a:solidFill>
                <a:srgbClr val="F8C200"/>
              </a:solidFill>
              <a:prstDash val="solid"/>
            </a:ln>
          </p:spPr>
          <p:txBody>
            <a:bodyPr/>
            <a:lstStyle/>
            <a:p>
              <a:endParaRPr lang="en-CA" sz="1350"/>
            </a:p>
          </p:txBody>
        </p:sp>
        <p:sp>
          <p:nvSpPr>
            <p:cNvPr id="20" name="Text 18"/>
            <p:cNvSpPr/>
            <p:nvPr/>
          </p:nvSpPr>
          <p:spPr>
            <a:xfrm>
              <a:off x="6775704" y="4337685"/>
              <a:ext cx="1330452" cy="123444"/>
            </a:xfrm>
            <a:prstGeom prst="rect">
              <a:avLst/>
            </a:prstGeom>
            <a:noFill/>
            <a:ln/>
          </p:spPr>
          <p:txBody>
            <a:bodyPr wrap="square" lIns="0" tIns="0" rIns="0" bIns="0" rtlCol="0" anchor="ctr"/>
            <a:lstStyle/>
            <a:p>
              <a:pPr algn="ctr"/>
              <a:r>
                <a:rPr lang="en-US" sz="2000" b="1" dirty="0">
                  <a:solidFill>
                    <a:srgbClr val="1D2733"/>
                  </a:solidFill>
                </a:rPr>
                <a:t>Context + medium</a:t>
              </a:r>
              <a:endParaRPr lang="en-US" sz="2000" dirty="0"/>
            </a:p>
          </p:txBody>
        </p:sp>
      </p:grpSp>
      <p:sp>
        <p:nvSpPr>
          <p:cNvPr id="21" name="Text 19"/>
          <p:cNvSpPr/>
          <p:nvPr/>
        </p:nvSpPr>
        <p:spPr>
          <a:xfrm>
            <a:off x="2415540" y="5702917"/>
            <a:ext cx="7372350" cy="240030"/>
          </a:xfrm>
          <a:prstGeom prst="rect">
            <a:avLst/>
          </a:prstGeom>
          <a:noFill/>
          <a:ln/>
        </p:spPr>
        <p:txBody>
          <a:bodyPr wrap="square" lIns="0" tIns="0" rIns="0" bIns="0" rtlCol="0" anchor="ctr"/>
          <a:lstStyle/>
          <a:p>
            <a:pPr algn="ctr"/>
            <a:r>
              <a:rPr lang="en-US" sz="2000" b="1" dirty="0">
                <a:solidFill>
                  <a:srgbClr val="007599"/>
                </a:solidFill>
              </a:rPr>
              <a:t>Good designers can explain the reason behind a visual choice.</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AFA"/>
        </a:solidFill>
        <a:effectLst/>
      </p:bgPr>
    </p:bg>
    <p:spTree>
      <p:nvGrpSpPr>
        <p:cNvPr id="1" name="">
          <a:extLst>
            <a:ext uri="{FF2B5EF4-FFF2-40B4-BE49-F238E27FC236}">
              <a16:creationId xmlns:a16="http://schemas.microsoft.com/office/drawing/2014/main" id="{8F1EBEDC-C212-3CAB-0324-0580DCAFEDB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F458816-B221-2FD3-567E-005CFF3036C2}"/>
              </a:ext>
            </a:extLst>
          </p:cNvPr>
          <p:cNvSpPr/>
          <p:nvPr/>
        </p:nvSpPr>
        <p:spPr>
          <a:xfrm>
            <a:off x="1524002" y="857250"/>
            <a:ext cx="9143771" cy="123444"/>
          </a:xfrm>
          <a:prstGeom prst="rect">
            <a:avLst/>
          </a:prstGeom>
          <a:solidFill>
            <a:srgbClr val="007599"/>
          </a:solidFill>
          <a:ln w="12700">
            <a:solidFill>
              <a:srgbClr val="007599"/>
            </a:solidFill>
            <a:prstDash val="solid"/>
          </a:ln>
        </p:spPr>
        <p:txBody>
          <a:bodyPr/>
          <a:lstStyle/>
          <a:p>
            <a:endParaRPr lang="en-CA" sz="1350"/>
          </a:p>
        </p:txBody>
      </p:sp>
      <p:sp>
        <p:nvSpPr>
          <p:cNvPr id="3" name="Text 1">
            <a:extLst>
              <a:ext uri="{FF2B5EF4-FFF2-40B4-BE49-F238E27FC236}">
                <a16:creationId xmlns:a16="http://schemas.microsoft.com/office/drawing/2014/main" id="{B2877E19-6A77-FE52-D4DB-76E49346A629}"/>
              </a:ext>
            </a:extLst>
          </p:cNvPr>
          <p:cNvSpPr/>
          <p:nvPr/>
        </p:nvSpPr>
        <p:spPr>
          <a:xfrm>
            <a:off x="8450580" y="884682"/>
            <a:ext cx="1885950" cy="82296"/>
          </a:xfrm>
          <a:prstGeom prst="rect">
            <a:avLst/>
          </a:prstGeom>
          <a:noFill/>
          <a:ln/>
        </p:spPr>
        <p:txBody>
          <a:bodyPr wrap="square" lIns="0" tIns="0" rIns="0" bIns="0" rtlCol="0" anchor="ctr"/>
          <a:lstStyle/>
          <a:p>
            <a:pPr algn="r"/>
            <a:r>
              <a:rPr lang="en-US" sz="488" dirty="0">
                <a:solidFill>
                  <a:srgbClr val="5B6673"/>
                </a:solidFill>
                <a:latin typeface="Aptos" pitchFamily="34" charset="0"/>
                <a:ea typeface="Aptos" pitchFamily="34" charset="-122"/>
                <a:cs typeface="Aptos" pitchFamily="34" charset="-120"/>
              </a:rPr>
              <a:t>Lecture roadmap</a:t>
            </a:r>
            <a:endParaRPr lang="en-US" sz="488" dirty="0"/>
          </a:p>
        </p:txBody>
      </p:sp>
      <p:sp>
        <p:nvSpPr>
          <p:cNvPr id="4" name="Text 2">
            <a:extLst>
              <a:ext uri="{FF2B5EF4-FFF2-40B4-BE49-F238E27FC236}">
                <a16:creationId xmlns:a16="http://schemas.microsoft.com/office/drawing/2014/main" id="{20DCD5E1-4A90-2891-A032-E7B86E20B327}"/>
              </a:ext>
            </a:extLst>
          </p:cNvPr>
          <p:cNvSpPr/>
          <p:nvPr/>
        </p:nvSpPr>
        <p:spPr>
          <a:xfrm>
            <a:off x="1901190" y="1145286"/>
            <a:ext cx="7886700" cy="356616"/>
          </a:xfrm>
          <a:prstGeom prst="rect">
            <a:avLst/>
          </a:prstGeom>
          <a:noFill/>
          <a:ln/>
        </p:spPr>
        <p:txBody>
          <a:bodyPr wrap="square" lIns="0" tIns="0" rIns="0" bIns="0" rtlCol="0" anchor="ctr"/>
          <a:lstStyle/>
          <a:p>
            <a:r>
              <a:rPr lang="en-US" sz="3200" b="1" dirty="0">
                <a:solidFill>
                  <a:srgbClr val="1D2733"/>
                </a:solidFill>
                <a:latin typeface="Aptos Display" pitchFamily="34" charset="0"/>
                <a:ea typeface="Aptos Display" pitchFamily="34" charset="-122"/>
                <a:cs typeface="Aptos Display" pitchFamily="34" charset="-120"/>
              </a:rPr>
              <a:t>Key Takeaways</a:t>
            </a:r>
            <a:endParaRPr lang="en-US" sz="3200" dirty="0"/>
          </a:p>
        </p:txBody>
      </p:sp>
      <p:sp>
        <p:nvSpPr>
          <p:cNvPr id="6" name="Shape 4">
            <a:extLst>
              <a:ext uri="{FF2B5EF4-FFF2-40B4-BE49-F238E27FC236}">
                <a16:creationId xmlns:a16="http://schemas.microsoft.com/office/drawing/2014/main" id="{F73F8155-EDC7-72B3-1596-FDC0F789131C}"/>
              </a:ext>
            </a:extLst>
          </p:cNvPr>
          <p:cNvSpPr/>
          <p:nvPr/>
        </p:nvSpPr>
        <p:spPr>
          <a:xfrm>
            <a:off x="2038350" y="2057400"/>
            <a:ext cx="2297430" cy="2762795"/>
          </a:xfrm>
          <a:prstGeom prst="roundRect">
            <a:avLst>
              <a:gd name="adj" fmla="val 4179"/>
            </a:avLst>
          </a:prstGeom>
          <a:solidFill>
            <a:srgbClr val="FFFFFF"/>
          </a:solidFill>
          <a:ln w="25400">
            <a:solidFill>
              <a:srgbClr val="007599"/>
            </a:solidFill>
            <a:prstDash val="solid"/>
          </a:ln>
        </p:spPr>
        <p:txBody>
          <a:bodyPr/>
          <a:lstStyle/>
          <a:p>
            <a:endParaRPr lang="en-CA" sz="1350"/>
          </a:p>
        </p:txBody>
      </p:sp>
      <p:sp>
        <p:nvSpPr>
          <p:cNvPr id="8" name="Text 6">
            <a:extLst>
              <a:ext uri="{FF2B5EF4-FFF2-40B4-BE49-F238E27FC236}">
                <a16:creationId xmlns:a16="http://schemas.microsoft.com/office/drawing/2014/main" id="{1F7DD459-3F58-F821-C8D5-52B05B1C93FF}"/>
              </a:ext>
            </a:extLst>
          </p:cNvPr>
          <p:cNvSpPr/>
          <p:nvPr/>
        </p:nvSpPr>
        <p:spPr>
          <a:xfrm>
            <a:off x="2209800" y="2411566"/>
            <a:ext cx="1920240" cy="493776"/>
          </a:xfrm>
          <a:prstGeom prst="rect">
            <a:avLst/>
          </a:prstGeom>
          <a:noFill/>
          <a:ln/>
        </p:spPr>
        <p:txBody>
          <a:bodyPr wrap="square" lIns="0" tIns="0" rIns="0" bIns="0" rtlCol="0" anchor="t">
            <a:noAutofit/>
          </a:bodyPr>
          <a:lstStyle/>
          <a:p>
            <a:r>
              <a:rPr lang="en-US" sz="2000" b="1" dirty="0">
                <a:solidFill>
                  <a:srgbClr val="1D2733"/>
                </a:solidFill>
              </a:rPr>
              <a:t>1. Audience &amp; intended message</a:t>
            </a:r>
            <a:endParaRPr lang="en-US" sz="2000" dirty="0"/>
          </a:p>
        </p:txBody>
      </p:sp>
      <p:sp>
        <p:nvSpPr>
          <p:cNvPr id="9" name="Text 7">
            <a:extLst>
              <a:ext uri="{FF2B5EF4-FFF2-40B4-BE49-F238E27FC236}">
                <a16:creationId xmlns:a16="http://schemas.microsoft.com/office/drawing/2014/main" id="{A0290CC3-5AFF-D9FC-834A-8382CED74D4B}"/>
              </a:ext>
            </a:extLst>
          </p:cNvPr>
          <p:cNvSpPr/>
          <p:nvPr/>
        </p:nvSpPr>
        <p:spPr>
          <a:xfrm>
            <a:off x="2141220" y="3298697"/>
            <a:ext cx="2194560" cy="713232"/>
          </a:xfrm>
          <a:prstGeom prst="rect">
            <a:avLst/>
          </a:prstGeom>
          <a:noFill/>
          <a:ln/>
        </p:spPr>
        <p:txBody>
          <a:bodyPr wrap="square" lIns="0" tIns="0" rIns="0" bIns="0" rtlCol="0" anchor="t">
            <a:noAutofit/>
          </a:bodyPr>
          <a:lstStyle/>
          <a:p>
            <a:pPr algn="ctr"/>
            <a:r>
              <a:rPr lang="en-US" sz="2000" dirty="0">
                <a:solidFill>
                  <a:srgbClr val="1D2733"/>
                </a:solidFill>
              </a:rPr>
              <a:t>Design is intent.</a:t>
            </a:r>
          </a:p>
          <a:p>
            <a:pPr algn="ctr"/>
            <a:endParaRPr lang="en-US" sz="2000" dirty="0">
              <a:solidFill>
                <a:srgbClr val="1D2733"/>
              </a:solidFill>
            </a:endParaRPr>
          </a:p>
          <a:p>
            <a:r>
              <a:rPr lang="en-US" sz="2000" dirty="0">
                <a:solidFill>
                  <a:srgbClr val="000000"/>
                </a:solidFill>
              </a:rPr>
              <a:t>Know the audience</a:t>
            </a:r>
            <a:endParaRPr lang="en-US" sz="2000" dirty="0"/>
          </a:p>
          <a:p>
            <a:r>
              <a:rPr lang="en-US" sz="2000" dirty="0">
                <a:solidFill>
                  <a:srgbClr val="000000"/>
                </a:solidFill>
              </a:rPr>
              <a:t>Define the message</a:t>
            </a:r>
            <a:endParaRPr lang="en-US" sz="2000" dirty="0"/>
          </a:p>
          <a:p>
            <a:pPr algn="ctr"/>
            <a:r>
              <a:rPr lang="en-US" sz="2000" dirty="0">
                <a:solidFill>
                  <a:srgbClr val="1D2733"/>
                </a:solidFill>
              </a:rPr>
              <a:t> </a:t>
            </a:r>
          </a:p>
        </p:txBody>
      </p:sp>
      <p:sp>
        <p:nvSpPr>
          <p:cNvPr id="11" name="Shape 9">
            <a:extLst>
              <a:ext uri="{FF2B5EF4-FFF2-40B4-BE49-F238E27FC236}">
                <a16:creationId xmlns:a16="http://schemas.microsoft.com/office/drawing/2014/main" id="{FEFA114C-97A9-6EE5-D536-5B1B811D74AB}"/>
              </a:ext>
            </a:extLst>
          </p:cNvPr>
          <p:cNvSpPr/>
          <p:nvPr/>
        </p:nvSpPr>
        <p:spPr>
          <a:xfrm>
            <a:off x="4712970" y="2057400"/>
            <a:ext cx="2297430" cy="2762794"/>
          </a:xfrm>
          <a:prstGeom prst="roundRect">
            <a:avLst>
              <a:gd name="adj" fmla="val 4179"/>
            </a:avLst>
          </a:prstGeom>
          <a:solidFill>
            <a:srgbClr val="FFFFFF"/>
          </a:solidFill>
          <a:ln w="25400">
            <a:solidFill>
              <a:srgbClr val="829600"/>
            </a:solidFill>
            <a:prstDash val="solid"/>
          </a:ln>
        </p:spPr>
        <p:txBody>
          <a:bodyPr/>
          <a:lstStyle/>
          <a:p>
            <a:endParaRPr lang="en-CA" sz="1350"/>
          </a:p>
        </p:txBody>
      </p:sp>
      <p:sp>
        <p:nvSpPr>
          <p:cNvPr id="13" name="Text 11">
            <a:extLst>
              <a:ext uri="{FF2B5EF4-FFF2-40B4-BE49-F238E27FC236}">
                <a16:creationId xmlns:a16="http://schemas.microsoft.com/office/drawing/2014/main" id="{67B89F91-0715-EE60-B234-ADE5D9BF5DC2}"/>
              </a:ext>
            </a:extLst>
          </p:cNvPr>
          <p:cNvSpPr/>
          <p:nvPr/>
        </p:nvSpPr>
        <p:spPr>
          <a:xfrm>
            <a:off x="4884420" y="2411566"/>
            <a:ext cx="1920240" cy="493776"/>
          </a:xfrm>
          <a:prstGeom prst="rect">
            <a:avLst/>
          </a:prstGeom>
          <a:noFill/>
          <a:ln/>
        </p:spPr>
        <p:txBody>
          <a:bodyPr wrap="square" lIns="0" tIns="0" rIns="0" bIns="0" rtlCol="0" anchor="t">
            <a:normAutofit fontScale="92500"/>
          </a:bodyPr>
          <a:lstStyle/>
          <a:p>
            <a:r>
              <a:rPr lang="en-US" sz="2000" b="1" dirty="0">
                <a:solidFill>
                  <a:srgbClr val="1D2733"/>
                </a:solidFill>
              </a:rPr>
              <a:t>2. Design personas</a:t>
            </a:r>
          </a:p>
        </p:txBody>
      </p:sp>
      <p:sp>
        <p:nvSpPr>
          <p:cNvPr id="14" name="Text 12">
            <a:extLst>
              <a:ext uri="{FF2B5EF4-FFF2-40B4-BE49-F238E27FC236}">
                <a16:creationId xmlns:a16="http://schemas.microsoft.com/office/drawing/2014/main" id="{D7AD58B9-5BE3-D91A-C47A-23B17C1BEC4F}"/>
              </a:ext>
            </a:extLst>
          </p:cNvPr>
          <p:cNvSpPr/>
          <p:nvPr/>
        </p:nvSpPr>
        <p:spPr>
          <a:xfrm>
            <a:off x="4815840" y="3298697"/>
            <a:ext cx="1885950" cy="713232"/>
          </a:xfrm>
          <a:prstGeom prst="rect">
            <a:avLst/>
          </a:prstGeom>
          <a:noFill/>
          <a:ln/>
        </p:spPr>
        <p:txBody>
          <a:bodyPr wrap="square" lIns="0" tIns="0" rIns="0" bIns="0" rtlCol="0" anchor="t">
            <a:noAutofit/>
          </a:bodyPr>
          <a:lstStyle/>
          <a:p>
            <a:pPr algn="ctr"/>
            <a:r>
              <a:rPr lang="en-US" sz="2000" dirty="0">
                <a:solidFill>
                  <a:srgbClr val="1D2733"/>
                </a:solidFill>
              </a:rPr>
              <a:t>Personas build focus.</a:t>
            </a:r>
          </a:p>
          <a:p>
            <a:pPr algn="ctr"/>
            <a:endParaRPr lang="en-US" sz="2000" dirty="0">
              <a:solidFill>
                <a:srgbClr val="1D2733"/>
              </a:solidFill>
            </a:endParaRPr>
          </a:p>
          <a:p>
            <a:pPr algn="ctr"/>
            <a:r>
              <a:rPr lang="en-US" sz="2000" dirty="0">
                <a:solidFill>
                  <a:srgbClr val="1D2733"/>
                </a:solidFill>
              </a:rPr>
              <a:t>Use them</a:t>
            </a:r>
          </a:p>
        </p:txBody>
      </p:sp>
      <p:sp>
        <p:nvSpPr>
          <p:cNvPr id="16" name="Shape 14">
            <a:extLst>
              <a:ext uri="{FF2B5EF4-FFF2-40B4-BE49-F238E27FC236}">
                <a16:creationId xmlns:a16="http://schemas.microsoft.com/office/drawing/2014/main" id="{47BD65B2-2C06-7263-26D9-2AA581DC47C8}"/>
              </a:ext>
            </a:extLst>
          </p:cNvPr>
          <p:cNvSpPr/>
          <p:nvPr/>
        </p:nvSpPr>
        <p:spPr>
          <a:xfrm>
            <a:off x="7387590" y="2057400"/>
            <a:ext cx="2297430" cy="2762794"/>
          </a:xfrm>
          <a:prstGeom prst="roundRect">
            <a:avLst>
              <a:gd name="adj" fmla="val 4179"/>
            </a:avLst>
          </a:prstGeom>
          <a:solidFill>
            <a:srgbClr val="FFFFFF"/>
          </a:solidFill>
          <a:ln w="25400">
            <a:solidFill>
              <a:srgbClr val="F8C200"/>
            </a:solidFill>
            <a:prstDash val="solid"/>
          </a:ln>
        </p:spPr>
        <p:txBody>
          <a:bodyPr/>
          <a:lstStyle/>
          <a:p>
            <a:endParaRPr lang="en-CA" sz="1350"/>
          </a:p>
        </p:txBody>
      </p:sp>
      <p:sp>
        <p:nvSpPr>
          <p:cNvPr id="18" name="Text 16">
            <a:extLst>
              <a:ext uri="{FF2B5EF4-FFF2-40B4-BE49-F238E27FC236}">
                <a16:creationId xmlns:a16="http://schemas.microsoft.com/office/drawing/2014/main" id="{6749593E-3E08-5C22-965B-45A99F04A726}"/>
              </a:ext>
            </a:extLst>
          </p:cNvPr>
          <p:cNvSpPr/>
          <p:nvPr/>
        </p:nvSpPr>
        <p:spPr>
          <a:xfrm>
            <a:off x="7559040" y="2411566"/>
            <a:ext cx="1920240" cy="493776"/>
          </a:xfrm>
          <a:prstGeom prst="rect">
            <a:avLst/>
          </a:prstGeom>
          <a:noFill/>
          <a:ln/>
        </p:spPr>
        <p:txBody>
          <a:bodyPr wrap="square" lIns="0" tIns="0" rIns="0" bIns="0" rtlCol="0" anchor="t">
            <a:normAutofit fontScale="92500" lnSpcReduction="20000"/>
          </a:bodyPr>
          <a:lstStyle/>
          <a:p>
            <a:r>
              <a:rPr lang="en-US" sz="2000" b="1" dirty="0">
                <a:solidFill>
                  <a:srgbClr val="1D2733"/>
                </a:solidFill>
              </a:rPr>
              <a:t>3. Context &amp; medium</a:t>
            </a:r>
          </a:p>
        </p:txBody>
      </p:sp>
      <p:sp>
        <p:nvSpPr>
          <p:cNvPr id="19" name="Text 17">
            <a:extLst>
              <a:ext uri="{FF2B5EF4-FFF2-40B4-BE49-F238E27FC236}">
                <a16:creationId xmlns:a16="http://schemas.microsoft.com/office/drawing/2014/main" id="{89B82712-3CA5-0394-526A-DFF8EDFF7FF9}"/>
              </a:ext>
            </a:extLst>
          </p:cNvPr>
          <p:cNvSpPr/>
          <p:nvPr/>
        </p:nvSpPr>
        <p:spPr>
          <a:xfrm>
            <a:off x="7507605" y="3298697"/>
            <a:ext cx="1885950" cy="713232"/>
          </a:xfrm>
          <a:prstGeom prst="rect">
            <a:avLst/>
          </a:prstGeom>
          <a:noFill/>
          <a:ln/>
        </p:spPr>
        <p:txBody>
          <a:bodyPr wrap="square" lIns="0" tIns="0" rIns="0" bIns="0" rtlCol="0" anchor="t">
            <a:noAutofit/>
          </a:bodyPr>
          <a:lstStyle/>
          <a:p>
            <a:pPr algn="ctr"/>
            <a:r>
              <a:rPr lang="en-US" sz="2000" dirty="0">
                <a:solidFill>
                  <a:srgbClr val="1D2733"/>
                </a:solidFill>
              </a:rPr>
              <a:t>Context determines form.</a:t>
            </a:r>
          </a:p>
          <a:p>
            <a:pPr algn="ctr"/>
            <a:endParaRPr lang="en-US" sz="2000" dirty="0">
              <a:solidFill>
                <a:srgbClr val="1D2733"/>
              </a:solidFill>
            </a:endParaRPr>
          </a:p>
          <a:p>
            <a:pPr algn="ctr"/>
            <a:r>
              <a:rPr lang="en-US" sz="2000" dirty="0">
                <a:solidFill>
                  <a:srgbClr val="1D2733"/>
                </a:solidFill>
              </a:rPr>
              <a:t>Design for them</a:t>
            </a:r>
          </a:p>
        </p:txBody>
      </p:sp>
      <p:sp>
        <p:nvSpPr>
          <p:cNvPr id="10" name="TextBox 9">
            <a:extLst>
              <a:ext uri="{FF2B5EF4-FFF2-40B4-BE49-F238E27FC236}">
                <a16:creationId xmlns:a16="http://schemas.microsoft.com/office/drawing/2014/main" id="{F9D2CD5B-1953-69BB-C7EF-D9C96CF4AA16}"/>
              </a:ext>
            </a:extLst>
          </p:cNvPr>
          <p:cNvSpPr txBox="1"/>
          <p:nvPr/>
        </p:nvSpPr>
        <p:spPr>
          <a:xfrm>
            <a:off x="1945278" y="5421364"/>
            <a:ext cx="8028759" cy="400110"/>
          </a:xfrm>
          <a:prstGeom prst="rect">
            <a:avLst/>
          </a:prstGeom>
          <a:noFill/>
        </p:spPr>
        <p:txBody>
          <a:bodyPr wrap="square">
            <a:spAutoFit/>
          </a:bodyPr>
          <a:lstStyle/>
          <a:p>
            <a:pPr algn="ctr"/>
            <a:r>
              <a:rPr lang="en-US" sz="2000" b="1" dirty="0">
                <a:solidFill>
                  <a:srgbClr val="007599"/>
                </a:solidFill>
              </a:rPr>
              <a:t>Audience informs persona; persona is tested against context and medium.</a:t>
            </a:r>
            <a:endParaRPr lang="en-CA" sz="2000" b="1" dirty="0">
              <a:solidFill>
                <a:srgbClr val="007599"/>
              </a:solidFill>
            </a:endParaRPr>
          </a:p>
        </p:txBody>
      </p:sp>
    </p:spTree>
    <p:extLst>
      <p:ext uri="{BB962C8B-B14F-4D97-AF65-F5344CB8AC3E}">
        <p14:creationId xmlns:p14="http://schemas.microsoft.com/office/powerpoint/2010/main" val="1916142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2.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524002" y="857250"/>
            <a:ext cx="9143771" cy="123444"/>
          </a:xfrm>
          <a:prstGeom prst="rect">
            <a:avLst/>
          </a:prstGeom>
          <a:solidFill>
            <a:srgbClr val="007599"/>
          </a:solidFill>
          <a:ln w="12700">
            <a:solidFill>
              <a:srgbClr val="007599"/>
            </a:solidFill>
            <a:prstDash val="solid"/>
          </a:ln>
        </p:spPr>
        <p:txBody>
          <a:bodyPr/>
          <a:lstStyle/>
          <a:p>
            <a:endParaRPr lang="en-CA" sz="1350"/>
          </a:p>
        </p:txBody>
      </p:sp>
      <p:sp>
        <p:nvSpPr>
          <p:cNvPr id="3" name="Text 1"/>
          <p:cNvSpPr/>
          <p:nvPr/>
        </p:nvSpPr>
        <p:spPr>
          <a:xfrm>
            <a:off x="8450580" y="884682"/>
            <a:ext cx="1885950" cy="82296"/>
          </a:xfrm>
          <a:prstGeom prst="rect">
            <a:avLst/>
          </a:prstGeom>
          <a:noFill/>
          <a:ln/>
        </p:spPr>
        <p:txBody>
          <a:bodyPr wrap="square" lIns="0" tIns="0" rIns="0" bIns="0" rtlCol="0" anchor="ctr"/>
          <a:lstStyle/>
          <a:p>
            <a:pPr algn="r"/>
            <a:r>
              <a:rPr lang="en-US" sz="488" dirty="0">
                <a:solidFill>
                  <a:srgbClr val="5B6673"/>
                </a:solidFill>
                <a:latin typeface="Aptos" pitchFamily="34" charset="0"/>
                <a:ea typeface="Aptos" pitchFamily="34" charset="-122"/>
                <a:cs typeface="Aptos" pitchFamily="34" charset="-120"/>
              </a:rPr>
              <a:t>Sources checked</a:t>
            </a:r>
            <a:endParaRPr lang="en-US" sz="488" dirty="0"/>
          </a:p>
        </p:txBody>
      </p:sp>
      <p:sp>
        <p:nvSpPr>
          <p:cNvPr id="4" name="Text 2"/>
          <p:cNvSpPr/>
          <p:nvPr/>
        </p:nvSpPr>
        <p:spPr>
          <a:xfrm>
            <a:off x="1901190" y="1145286"/>
            <a:ext cx="7886700" cy="356616"/>
          </a:xfrm>
          <a:prstGeom prst="rect">
            <a:avLst/>
          </a:prstGeom>
          <a:noFill/>
          <a:ln/>
        </p:spPr>
        <p:txBody>
          <a:bodyPr wrap="square" lIns="0" tIns="0" rIns="0" bIns="0" rtlCol="0" anchor="ctr"/>
          <a:lstStyle/>
          <a:p>
            <a:r>
              <a:rPr lang="en-US" sz="3200" b="1" dirty="0">
                <a:solidFill>
                  <a:srgbClr val="1D2733"/>
                </a:solidFill>
                <a:latin typeface="Aptos Display" pitchFamily="34" charset="0"/>
              </a:rPr>
              <a:t>Sources consulted</a:t>
            </a:r>
          </a:p>
        </p:txBody>
      </p:sp>
      <p:sp>
        <p:nvSpPr>
          <p:cNvPr id="5" name="Text 3"/>
          <p:cNvSpPr/>
          <p:nvPr/>
        </p:nvSpPr>
        <p:spPr>
          <a:xfrm>
            <a:off x="1914906" y="1529334"/>
            <a:ext cx="7818120" cy="260604"/>
          </a:xfrm>
          <a:prstGeom prst="rect">
            <a:avLst/>
          </a:prstGeom>
          <a:noFill/>
          <a:ln/>
        </p:spPr>
        <p:txBody>
          <a:bodyPr wrap="square" lIns="0" tIns="0" rIns="0" bIns="0" rtlCol="0" anchor="ctr"/>
          <a:lstStyle/>
          <a:p>
            <a:r>
              <a:rPr lang="en-US" sz="1000" dirty="0">
                <a:solidFill>
                  <a:srgbClr val="5B6673"/>
                </a:solidFill>
              </a:rPr>
              <a:t>All lecture concepts were checked against these sources.</a:t>
            </a:r>
            <a:endParaRPr lang="en-US" sz="1000" dirty="0"/>
          </a:p>
        </p:txBody>
      </p:sp>
      <p:sp>
        <p:nvSpPr>
          <p:cNvPr id="6" name="Text 4"/>
          <p:cNvSpPr/>
          <p:nvPr/>
        </p:nvSpPr>
        <p:spPr>
          <a:xfrm>
            <a:off x="2038350" y="1920240"/>
            <a:ext cx="4011930" cy="3394710"/>
          </a:xfrm>
          <a:prstGeom prst="rect">
            <a:avLst/>
          </a:prstGeom>
          <a:noFill/>
          <a:ln/>
        </p:spPr>
        <p:txBody>
          <a:bodyPr wrap="square" lIns="191" tIns="191" rIns="191" bIns="191" rtlCol="0" anchor="t">
            <a:normAutofit/>
          </a:bodyPr>
          <a:lstStyle/>
          <a:p>
            <a:r>
              <a:rPr lang="en-US" sz="1200" dirty="0">
                <a:solidFill>
                  <a:srgbClr val="1D2733"/>
                </a:solidFill>
              </a:rPr>
              <a:t>Canada.ca Content Style Guide — plain language and audience: https://design.canada.ca/style-guide/</a:t>
            </a:r>
            <a:endParaRPr lang="en-US" sz="1200" dirty="0"/>
          </a:p>
          <a:p>
            <a:endParaRPr lang="en-US" sz="1200" dirty="0"/>
          </a:p>
          <a:p>
            <a:r>
              <a:rPr lang="en-US" sz="1200" dirty="0">
                <a:solidFill>
                  <a:srgbClr val="1D2733"/>
                </a:solidFill>
              </a:rPr>
              <a:t>Canada.ca Designing for Canada.ca — design for people / user needs: https://design.canada.ca/</a:t>
            </a:r>
            <a:endParaRPr lang="en-US" sz="1200" dirty="0"/>
          </a:p>
          <a:p>
            <a:endParaRPr lang="en-US" sz="1200" dirty="0"/>
          </a:p>
          <a:p>
            <a:r>
              <a:rPr lang="en-US" sz="1200" dirty="0">
                <a:solidFill>
                  <a:srgbClr val="1D2733"/>
                </a:solidFill>
              </a:rPr>
              <a:t>Canadian Digital Service — user-centred design: https://digital.canada.ca/user-centred-design/</a:t>
            </a:r>
            <a:endParaRPr lang="en-US" sz="1200" dirty="0"/>
          </a:p>
          <a:p>
            <a:endParaRPr lang="en-US" sz="1200" dirty="0"/>
          </a:p>
          <a:p>
            <a:r>
              <a:rPr lang="en-US" sz="1200" dirty="0">
                <a:solidFill>
                  <a:srgbClr val="1D2733"/>
                </a:solidFill>
              </a:rPr>
              <a:t>Nielsen Norman Group — Personas: Study Guide: https://www.nngroup.com/articles/personas-study-guide/</a:t>
            </a:r>
            <a:endParaRPr lang="en-US" sz="1200" dirty="0"/>
          </a:p>
          <a:p>
            <a:endParaRPr lang="en-US" sz="1200" dirty="0"/>
          </a:p>
          <a:p>
            <a:r>
              <a:rPr lang="en-US" sz="1200" dirty="0">
                <a:solidFill>
                  <a:srgbClr val="1D2733"/>
                </a:solidFill>
              </a:rPr>
              <a:t>Nielsen Norman Group — Optimizing for Context in Omnichannel UX: https://www.nngroup.com/articles/context-specific-cross-channel/</a:t>
            </a:r>
            <a:endParaRPr lang="en-US" sz="1200" dirty="0"/>
          </a:p>
        </p:txBody>
      </p:sp>
      <p:sp>
        <p:nvSpPr>
          <p:cNvPr id="7" name="Text 5"/>
          <p:cNvSpPr/>
          <p:nvPr/>
        </p:nvSpPr>
        <p:spPr>
          <a:xfrm>
            <a:off x="6187440" y="1920240"/>
            <a:ext cx="4011930" cy="3394710"/>
          </a:xfrm>
          <a:prstGeom prst="rect">
            <a:avLst/>
          </a:prstGeom>
          <a:noFill/>
          <a:ln/>
        </p:spPr>
        <p:txBody>
          <a:bodyPr wrap="square" lIns="191" tIns="191" rIns="191" bIns="191" rtlCol="0" anchor="t">
            <a:normAutofit/>
          </a:bodyPr>
          <a:lstStyle/>
          <a:p>
            <a:r>
              <a:rPr lang="en-US" sz="1200" dirty="0">
                <a:solidFill>
                  <a:srgbClr val="1D2733"/>
                </a:solidFill>
              </a:rPr>
              <a:t>Nielsen Norman Group — When to Use Which UX Research Methods: https://www.nngroup.com/articles/which-ux-research-methods/</a:t>
            </a:r>
            <a:endParaRPr lang="en-US" sz="1200" dirty="0"/>
          </a:p>
          <a:p>
            <a:endParaRPr lang="en-US" sz="1200" dirty="0"/>
          </a:p>
          <a:p>
            <a:r>
              <a:rPr lang="en-US" sz="1200" dirty="0">
                <a:solidFill>
                  <a:srgbClr val="1D2733"/>
                </a:solidFill>
              </a:rPr>
              <a:t>W3C WAI — WCAG 2 Overview: https://www.w3.org/WAI/standards-guidelines/wcag/</a:t>
            </a:r>
            <a:endParaRPr lang="en-US" sz="1200" dirty="0"/>
          </a:p>
          <a:p>
            <a:endParaRPr lang="en-US" sz="1200" dirty="0"/>
          </a:p>
          <a:p>
            <a:r>
              <a:rPr lang="en-US" sz="1200" dirty="0">
                <a:solidFill>
                  <a:srgbClr val="1D2733"/>
                </a:solidFill>
              </a:rPr>
              <a:t>Interaction Design Foundation — User-Centred Design: https://www.interaction-design.org/literature/topics/user-centered-design</a:t>
            </a:r>
            <a:endParaRPr lang="en-US" sz="1200" dirty="0"/>
          </a:p>
          <a:p>
            <a:endParaRPr lang="en-US" sz="1200" dirty="0"/>
          </a:p>
          <a:p>
            <a:r>
              <a:rPr lang="en-US" sz="1200" dirty="0">
                <a:solidFill>
                  <a:srgbClr val="1D2733"/>
                </a:solidFill>
              </a:rPr>
              <a:t>Interaction Design Foundation — Personas: A Simple Introduction: https://www.interaction-design.org/literature/article/personas-why-and-how-you-should-use-them</a:t>
            </a:r>
            <a:endParaRPr lang="en-US" sz="1200" dirty="0"/>
          </a:p>
        </p:txBody>
      </p:sp>
      <p:sp>
        <p:nvSpPr>
          <p:cNvPr id="8" name="Text 6"/>
          <p:cNvSpPr/>
          <p:nvPr/>
        </p:nvSpPr>
        <p:spPr>
          <a:xfrm>
            <a:off x="2106930" y="5397246"/>
            <a:ext cx="7818120" cy="441851"/>
          </a:xfrm>
          <a:prstGeom prst="rect">
            <a:avLst/>
          </a:prstGeom>
          <a:noFill/>
          <a:ln/>
        </p:spPr>
        <p:txBody>
          <a:bodyPr wrap="square" lIns="0" tIns="0" rIns="0" bIns="0" rtlCol="0" anchor="ctr"/>
          <a:lstStyle/>
          <a:p>
            <a:pPr algn="ctr"/>
            <a:r>
              <a:rPr lang="en-US" sz="1100" dirty="0">
                <a:solidFill>
                  <a:srgbClr val="5B6673"/>
                </a:solidFill>
              </a:rPr>
              <a:t>Note: Activities and classroom examples were created for this Year-1 Canadian college context. Generated images are original AI visuals created for this deck.</a:t>
            </a:r>
            <a:endParaRPr lang="en-US" sz="1100" dirty="0"/>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1477</TotalTime>
  <Words>4197</Words>
  <Application>Microsoft Office PowerPoint</Application>
  <PresentationFormat>Widescreen</PresentationFormat>
  <Paragraphs>458</Paragraphs>
  <Slides>22</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Aptos</vt:lpstr>
      <vt:lpstr>Aptos Display</vt:lpstr>
      <vt:lpstr>Arial</vt:lpstr>
      <vt:lpstr>Calibri</vt:lpstr>
      <vt:lpstr>Calibri Light</vt:lpstr>
      <vt:lpstr>Lato</vt:lpstr>
      <vt:lpstr>Poppins</vt:lpstr>
      <vt:lpstr>Poppins SemiBold</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NBCC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Audience, Personas, Context &amp; Medium</dc:title>
  <dc:subject>Introductory design theory lecture</dc:subject>
  <dc:creator>OpenAI</dc:creator>
  <cp:lastModifiedBy>Croney, Aynslie (NBCC)</cp:lastModifiedBy>
  <cp:revision>3</cp:revision>
  <dcterms:created xsi:type="dcterms:W3CDTF">2026-09-16T11:38:00Z</dcterms:created>
  <dcterms:modified xsi:type="dcterms:W3CDTF">2026-09-29T08:04:18Z</dcterms:modified>
</cp:coreProperties>
</file>