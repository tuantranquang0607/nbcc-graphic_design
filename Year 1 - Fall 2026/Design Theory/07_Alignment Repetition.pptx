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3" r:id="rId1"/>
  </p:sldMasterIdLst>
  <p:notesMasterIdLst>
    <p:notesMasterId r:id="rId31"/>
  </p:notesMasterIdLst>
  <p:sldIdLst>
    <p:sldId id="266" r:id="rId2"/>
    <p:sldId id="267" r:id="rId3"/>
    <p:sldId id="270" r:id="rId4"/>
    <p:sldId id="582" r:id="rId5"/>
    <p:sldId id="583" r:id="rId6"/>
    <p:sldId id="590" r:id="rId7"/>
    <p:sldId id="591" r:id="rId8"/>
    <p:sldId id="589" r:id="rId9"/>
    <p:sldId id="592" r:id="rId10"/>
    <p:sldId id="584" r:id="rId11"/>
    <p:sldId id="560" r:id="rId12"/>
    <p:sldId id="561" r:id="rId13"/>
    <p:sldId id="542" r:id="rId14"/>
    <p:sldId id="548" r:id="rId15"/>
    <p:sldId id="537" r:id="rId16"/>
    <p:sldId id="586" r:id="rId17"/>
    <p:sldId id="587" r:id="rId18"/>
    <p:sldId id="588" r:id="rId19"/>
    <p:sldId id="285" r:id="rId20"/>
    <p:sldId id="600" r:id="rId21"/>
    <p:sldId id="295" r:id="rId22"/>
    <p:sldId id="271" r:id="rId23"/>
    <p:sldId id="593" r:id="rId24"/>
    <p:sldId id="286" r:id="rId25"/>
    <p:sldId id="562" r:id="rId26"/>
    <p:sldId id="595" r:id="rId27"/>
    <p:sldId id="294" r:id="rId28"/>
    <p:sldId id="596" r:id="rId29"/>
    <p:sldId id="59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57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53F00-168B-49D8-929A-8F8170DF5078}" v="106" dt="2026-10-06T11:28:16.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0850" autoAdjust="0"/>
  </p:normalViewPr>
  <p:slideViewPr>
    <p:cSldViewPr snapToGrid="0" snapToObjects="1">
      <p:cViewPr varScale="1">
        <p:scale>
          <a:sx n="52" d="100"/>
          <a:sy n="52" d="100"/>
        </p:scale>
        <p:origin x="3246" y="78"/>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snapToGrid="0" snapToObjects="1">
      <p:cViewPr varScale="1">
        <p:scale>
          <a:sx n="81" d="100"/>
          <a:sy n="81" d="100"/>
        </p:scale>
        <p:origin x="2160"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ney, Aynslie (NBCC)" userId="5b4b8641-5be5-4a22-b80a-b2335657ba3c" providerId="ADAL" clId="{37570E6E-2003-4D91-B5AC-B452EC7E0FA7}"/>
    <pc:docChg chg="undo custSel addSld delSld modSld sldOrd">
      <pc:chgData name="Croney, Aynslie (NBCC)" userId="5b4b8641-5be5-4a22-b80a-b2335657ba3c" providerId="ADAL" clId="{37570E6E-2003-4D91-B5AC-B452EC7E0FA7}" dt="2026-10-06T11:28:22.734" v="730" actId="478"/>
      <pc:docMkLst>
        <pc:docMk/>
      </pc:docMkLst>
      <pc:sldChg chg="modSp modAnim">
        <pc:chgData name="Croney, Aynslie (NBCC)" userId="5b4b8641-5be5-4a22-b80a-b2335657ba3c" providerId="ADAL" clId="{37570E6E-2003-4D91-B5AC-B452EC7E0FA7}" dt="2026-10-06T09:12:53.532" v="8"/>
        <pc:sldMkLst>
          <pc:docMk/>
          <pc:sldMk cId="0" sldId="267"/>
        </pc:sldMkLst>
        <pc:spChg chg="mod">
          <ac:chgData name="Croney, Aynslie (NBCC)" userId="5b4b8641-5be5-4a22-b80a-b2335657ba3c" providerId="ADAL" clId="{37570E6E-2003-4D91-B5AC-B452EC7E0FA7}" dt="2026-10-06T09:12:48.767" v="7" actId="113"/>
          <ac:spMkLst>
            <pc:docMk/>
            <pc:sldMk cId="0" sldId="267"/>
            <ac:spMk id="3" creationId="{00000000-0000-0000-0000-000000000000}"/>
          </ac:spMkLst>
        </pc:spChg>
      </pc:sldChg>
      <pc:sldChg chg="del">
        <pc:chgData name="Croney, Aynslie (NBCC)" userId="5b4b8641-5be5-4a22-b80a-b2335657ba3c" providerId="ADAL" clId="{37570E6E-2003-4D91-B5AC-B452EC7E0FA7}" dt="2026-10-06T09:11:53.981" v="0" actId="47"/>
        <pc:sldMkLst>
          <pc:docMk/>
          <pc:sldMk cId="0" sldId="268"/>
        </pc:sldMkLst>
      </pc:sldChg>
      <pc:sldChg chg="del">
        <pc:chgData name="Croney, Aynslie (NBCC)" userId="5b4b8641-5be5-4a22-b80a-b2335657ba3c" providerId="ADAL" clId="{37570E6E-2003-4D91-B5AC-B452EC7E0FA7}" dt="2026-10-06T09:11:53.981" v="0" actId="47"/>
        <pc:sldMkLst>
          <pc:docMk/>
          <pc:sldMk cId="0" sldId="269"/>
        </pc:sldMkLst>
      </pc:sldChg>
      <pc:sldChg chg="add">
        <pc:chgData name="Croney, Aynslie (NBCC)" userId="5b4b8641-5be5-4a22-b80a-b2335657ba3c" providerId="ADAL" clId="{37570E6E-2003-4D91-B5AC-B452EC7E0FA7}" dt="2026-10-06T09:12:16.069" v="1"/>
        <pc:sldMkLst>
          <pc:docMk/>
          <pc:sldMk cId="0" sldId="270"/>
        </pc:sldMkLst>
      </pc:sldChg>
      <pc:sldChg chg="add">
        <pc:chgData name="Croney, Aynslie (NBCC)" userId="5b4b8641-5be5-4a22-b80a-b2335657ba3c" providerId="ADAL" clId="{37570E6E-2003-4D91-B5AC-B452EC7E0FA7}" dt="2026-10-06T09:12:16.069" v="1"/>
        <pc:sldMkLst>
          <pc:docMk/>
          <pc:sldMk cId="0" sldId="271"/>
        </pc:sldMkLst>
      </pc:sldChg>
      <pc:sldChg chg="del">
        <pc:chgData name="Croney, Aynslie (NBCC)" userId="5b4b8641-5be5-4a22-b80a-b2335657ba3c" providerId="ADAL" clId="{37570E6E-2003-4D91-B5AC-B452EC7E0FA7}" dt="2026-10-06T09:11:53.981" v="0" actId="47"/>
        <pc:sldMkLst>
          <pc:docMk/>
          <pc:sldMk cId="4162841433" sldId="276"/>
        </pc:sldMkLst>
      </pc:sldChg>
      <pc:sldChg chg="del">
        <pc:chgData name="Croney, Aynslie (NBCC)" userId="5b4b8641-5be5-4a22-b80a-b2335657ba3c" providerId="ADAL" clId="{37570E6E-2003-4D91-B5AC-B452EC7E0FA7}" dt="2026-10-06T09:11:53.981" v="0" actId="47"/>
        <pc:sldMkLst>
          <pc:docMk/>
          <pc:sldMk cId="626546352" sldId="277"/>
        </pc:sldMkLst>
      </pc:sldChg>
      <pc:sldChg chg="del">
        <pc:chgData name="Croney, Aynslie (NBCC)" userId="5b4b8641-5be5-4a22-b80a-b2335657ba3c" providerId="ADAL" clId="{37570E6E-2003-4D91-B5AC-B452EC7E0FA7}" dt="2026-10-06T09:11:53.981" v="0" actId="47"/>
        <pc:sldMkLst>
          <pc:docMk/>
          <pc:sldMk cId="1804797644" sldId="278"/>
        </pc:sldMkLst>
      </pc:sldChg>
      <pc:sldChg chg="del">
        <pc:chgData name="Croney, Aynslie (NBCC)" userId="5b4b8641-5be5-4a22-b80a-b2335657ba3c" providerId="ADAL" clId="{37570E6E-2003-4D91-B5AC-B452EC7E0FA7}" dt="2026-10-06T09:11:53.981" v="0" actId="47"/>
        <pc:sldMkLst>
          <pc:docMk/>
          <pc:sldMk cId="1634563025" sldId="279"/>
        </pc:sldMkLst>
      </pc:sldChg>
      <pc:sldChg chg="del">
        <pc:chgData name="Croney, Aynslie (NBCC)" userId="5b4b8641-5be5-4a22-b80a-b2335657ba3c" providerId="ADAL" clId="{37570E6E-2003-4D91-B5AC-B452EC7E0FA7}" dt="2026-10-06T09:11:53.981" v="0" actId="47"/>
        <pc:sldMkLst>
          <pc:docMk/>
          <pc:sldMk cId="1214751077" sldId="280"/>
        </pc:sldMkLst>
      </pc:sldChg>
      <pc:sldChg chg="del">
        <pc:chgData name="Croney, Aynslie (NBCC)" userId="5b4b8641-5be5-4a22-b80a-b2335657ba3c" providerId="ADAL" clId="{37570E6E-2003-4D91-B5AC-B452EC7E0FA7}" dt="2026-10-06T09:11:53.981" v="0" actId="47"/>
        <pc:sldMkLst>
          <pc:docMk/>
          <pc:sldMk cId="2413717401" sldId="281"/>
        </pc:sldMkLst>
      </pc:sldChg>
      <pc:sldChg chg="del">
        <pc:chgData name="Croney, Aynslie (NBCC)" userId="5b4b8641-5be5-4a22-b80a-b2335657ba3c" providerId="ADAL" clId="{37570E6E-2003-4D91-B5AC-B452EC7E0FA7}" dt="2026-10-06T09:11:53.981" v="0" actId="47"/>
        <pc:sldMkLst>
          <pc:docMk/>
          <pc:sldMk cId="472353827" sldId="282"/>
        </pc:sldMkLst>
      </pc:sldChg>
      <pc:sldChg chg="del">
        <pc:chgData name="Croney, Aynslie (NBCC)" userId="5b4b8641-5be5-4a22-b80a-b2335657ba3c" providerId="ADAL" clId="{37570E6E-2003-4D91-B5AC-B452EC7E0FA7}" dt="2026-10-06T09:11:53.981" v="0" actId="47"/>
        <pc:sldMkLst>
          <pc:docMk/>
          <pc:sldMk cId="2380635176" sldId="284"/>
        </pc:sldMkLst>
      </pc:sldChg>
      <pc:sldChg chg="addSp delSp modSp add mod ord delAnim modNotesTx">
        <pc:chgData name="Croney, Aynslie (NBCC)" userId="5b4b8641-5be5-4a22-b80a-b2335657ba3c" providerId="ADAL" clId="{37570E6E-2003-4D91-B5AC-B452EC7E0FA7}" dt="2026-10-06T11:17:01.247" v="664" actId="554"/>
        <pc:sldMkLst>
          <pc:docMk/>
          <pc:sldMk cId="176777398" sldId="285"/>
        </pc:sldMkLst>
        <pc:spChg chg="mod">
          <ac:chgData name="Croney, Aynslie (NBCC)" userId="5b4b8641-5be5-4a22-b80a-b2335657ba3c" providerId="ADAL" clId="{37570E6E-2003-4D91-B5AC-B452EC7E0FA7}" dt="2026-10-06T11:09:06.795" v="585"/>
          <ac:spMkLst>
            <pc:docMk/>
            <pc:sldMk cId="176777398" sldId="285"/>
            <ac:spMk id="2" creationId="{C6F83501-F865-D250-D6B3-9C1BDA5EF97B}"/>
          </ac:spMkLst>
        </pc:spChg>
        <pc:spChg chg="del mod">
          <ac:chgData name="Croney, Aynslie (NBCC)" userId="5b4b8641-5be5-4a22-b80a-b2335657ba3c" providerId="ADAL" clId="{37570E6E-2003-4D91-B5AC-B452EC7E0FA7}" dt="2026-10-06T11:09:21.035" v="588" actId="478"/>
          <ac:spMkLst>
            <pc:docMk/>
            <pc:sldMk cId="176777398" sldId="285"/>
            <ac:spMk id="6" creationId="{0AF6E275-46D9-2399-7E3D-11139A829156}"/>
          </ac:spMkLst>
        </pc:spChg>
        <pc:picChg chg="mod">
          <ac:chgData name="Croney, Aynslie (NBCC)" userId="5b4b8641-5be5-4a22-b80a-b2335657ba3c" providerId="ADAL" clId="{37570E6E-2003-4D91-B5AC-B452EC7E0FA7}" dt="2026-10-06T11:15:41.032" v="650" actId="1076"/>
          <ac:picMkLst>
            <pc:docMk/>
            <pc:sldMk cId="176777398" sldId="285"/>
            <ac:picMk id="5" creationId="{8C69EF1D-0F3C-D51E-D6C4-09316C96CA03}"/>
          </ac:picMkLst>
        </pc:picChg>
        <pc:picChg chg="add mod modCrop">
          <ac:chgData name="Croney, Aynslie (NBCC)" userId="5b4b8641-5be5-4a22-b80a-b2335657ba3c" providerId="ADAL" clId="{37570E6E-2003-4D91-B5AC-B452EC7E0FA7}" dt="2026-10-06T11:17:01.247" v="664" actId="554"/>
          <ac:picMkLst>
            <pc:docMk/>
            <pc:sldMk cId="176777398" sldId="285"/>
            <ac:picMk id="7" creationId="{448823E5-37F2-C535-D299-1D2CEE026596}"/>
          </ac:picMkLst>
        </pc:picChg>
        <pc:picChg chg="add mod modCrop">
          <ac:chgData name="Croney, Aynslie (NBCC)" userId="5b4b8641-5be5-4a22-b80a-b2335657ba3c" providerId="ADAL" clId="{37570E6E-2003-4D91-B5AC-B452EC7E0FA7}" dt="2026-10-06T11:17:01.247" v="664" actId="554"/>
          <ac:picMkLst>
            <pc:docMk/>
            <pc:sldMk cId="176777398" sldId="285"/>
            <ac:picMk id="9" creationId="{7AE02ED7-7EFA-6C86-A8A8-C52188F38FDD}"/>
          </ac:picMkLst>
        </pc:picChg>
      </pc:sldChg>
      <pc:sldChg chg="add ord">
        <pc:chgData name="Croney, Aynslie (NBCC)" userId="5b4b8641-5be5-4a22-b80a-b2335657ba3c" providerId="ADAL" clId="{37570E6E-2003-4D91-B5AC-B452EC7E0FA7}" dt="2026-10-06T10:23:39.804" v="440"/>
        <pc:sldMkLst>
          <pc:docMk/>
          <pc:sldMk cId="3121765149" sldId="286"/>
        </pc:sldMkLst>
      </pc:sldChg>
      <pc:sldChg chg="addSp delSp modSp add del modAnim">
        <pc:chgData name="Croney, Aynslie (NBCC)" userId="5b4b8641-5be5-4a22-b80a-b2335657ba3c" providerId="ADAL" clId="{37570E6E-2003-4D91-B5AC-B452EC7E0FA7}" dt="2026-10-06T11:09:12.450" v="586" actId="47"/>
        <pc:sldMkLst>
          <pc:docMk/>
          <pc:sldMk cId="2146141785" sldId="290"/>
        </pc:sldMkLst>
        <pc:spChg chg="del">
          <ac:chgData name="Croney, Aynslie (NBCC)" userId="5b4b8641-5be5-4a22-b80a-b2335657ba3c" providerId="ADAL" clId="{37570E6E-2003-4D91-B5AC-B452EC7E0FA7}" dt="2026-10-06T11:07:53.595" v="576"/>
          <ac:spMkLst>
            <pc:docMk/>
            <pc:sldMk cId="2146141785" sldId="290"/>
            <ac:spMk id="3" creationId="{9FB29748-7C91-394E-B382-CE15E256A80C}"/>
          </ac:spMkLst>
        </pc:spChg>
        <pc:picChg chg="del">
          <ac:chgData name="Croney, Aynslie (NBCC)" userId="5b4b8641-5be5-4a22-b80a-b2335657ba3c" providerId="ADAL" clId="{37570E6E-2003-4D91-B5AC-B452EC7E0FA7}" dt="2026-10-06T11:07:47.757" v="575" actId="478"/>
          <ac:picMkLst>
            <pc:docMk/>
            <pc:sldMk cId="2146141785" sldId="290"/>
            <ac:picMk id="4" creationId="{706DDD03-5CE7-3353-32BA-A9BB8466F685}"/>
          </ac:picMkLst>
        </pc:picChg>
        <pc:picChg chg="del">
          <ac:chgData name="Croney, Aynslie (NBCC)" userId="5b4b8641-5be5-4a22-b80a-b2335657ba3c" providerId="ADAL" clId="{37570E6E-2003-4D91-B5AC-B452EC7E0FA7}" dt="2026-10-06T11:07:45.743" v="574" actId="478"/>
          <ac:picMkLst>
            <pc:docMk/>
            <pc:sldMk cId="2146141785" sldId="290"/>
            <ac:picMk id="5" creationId="{C1C15A2B-92C5-3A59-F5E9-9739B5165D98}"/>
          </ac:picMkLst>
        </pc:picChg>
        <pc:picChg chg="del">
          <ac:chgData name="Croney, Aynslie (NBCC)" userId="5b4b8641-5be5-4a22-b80a-b2335657ba3c" providerId="ADAL" clId="{37570E6E-2003-4D91-B5AC-B452EC7E0FA7}" dt="2026-10-06T11:07:43.648" v="573" actId="478"/>
          <ac:picMkLst>
            <pc:docMk/>
            <pc:sldMk cId="2146141785" sldId="290"/>
            <ac:picMk id="6" creationId="{47937784-EA65-6FF2-A852-C34972BE97C6}"/>
          </ac:picMkLst>
        </pc:picChg>
        <pc:picChg chg="add mod">
          <ac:chgData name="Croney, Aynslie (NBCC)" userId="5b4b8641-5be5-4a22-b80a-b2335657ba3c" providerId="ADAL" clId="{37570E6E-2003-4D91-B5AC-B452EC7E0FA7}" dt="2026-10-06T11:07:53.595" v="576"/>
          <ac:picMkLst>
            <pc:docMk/>
            <pc:sldMk cId="2146141785" sldId="290"/>
            <ac:picMk id="7" creationId="{DC19033D-1864-6207-B987-3987354F8E2D}"/>
          </ac:picMkLst>
        </pc:picChg>
      </pc:sldChg>
      <pc:sldChg chg="del">
        <pc:chgData name="Croney, Aynslie (NBCC)" userId="5b4b8641-5be5-4a22-b80a-b2335657ba3c" providerId="ADAL" clId="{37570E6E-2003-4D91-B5AC-B452EC7E0FA7}" dt="2026-10-06T09:11:53.981" v="0" actId="47"/>
        <pc:sldMkLst>
          <pc:docMk/>
          <pc:sldMk cId="1720393848" sldId="291"/>
        </pc:sldMkLst>
      </pc:sldChg>
      <pc:sldChg chg="add">
        <pc:chgData name="Croney, Aynslie (NBCC)" userId="5b4b8641-5be5-4a22-b80a-b2335657ba3c" providerId="ADAL" clId="{37570E6E-2003-4D91-B5AC-B452EC7E0FA7}" dt="2026-10-06T09:12:16.069" v="1"/>
        <pc:sldMkLst>
          <pc:docMk/>
          <pc:sldMk cId="2218412495" sldId="294"/>
        </pc:sldMkLst>
      </pc:sldChg>
      <pc:sldChg chg="add">
        <pc:chgData name="Croney, Aynslie (NBCC)" userId="5b4b8641-5be5-4a22-b80a-b2335657ba3c" providerId="ADAL" clId="{37570E6E-2003-4D91-B5AC-B452EC7E0FA7}" dt="2026-10-06T09:12:16.069" v="1"/>
        <pc:sldMkLst>
          <pc:docMk/>
          <pc:sldMk cId="2120387045" sldId="295"/>
        </pc:sldMkLst>
      </pc:sldChg>
      <pc:sldChg chg="del">
        <pc:chgData name="Croney, Aynslie (NBCC)" userId="5b4b8641-5be5-4a22-b80a-b2335657ba3c" providerId="ADAL" clId="{37570E6E-2003-4D91-B5AC-B452EC7E0FA7}" dt="2026-10-06T09:11:53.981" v="0" actId="47"/>
        <pc:sldMkLst>
          <pc:docMk/>
          <pc:sldMk cId="2449960331" sldId="296"/>
        </pc:sldMkLst>
      </pc:sldChg>
      <pc:sldChg chg="del">
        <pc:chgData name="Croney, Aynslie (NBCC)" userId="5b4b8641-5be5-4a22-b80a-b2335657ba3c" providerId="ADAL" clId="{37570E6E-2003-4D91-B5AC-B452EC7E0FA7}" dt="2026-10-06T09:11:53.981" v="0" actId="47"/>
        <pc:sldMkLst>
          <pc:docMk/>
          <pc:sldMk cId="2602554158" sldId="297"/>
        </pc:sldMkLst>
      </pc:sldChg>
      <pc:sldChg chg="add del">
        <pc:chgData name="Croney, Aynslie (NBCC)" userId="5b4b8641-5be5-4a22-b80a-b2335657ba3c" providerId="ADAL" clId="{37570E6E-2003-4D91-B5AC-B452EC7E0FA7}" dt="2026-10-06T10:18:24.387" v="407" actId="47"/>
        <pc:sldMkLst>
          <pc:docMk/>
          <pc:sldMk cId="4203254282" sldId="520"/>
        </pc:sldMkLst>
      </pc:sldChg>
      <pc:sldChg chg="add ord">
        <pc:chgData name="Croney, Aynslie (NBCC)" userId="5b4b8641-5be5-4a22-b80a-b2335657ba3c" providerId="ADAL" clId="{37570E6E-2003-4D91-B5AC-B452EC7E0FA7}" dt="2026-10-06T11:06:00.220" v="572"/>
        <pc:sldMkLst>
          <pc:docMk/>
          <pc:sldMk cId="2569721766" sldId="537"/>
        </pc:sldMkLst>
      </pc:sldChg>
      <pc:sldChg chg="add">
        <pc:chgData name="Croney, Aynslie (NBCC)" userId="5b4b8641-5be5-4a22-b80a-b2335657ba3c" providerId="ADAL" clId="{37570E6E-2003-4D91-B5AC-B452EC7E0FA7}" dt="2026-10-06T09:12:16.069" v="1"/>
        <pc:sldMkLst>
          <pc:docMk/>
          <pc:sldMk cId="3393166375" sldId="542"/>
        </pc:sldMkLst>
      </pc:sldChg>
      <pc:sldChg chg="add ord modNotes">
        <pc:chgData name="Croney, Aynslie (NBCC)" userId="5b4b8641-5be5-4a22-b80a-b2335657ba3c" providerId="ADAL" clId="{37570E6E-2003-4D91-B5AC-B452EC7E0FA7}" dt="2026-10-06T09:33:21.918" v="135"/>
        <pc:sldMkLst>
          <pc:docMk/>
          <pc:sldMk cId="2603104383" sldId="548"/>
        </pc:sldMkLst>
      </pc:sldChg>
      <pc:sldChg chg="addSp delSp modSp add mod delAnim modAnim">
        <pc:chgData name="Croney, Aynslie (NBCC)" userId="5b4b8641-5be5-4a22-b80a-b2335657ba3c" providerId="ADAL" clId="{37570E6E-2003-4D91-B5AC-B452EC7E0FA7}" dt="2026-10-06T09:22:03.095" v="10"/>
        <pc:sldMkLst>
          <pc:docMk/>
          <pc:sldMk cId="1674202155" sldId="560"/>
        </pc:sldMkLst>
        <pc:picChg chg="del">
          <ac:chgData name="Croney, Aynslie (NBCC)" userId="5b4b8641-5be5-4a22-b80a-b2335657ba3c" providerId="ADAL" clId="{37570E6E-2003-4D91-B5AC-B452EC7E0FA7}" dt="2026-10-06T09:21:02.700" v="9" actId="478"/>
          <ac:picMkLst>
            <pc:docMk/>
            <pc:sldMk cId="1674202155" sldId="560"/>
            <ac:picMk id="2" creationId="{2D7DC740-0083-BF6B-606B-4EA303D0FCF0}"/>
          </ac:picMkLst>
        </pc:picChg>
        <pc:picChg chg="add mod">
          <ac:chgData name="Croney, Aynslie (NBCC)" userId="5b4b8641-5be5-4a22-b80a-b2335657ba3c" providerId="ADAL" clId="{37570E6E-2003-4D91-B5AC-B452EC7E0FA7}" dt="2026-10-06T09:22:03.095" v="10"/>
          <ac:picMkLst>
            <pc:docMk/>
            <pc:sldMk cId="1674202155" sldId="560"/>
            <ac:picMk id="3" creationId="{690EC1DB-9FE8-FF9B-6ADB-A38DDBDBE724}"/>
          </ac:picMkLst>
        </pc:picChg>
      </pc:sldChg>
      <pc:sldChg chg="add">
        <pc:chgData name="Croney, Aynslie (NBCC)" userId="5b4b8641-5be5-4a22-b80a-b2335657ba3c" providerId="ADAL" clId="{37570E6E-2003-4D91-B5AC-B452EC7E0FA7}" dt="2026-10-06T09:12:16.069" v="1"/>
        <pc:sldMkLst>
          <pc:docMk/>
          <pc:sldMk cId="807003191" sldId="561"/>
        </pc:sldMkLst>
      </pc:sldChg>
      <pc:sldChg chg="add">
        <pc:chgData name="Croney, Aynslie (NBCC)" userId="5b4b8641-5be5-4a22-b80a-b2335657ba3c" providerId="ADAL" clId="{37570E6E-2003-4D91-B5AC-B452EC7E0FA7}" dt="2026-10-06T09:12:16.069" v="1"/>
        <pc:sldMkLst>
          <pc:docMk/>
          <pc:sldMk cId="4113375700" sldId="562"/>
        </pc:sldMkLst>
      </pc:sldChg>
      <pc:sldChg chg="del">
        <pc:chgData name="Croney, Aynslie (NBCC)" userId="5b4b8641-5be5-4a22-b80a-b2335657ba3c" providerId="ADAL" clId="{37570E6E-2003-4D91-B5AC-B452EC7E0FA7}" dt="2026-10-06T09:11:53.981" v="0" actId="47"/>
        <pc:sldMkLst>
          <pc:docMk/>
          <pc:sldMk cId="2264892020" sldId="574"/>
        </pc:sldMkLst>
      </pc:sldChg>
      <pc:sldChg chg="del">
        <pc:chgData name="Croney, Aynslie (NBCC)" userId="5b4b8641-5be5-4a22-b80a-b2335657ba3c" providerId="ADAL" clId="{37570E6E-2003-4D91-B5AC-B452EC7E0FA7}" dt="2026-10-06T09:11:53.981" v="0" actId="47"/>
        <pc:sldMkLst>
          <pc:docMk/>
          <pc:sldMk cId="3296029998" sldId="575"/>
        </pc:sldMkLst>
      </pc:sldChg>
      <pc:sldChg chg="del">
        <pc:chgData name="Croney, Aynslie (NBCC)" userId="5b4b8641-5be5-4a22-b80a-b2335657ba3c" providerId="ADAL" clId="{37570E6E-2003-4D91-B5AC-B452EC7E0FA7}" dt="2026-10-06T09:11:53.981" v="0" actId="47"/>
        <pc:sldMkLst>
          <pc:docMk/>
          <pc:sldMk cId="1721675830" sldId="576"/>
        </pc:sldMkLst>
      </pc:sldChg>
      <pc:sldChg chg="del">
        <pc:chgData name="Croney, Aynslie (NBCC)" userId="5b4b8641-5be5-4a22-b80a-b2335657ba3c" providerId="ADAL" clId="{37570E6E-2003-4D91-B5AC-B452EC7E0FA7}" dt="2026-10-06T09:11:53.981" v="0" actId="47"/>
        <pc:sldMkLst>
          <pc:docMk/>
          <pc:sldMk cId="2731303798" sldId="577"/>
        </pc:sldMkLst>
      </pc:sldChg>
      <pc:sldChg chg="del">
        <pc:chgData name="Croney, Aynslie (NBCC)" userId="5b4b8641-5be5-4a22-b80a-b2335657ba3c" providerId="ADAL" clId="{37570E6E-2003-4D91-B5AC-B452EC7E0FA7}" dt="2026-10-06T09:11:53.981" v="0" actId="47"/>
        <pc:sldMkLst>
          <pc:docMk/>
          <pc:sldMk cId="3236999303" sldId="578"/>
        </pc:sldMkLst>
      </pc:sldChg>
      <pc:sldChg chg="del">
        <pc:chgData name="Croney, Aynslie (NBCC)" userId="5b4b8641-5be5-4a22-b80a-b2335657ba3c" providerId="ADAL" clId="{37570E6E-2003-4D91-B5AC-B452EC7E0FA7}" dt="2026-10-06T09:11:53.981" v="0" actId="47"/>
        <pc:sldMkLst>
          <pc:docMk/>
          <pc:sldMk cId="3051653170" sldId="579"/>
        </pc:sldMkLst>
      </pc:sldChg>
      <pc:sldChg chg="del">
        <pc:chgData name="Croney, Aynslie (NBCC)" userId="5b4b8641-5be5-4a22-b80a-b2335657ba3c" providerId="ADAL" clId="{37570E6E-2003-4D91-B5AC-B452EC7E0FA7}" dt="2026-10-06T10:31:25.396" v="545" actId="47"/>
        <pc:sldMkLst>
          <pc:docMk/>
          <pc:sldMk cId="439896296" sldId="581"/>
        </pc:sldMkLst>
      </pc:sldChg>
      <pc:sldChg chg="add del">
        <pc:chgData name="Croney, Aynslie (NBCC)" userId="5b4b8641-5be5-4a22-b80a-b2335657ba3c" providerId="ADAL" clId="{37570E6E-2003-4D91-B5AC-B452EC7E0FA7}" dt="2026-10-06T09:12:37.294" v="4"/>
        <pc:sldMkLst>
          <pc:docMk/>
          <pc:sldMk cId="0" sldId="582"/>
        </pc:sldMkLst>
      </pc:sldChg>
      <pc:sldChg chg="modSp new mod modNotesTx">
        <pc:chgData name="Croney, Aynslie (NBCC)" userId="5b4b8641-5be5-4a22-b80a-b2335657ba3c" providerId="ADAL" clId="{37570E6E-2003-4D91-B5AC-B452EC7E0FA7}" dt="2026-10-06T09:23:28.719" v="21" actId="20577"/>
        <pc:sldMkLst>
          <pc:docMk/>
          <pc:sldMk cId="121283040" sldId="582"/>
        </pc:sldMkLst>
        <pc:spChg chg="mod">
          <ac:chgData name="Croney, Aynslie (NBCC)" userId="5b4b8641-5be5-4a22-b80a-b2335657ba3c" providerId="ADAL" clId="{37570E6E-2003-4D91-B5AC-B452EC7E0FA7}" dt="2026-10-06T09:22:34.818" v="12"/>
          <ac:spMkLst>
            <pc:docMk/>
            <pc:sldMk cId="121283040" sldId="582"/>
            <ac:spMk id="2" creationId="{2E220D74-7B8A-A949-9BD8-ADB7ABDEF95F}"/>
          </ac:spMkLst>
        </pc:spChg>
        <pc:spChg chg="mod">
          <ac:chgData name="Croney, Aynslie (NBCC)" userId="5b4b8641-5be5-4a22-b80a-b2335657ba3c" providerId="ADAL" clId="{37570E6E-2003-4D91-B5AC-B452EC7E0FA7}" dt="2026-10-06T09:22:46.887" v="14" actId="5793"/>
          <ac:spMkLst>
            <pc:docMk/>
            <pc:sldMk cId="121283040" sldId="582"/>
            <ac:spMk id="3" creationId="{C644FCF8-9E6F-B840-971B-AA45DA28B1A5}"/>
          </ac:spMkLst>
        </pc:spChg>
      </pc:sldChg>
      <pc:sldChg chg="addSp modSp new mod modNotesTx">
        <pc:chgData name="Croney, Aynslie (NBCC)" userId="5b4b8641-5be5-4a22-b80a-b2335657ba3c" providerId="ADAL" clId="{37570E6E-2003-4D91-B5AC-B452EC7E0FA7}" dt="2026-10-06T11:23:13.052" v="692" actId="1076"/>
        <pc:sldMkLst>
          <pc:docMk/>
          <pc:sldMk cId="3594536589" sldId="583"/>
        </pc:sldMkLst>
        <pc:spChg chg="mod">
          <ac:chgData name="Croney, Aynslie (NBCC)" userId="5b4b8641-5be5-4a22-b80a-b2335657ba3c" providerId="ADAL" clId="{37570E6E-2003-4D91-B5AC-B452EC7E0FA7}" dt="2026-10-06T09:24:08.047" v="23"/>
          <ac:spMkLst>
            <pc:docMk/>
            <pc:sldMk cId="3594536589" sldId="583"/>
            <ac:spMk id="2" creationId="{159F64FD-F6B8-200A-DBE6-7C498C1142EB}"/>
          </ac:spMkLst>
        </pc:spChg>
        <pc:spChg chg="mod">
          <ac:chgData name="Croney, Aynslie (NBCC)" userId="5b4b8641-5be5-4a22-b80a-b2335657ba3c" providerId="ADAL" clId="{37570E6E-2003-4D91-B5AC-B452EC7E0FA7}" dt="2026-10-06T11:23:13.052" v="692" actId="1076"/>
          <ac:spMkLst>
            <pc:docMk/>
            <pc:sldMk cId="3594536589" sldId="583"/>
            <ac:spMk id="3" creationId="{023E08CB-99F8-570B-09B7-F7B6F1CFF1BE}"/>
          </ac:spMkLst>
        </pc:spChg>
        <pc:picChg chg="add mod">
          <ac:chgData name="Croney, Aynslie (NBCC)" userId="5b4b8641-5be5-4a22-b80a-b2335657ba3c" providerId="ADAL" clId="{37570E6E-2003-4D91-B5AC-B452EC7E0FA7}" dt="2026-10-06T11:23:10.152" v="691" actId="1076"/>
          <ac:picMkLst>
            <pc:docMk/>
            <pc:sldMk cId="3594536589" sldId="583"/>
            <ac:picMk id="4" creationId="{C39EDA11-141B-7918-4CB5-28C2377BF2D3}"/>
          </ac:picMkLst>
        </pc:picChg>
      </pc:sldChg>
      <pc:sldChg chg="add del">
        <pc:chgData name="Croney, Aynslie (NBCC)" userId="5b4b8641-5be5-4a22-b80a-b2335657ba3c" providerId="ADAL" clId="{37570E6E-2003-4D91-B5AC-B452EC7E0FA7}" dt="2026-10-06T09:12:37.294" v="4"/>
        <pc:sldMkLst>
          <pc:docMk/>
          <pc:sldMk cId="3615788639" sldId="583"/>
        </pc:sldMkLst>
      </pc:sldChg>
      <pc:sldChg chg="add del">
        <pc:chgData name="Croney, Aynslie (NBCC)" userId="5b4b8641-5be5-4a22-b80a-b2335657ba3c" providerId="ADAL" clId="{37570E6E-2003-4D91-B5AC-B452EC7E0FA7}" dt="2026-10-06T09:12:37.294" v="4"/>
        <pc:sldMkLst>
          <pc:docMk/>
          <pc:sldMk cId="746610980" sldId="584"/>
        </pc:sldMkLst>
      </pc:sldChg>
      <pc:sldChg chg="modSp new mod modNotesTx">
        <pc:chgData name="Croney, Aynslie (NBCC)" userId="5b4b8641-5be5-4a22-b80a-b2335657ba3c" providerId="ADAL" clId="{37570E6E-2003-4D91-B5AC-B452EC7E0FA7}" dt="2026-10-06T09:26:58.700" v="58" actId="20577"/>
        <pc:sldMkLst>
          <pc:docMk/>
          <pc:sldMk cId="2384737041" sldId="584"/>
        </pc:sldMkLst>
        <pc:spChg chg="mod">
          <ac:chgData name="Croney, Aynslie (NBCC)" userId="5b4b8641-5be5-4a22-b80a-b2335657ba3c" providerId="ADAL" clId="{37570E6E-2003-4D91-B5AC-B452EC7E0FA7}" dt="2026-10-06T09:26:14.388" v="34"/>
          <ac:spMkLst>
            <pc:docMk/>
            <pc:sldMk cId="2384737041" sldId="584"/>
            <ac:spMk id="2" creationId="{73F2A4D8-542F-466F-243E-0107A5B05E63}"/>
          </ac:spMkLst>
        </pc:spChg>
        <pc:spChg chg="mod">
          <ac:chgData name="Croney, Aynslie (NBCC)" userId="5b4b8641-5be5-4a22-b80a-b2335657ba3c" providerId="ADAL" clId="{37570E6E-2003-4D91-B5AC-B452EC7E0FA7}" dt="2026-10-06T09:26:38.246" v="55" actId="6549"/>
          <ac:spMkLst>
            <pc:docMk/>
            <pc:sldMk cId="2384737041" sldId="584"/>
            <ac:spMk id="3" creationId="{55CAAA60-3982-EBC5-EE4B-B4330CB31086}"/>
          </ac:spMkLst>
        </pc:spChg>
      </pc:sldChg>
      <pc:sldChg chg="add del">
        <pc:chgData name="Croney, Aynslie (NBCC)" userId="5b4b8641-5be5-4a22-b80a-b2335657ba3c" providerId="ADAL" clId="{37570E6E-2003-4D91-B5AC-B452EC7E0FA7}" dt="2026-10-06T09:12:37.294" v="4"/>
        <pc:sldMkLst>
          <pc:docMk/>
          <pc:sldMk cId="1144768801" sldId="585"/>
        </pc:sldMkLst>
      </pc:sldChg>
      <pc:sldChg chg="addSp delSp modSp new del mod modNotesTx">
        <pc:chgData name="Croney, Aynslie (NBCC)" userId="5b4b8641-5be5-4a22-b80a-b2335657ba3c" providerId="ADAL" clId="{37570E6E-2003-4D91-B5AC-B452EC7E0FA7}" dt="2026-10-06T10:07:11.481" v="363" actId="47"/>
        <pc:sldMkLst>
          <pc:docMk/>
          <pc:sldMk cId="2033502450" sldId="585"/>
        </pc:sldMkLst>
        <pc:spChg chg="mod">
          <ac:chgData name="Croney, Aynslie (NBCC)" userId="5b4b8641-5be5-4a22-b80a-b2335657ba3c" providerId="ADAL" clId="{37570E6E-2003-4D91-B5AC-B452EC7E0FA7}" dt="2026-10-06T09:27:26.343" v="71" actId="20577"/>
          <ac:spMkLst>
            <pc:docMk/>
            <pc:sldMk cId="2033502450" sldId="585"/>
            <ac:spMk id="2" creationId="{AAA4549A-E88E-7DC1-FEFB-5EC698D39946}"/>
          </ac:spMkLst>
        </pc:spChg>
        <pc:spChg chg="del">
          <ac:chgData name="Croney, Aynslie (NBCC)" userId="5b4b8641-5be5-4a22-b80a-b2335657ba3c" providerId="ADAL" clId="{37570E6E-2003-4D91-B5AC-B452EC7E0FA7}" dt="2026-10-06T09:44:38.525" v="139" actId="22"/>
          <ac:spMkLst>
            <pc:docMk/>
            <pc:sldMk cId="2033502450" sldId="585"/>
            <ac:spMk id="3" creationId="{0C6A856A-7E19-65F4-21EB-9DFB2722ED7C}"/>
          </ac:spMkLst>
        </pc:spChg>
        <pc:picChg chg="add mod ord">
          <ac:chgData name="Croney, Aynslie (NBCC)" userId="5b4b8641-5be5-4a22-b80a-b2335657ba3c" providerId="ADAL" clId="{37570E6E-2003-4D91-B5AC-B452EC7E0FA7}" dt="2026-10-06T09:44:44.593" v="141" actId="14100"/>
          <ac:picMkLst>
            <pc:docMk/>
            <pc:sldMk cId="2033502450" sldId="585"/>
            <ac:picMk id="5" creationId="{DDA41CA4-5B35-A781-D577-4CC8341A3C42}"/>
          </ac:picMkLst>
        </pc:picChg>
      </pc:sldChg>
      <pc:sldChg chg="modSp new mod modNotesTx">
        <pc:chgData name="Croney, Aynslie (NBCC)" userId="5b4b8641-5be5-4a22-b80a-b2335657ba3c" providerId="ADAL" clId="{37570E6E-2003-4D91-B5AC-B452EC7E0FA7}" dt="2026-10-06T09:28:58.209" v="101" actId="12"/>
        <pc:sldMkLst>
          <pc:docMk/>
          <pc:sldMk cId="2134439612" sldId="586"/>
        </pc:sldMkLst>
        <pc:spChg chg="mod">
          <ac:chgData name="Croney, Aynslie (NBCC)" userId="5b4b8641-5be5-4a22-b80a-b2335657ba3c" providerId="ADAL" clId="{37570E6E-2003-4D91-B5AC-B452EC7E0FA7}" dt="2026-10-06T09:28:23.823" v="94"/>
          <ac:spMkLst>
            <pc:docMk/>
            <pc:sldMk cId="2134439612" sldId="586"/>
            <ac:spMk id="2" creationId="{F7B343FF-F71E-42E7-EA14-9F1B2B532ED3}"/>
          </ac:spMkLst>
        </pc:spChg>
        <pc:spChg chg="mod">
          <ac:chgData name="Croney, Aynslie (NBCC)" userId="5b4b8641-5be5-4a22-b80a-b2335657ba3c" providerId="ADAL" clId="{37570E6E-2003-4D91-B5AC-B452EC7E0FA7}" dt="2026-10-06T09:28:34.340" v="96" actId="5793"/>
          <ac:spMkLst>
            <pc:docMk/>
            <pc:sldMk cId="2134439612" sldId="586"/>
            <ac:spMk id="3" creationId="{CED0DA59-3FE4-6954-B3AE-807387BB4016}"/>
          </ac:spMkLst>
        </pc:spChg>
      </pc:sldChg>
      <pc:sldChg chg="add del">
        <pc:chgData name="Croney, Aynslie (NBCC)" userId="5b4b8641-5be5-4a22-b80a-b2335657ba3c" providerId="ADAL" clId="{37570E6E-2003-4D91-B5AC-B452EC7E0FA7}" dt="2026-10-06T09:12:37.294" v="4"/>
        <pc:sldMkLst>
          <pc:docMk/>
          <pc:sldMk cId="4152498063" sldId="586"/>
        </pc:sldMkLst>
      </pc:sldChg>
      <pc:sldChg chg="modSp new mod modNotesTx">
        <pc:chgData name="Croney, Aynslie (NBCC)" userId="5b4b8641-5be5-4a22-b80a-b2335657ba3c" providerId="ADAL" clId="{37570E6E-2003-4D91-B5AC-B452EC7E0FA7}" dt="2026-10-06T09:30:16.734" v="110" actId="12"/>
        <pc:sldMkLst>
          <pc:docMk/>
          <pc:sldMk cId="1922876814" sldId="587"/>
        </pc:sldMkLst>
        <pc:spChg chg="mod">
          <ac:chgData name="Croney, Aynslie (NBCC)" userId="5b4b8641-5be5-4a22-b80a-b2335657ba3c" providerId="ADAL" clId="{37570E6E-2003-4D91-B5AC-B452EC7E0FA7}" dt="2026-10-06T09:29:36.077" v="103"/>
          <ac:spMkLst>
            <pc:docMk/>
            <pc:sldMk cId="1922876814" sldId="587"/>
            <ac:spMk id="2" creationId="{39FF8876-07E4-76D5-F563-0B342548B9E2}"/>
          </ac:spMkLst>
        </pc:spChg>
        <pc:spChg chg="mod">
          <ac:chgData name="Croney, Aynslie (NBCC)" userId="5b4b8641-5be5-4a22-b80a-b2335657ba3c" providerId="ADAL" clId="{37570E6E-2003-4D91-B5AC-B452EC7E0FA7}" dt="2026-10-06T09:29:46.007" v="105" actId="5793"/>
          <ac:spMkLst>
            <pc:docMk/>
            <pc:sldMk cId="1922876814" sldId="587"/>
            <ac:spMk id="3" creationId="{086AC06F-3E7B-0314-EBBA-A9A89D160380}"/>
          </ac:spMkLst>
        </pc:spChg>
      </pc:sldChg>
      <pc:sldChg chg="add del">
        <pc:chgData name="Croney, Aynslie (NBCC)" userId="5b4b8641-5be5-4a22-b80a-b2335657ba3c" providerId="ADAL" clId="{37570E6E-2003-4D91-B5AC-B452EC7E0FA7}" dt="2026-10-06T09:12:37.294" v="4"/>
        <pc:sldMkLst>
          <pc:docMk/>
          <pc:sldMk cId="2684631907" sldId="587"/>
        </pc:sldMkLst>
      </pc:sldChg>
      <pc:sldChg chg="add del">
        <pc:chgData name="Croney, Aynslie (NBCC)" userId="5b4b8641-5be5-4a22-b80a-b2335657ba3c" providerId="ADAL" clId="{37570E6E-2003-4D91-B5AC-B452EC7E0FA7}" dt="2026-10-06T09:12:37.294" v="4"/>
        <pc:sldMkLst>
          <pc:docMk/>
          <pc:sldMk cId="411817244" sldId="588"/>
        </pc:sldMkLst>
      </pc:sldChg>
      <pc:sldChg chg="addSp delSp modSp new mod modNotesTx">
        <pc:chgData name="Croney, Aynslie (NBCC)" userId="5b4b8641-5be5-4a22-b80a-b2335657ba3c" providerId="ADAL" clId="{37570E6E-2003-4D91-B5AC-B452EC7E0FA7}" dt="2026-10-06T11:15:25.654" v="649" actId="1076"/>
        <pc:sldMkLst>
          <pc:docMk/>
          <pc:sldMk cId="4139767696" sldId="588"/>
        </pc:sldMkLst>
        <pc:spChg chg="mod">
          <ac:chgData name="Croney, Aynslie (NBCC)" userId="5b4b8641-5be5-4a22-b80a-b2335657ba3c" providerId="ADAL" clId="{37570E6E-2003-4D91-B5AC-B452EC7E0FA7}" dt="2026-10-06T09:31:05.778" v="112"/>
          <ac:spMkLst>
            <pc:docMk/>
            <pc:sldMk cId="4139767696" sldId="588"/>
            <ac:spMk id="2" creationId="{EFD4E164-992B-6679-524B-E3E14B42A24A}"/>
          </ac:spMkLst>
        </pc:spChg>
        <pc:spChg chg="del mod">
          <ac:chgData name="Croney, Aynslie (NBCC)" userId="5b4b8641-5be5-4a22-b80a-b2335657ba3c" providerId="ADAL" clId="{37570E6E-2003-4D91-B5AC-B452EC7E0FA7}" dt="2026-10-06T11:08:16.233" v="578" actId="478"/>
          <ac:spMkLst>
            <pc:docMk/>
            <pc:sldMk cId="4139767696" sldId="588"/>
            <ac:spMk id="3" creationId="{59B2C49E-8773-C7F6-B896-09198554B1FB}"/>
          </ac:spMkLst>
        </pc:spChg>
        <pc:spChg chg="add del mod">
          <ac:chgData name="Croney, Aynslie (NBCC)" userId="5b4b8641-5be5-4a22-b80a-b2335657ba3c" providerId="ADAL" clId="{37570E6E-2003-4D91-B5AC-B452EC7E0FA7}" dt="2026-10-06T11:08:19.409" v="579" actId="478"/>
          <ac:spMkLst>
            <pc:docMk/>
            <pc:sldMk cId="4139767696" sldId="588"/>
            <ac:spMk id="6" creationId="{59072E91-928A-70B6-004B-B19926E9B7CA}"/>
          </ac:spMkLst>
        </pc:spChg>
        <pc:picChg chg="add del mod">
          <ac:chgData name="Croney, Aynslie (NBCC)" userId="5b4b8641-5be5-4a22-b80a-b2335657ba3c" providerId="ADAL" clId="{37570E6E-2003-4D91-B5AC-B452EC7E0FA7}" dt="2026-10-06T11:14:03.483" v="633" actId="478"/>
          <ac:picMkLst>
            <pc:docMk/>
            <pc:sldMk cId="4139767696" sldId="588"/>
            <ac:picMk id="4" creationId="{AFD671A5-2403-3095-6EDB-C59B14145612}"/>
          </ac:picMkLst>
        </pc:picChg>
        <pc:picChg chg="add mod modCrop">
          <ac:chgData name="Croney, Aynslie (NBCC)" userId="5b4b8641-5be5-4a22-b80a-b2335657ba3c" providerId="ADAL" clId="{37570E6E-2003-4D91-B5AC-B452EC7E0FA7}" dt="2026-10-06T11:15:25.654" v="649" actId="1076"/>
          <ac:picMkLst>
            <pc:docMk/>
            <pc:sldMk cId="4139767696" sldId="588"/>
            <ac:picMk id="8" creationId="{8F711C43-7557-BA2D-983A-9DE095408DFD}"/>
          </ac:picMkLst>
        </pc:picChg>
        <pc:picChg chg="add mod modCrop">
          <ac:chgData name="Croney, Aynslie (NBCC)" userId="5b4b8641-5be5-4a22-b80a-b2335657ba3c" providerId="ADAL" clId="{37570E6E-2003-4D91-B5AC-B452EC7E0FA7}" dt="2026-10-06T11:15:19.681" v="648" actId="732"/>
          <ac:picMkLst>
            <pc:docMk/>
            <pc:sldMk cId="4139767696" sldId="588"/>
            <ac:picMk id="10" creationId="{8441D080-8BA5-3870-9B08-2E91D7369D31}"/>
          </ac:picMkLst>
        </pc:picChg>
      </pc:sldChg>
      <pc:sldChg chg="addSp delSp modSp add mod ord modClrScheme chgLayout modNotesTx">
        <pc:chgData name="Croney, Aynslie (NBCC)" userId="5b4b8641-5be5-4a22-b80a-b2335657ba3c" providerId="ADAL" clId="{37570E6E-2003-4D91-B5AC-B452EC7E0FA7}" dt="2026-10-06T10:07:19.668" v="366" actId="6549"/>
        <pc:sldMkLst>
          <pc:docMk/>
          <pc:sldMk cId="3000578290" sldId="589"/>
        </pc:sldMkLst>
        <pc:spChg chg="mod ord">
          <ac:chgData name="Croney, Aynslie (NBCC)" userId="5b4b8641-5be5-4a22-b80a-b2335657ba3c" providerId="ADAL" clId="{37570E6E-2003-4D91-B5AC-B452EC7E0FA7}" dt="2026-10-06T10:01:49.909" v="249" actId="700"/>
          <ac:spMkLst>
            <pc:docMk/>
            <pc:sldMk cId="3000578290" sldId="589"/>
            <ac:spMk id="2" creationId="{7508DFE2-3121-59F4-0EBF-C2D1197474ED}"/>
          </ac:spMkLst>
        </pc:spChg>
        <pc:spChg chg="add del mod ord">
          <ac:chgData name="Croney, Aynslie (NBCC)" userId="5b4b8641-5be5-4a22-b80a-b2335657ba3c" providerId="ADAL" clId="{37570E6E-2003-4D91-B5AC-B452EC7E0FA7}" dt="2026-10-06T10:01:49.909" v="249" actId="700"/>
          <ac:spMkLst>
            <pc:docMk/>
            <pc:sldMk cId="3000578290" sldId="589"/>
            <ac:spMk id="4" creationId="{BC578861-9048-A26F-5182-F67F134580A3}"/>
          </ac:spMkLst>
        </pc:spChg>
        <pc:spChg chg="add mod ord">
          <ac:chgData name="Croney, Aynslie (NBCC)" userId="5b4b8641-5be5-4a22-b80a-b2335657ba3c" providerId="ADAL" clId="{37570E6E-2003-4D91-B5AC-B452EC7E0FA7}" dt="2026-10-06T10:02:07.350" v="267" actId="20577"/>
          <ac:spMkLst>
            <pc:docMk/>
            <pc:sldMk cId="3000578290" sldId="589"/>
            <ac:spMk id="8" creationId="{9287D833-C1F6-C810-05AC-C109861DCE83}"/>
          </ac:spMkLst>
        </pc:spChg>
        <pc:spChg chg="add del mod ord">
          <ac:chgData name="Croney, Aynslie (NBCC)" userId="5b4b8641-5be5-4a22-b80a-b2335657ba3c" providerId="ADAL" clId="{37570E6E-2003-4D91-B5AC-B452EC7E0FA7}" dt="2026-10-06T10:04:03.688" v="318" actId="478"/>
          <ac:spMkLst>
            <pc:docMk/>
            <pc:sldMk cId="3000578290" sldId="589"/>
            <ac:spMk id="9" creationId="{3DB45DB9-2905-9C50-3A67-00A58CCB74F4}"/>
          </ac:spMkLst>
        </pc:spChg>
        <pc:spChg chg="add mod ord">
          <ac:chgData name="Croney, Aynslie (NBCC)" userId="5b4b8641-5be5-4a22-b80a-b2335657ba3c" providerId="ADAL" clId="{37570E6E-2003-4D91-B5AC-B452EC7E0FA7}" dt="2026-10-06T10:02:13.242" v="283" actId="20577"/>
          <ac:spMkLst>
            <pc:docMk/>
            <pc:sldMk cId="3000578290" sldId="589"/>
            <ac:spMk id="10" creationId="{1151C61F-EEC7-2081-86D5-E90304610CB5}"/>
          </ac:spMkLst>
        </pc:spChg>
        <pc:spChg chg="add del mod ord">
          <ac:chgData name="Croney, Aynslie (NBCC)" userId="5b4b8641-5be5-4a22-b80a-b2335657ba3c" providerId="ADAL" clId="{37570E6E-2003-4D91-B5AC-B452EC7E0FA7}" dt="2026-10-06T10:04:04.741" v="319" actId="478"/>
          <ac:spMkLst>
            <pc:docMk/>
            <pc:sldMk cId="3000578290" sldId="589"/>
            <ac:spMk id="11" creationId="{62759881-D73A-8B06-28E3-C5978CB0ABAF}"/>
          </ac:spMkLst>
        </pc:spChg>
        <pc:picChg chg="del">
          <ac:chgData name="Croney, Aynslie (NBCC)" userId="5b4b8641-5be5-4a22-b80a-b2335657ba3c" providerId="ADAL" clId="{37570E6E-2003-4D91-B5AC-B452EC7E0FA7}" dt="2026-10-06T09:51:08.589" v="167" actId="478"/>
          <ac:picMkLst>
            <pc:docMk/>
            <pc:sldMk cId="3000578290" sldId="589"/>
            <ac:picMk id="5" creationId="{1D1E294F-FC77-A3D3-3095-090A200C90FC}"/>
          </ac:picMkLst>
        </pc:picChg>
        <pc:picChg chg="add mod modCrop">
          <ac:chgData name="Croney, Aynslie (NBCC)" userId="5b4b8641-5be5-4a22-b80a-b2335657ba3c" providerId="ADAL" clId="{37570E6E-2003-4D91-B5AC-B452EC7E0FA7}" dt="2026-10-06T10:04:08.084" v="320" actId="1076"/>
          <ac:picMkLst>
            <pc:docMk/>
            <pc:sldMk cId="3000578290" sldId="589"/>
            <ac:picMk id="6" creationId="{40C5F385-9ED6-37C1-FFC9-B4CEBB22120F}"/>
          </ac:picMkLst>
        </pc:picChg>
        <pc:picChg chg="add mod modCrop">
          <ac:chgData name="Croney, Aynslie (NBCC)" userId="5b4b8641-5be5-4a22-b80a-b2335657ba3c" providerId="ADAL" clId="{37570E6E-2003-4D91-B5AC-B452EC7E0FA7}" dt="2026-10-06T10:04:08.084" v="320" actId="1076"/>
          <ac:picMkLst>
            <pc:docMk/>
            <pc:sldMk cId="3000578290" sldId="589"/>
            <ac:picMk id="7" creationId="{847CAE52-C0B5-4F70-4FFC-EEA32F4ED0AA}"/>
          </ac:picMkLst>
        </pc:picChg>
      </pc:sldChg>
      <pc:sldChg chg="add del">
        <pc:chgData name="Croney, Aynslie (NBCC)" userId="5b4b8641-5be5-4a22-b80a-b2335657ba3c" providerId="ADAL" clId="{37570E6E-2003-4D91-B5AC-B452EC7E0FA7}" dt="2026-10-06T09:12:37.294" v="4"/>
        <pc:sldMkLst>
          <pc:docMk/>
          <pc:sldMk cId="3653209037" sldId="589"/>
        </pc:sldMkLst>
      </pc:sldChg>
      <pc:sldChg chg="add del">
        <pc:chgData name="Croney, Aynslie (NBCC)" userId="5b4b8641-5be5-4a22-b80a-b2335657ba3c" providerId="ADAL" clId="{37570E6E-2003-4D91-B5AC-B452EC7E0FA7}" dt="2026-10-06T09:12:37.294" v="4"/>
        <pc:sldMkLst>
          <pc:docMk/>
          <pc:sldMk cId="1041795300" sldId="590"/>
        </pc:sldMkLst>
      </pc:sldChg>
      <pc:sldChg chg="addSp delSp modSp add mod modClrScheme chgLayout modNotesTx">
        <pc:chgData name="Croney, Aynslie (NBCC)" userId="5b4b8641-5be5-4a22-b80a-b2335657ba3c" providerId="ADAL" clId="{37570E6E-2003-4D91-B5AC-B452EC7E0FA7}" dt="2026-10-06T10:06:59.400" v="361" actId="20577"/>
        <pc:sldMkLst>
          <pc:docMk/>
          <pc:sldMk cId="4098365216" sldId="590"/>
        </pc:sldMkLst>
        <pc:spChg chg="mod ord">
          <ac:chgData name="Croney, Aynslie (NBCC)" userId="5b4b8641-5be5-4a22-b80a-b2335657ba3c" providerId="ADAL" clId="{37570E6E-2003-4D91-B5AC-B452EC7E0FA7}" dt="2026-10-06T10:02:25.726" v="286" actId="700"/>
          <ac:spMkLst>
            <pc:docMk/>
            <pc:sldMk cId="4098365216" sldId="590"/>
            <ac:spMk id="2" creationId="{2B256691-4443-706E-BFCF-399FD0FC90BE}"/>
          </ac:spMkLst>
        </pc:spChg>
        <pc:spChg chg="del mod ord">
          <ac:chgData name="Croney, Aynslie (NBCC)" userId="5b4b8641-5be5-4a22-b80a-b2335657ba3c" providerId="ADAL" clId="{37570E6E-2003-4D91-B5AC-B452EC7E0FA7}" dt="2026-10-06T10:02:25.726" v="286" actId="700"/>
          <ac:spMkLst>
            <pc:docMk/>
            <pc:sldMk cId="4098365216" sldId="590"/>
            <ac:spMk id="4" creationId="{25F8AC85-6126-478C-B014-B621C2F10316}"/>
          </ac:spMkLst>
        </pc:spChg>
        <pc:spChg chg="add mod ord">
          <ac:chgData name="Croney, Aynslie (NBCC)" userId="5b4b8641-5be5-4a22-b80a-b2335657ba3c" providerId="ADAL" clId="{37570E6E-2003-4D91-B5AC-B452EC7E0FA7}" dt="2026-10-06T10:03:04.961" v="303" actId="20577"/>
          <ac:spMkLst>
            <pc:docMk/>
            <pc:sldMk cId="4098365216" sldId="590"/>
            <ac:spMk id="9" creationId="{A8F580D6-849B-A899-8134-FB266DF1200A}"/>
          </ac:spMkLst>
        </pc:spChg>
        <pc:spChg chg="add del mod ord">
          <ac:chgData name="Croney, Aynslie (NBCC)" userId="5b4b8641-5be5-4a22-b80a-b2335657ba3c" providerId="ADAL" clId="{37570E6E-2003-4D91-B5AC-B452EC7E0FA7}" dt="2026-10-06T10:03:48.587" v="315" actId="478"/>
          <ac:spMkLst>
            <pc:docMk/>
            <pc:sldMk cId="4098365216" sldId="590"/>
            <ac:spMk id="10" creationId="{B799EEA2-A59B-48CC-A7AB-4DA06A1E590C}"/>
          </ac:spMkLst>
        </pc:spChg>
        <pc:spChg chg="add mod ord">
          <ac:chgData name="Croney, Aynslie (NBCC)" userId="5b4b8641-5be5-4a22-b80a-b2335657ba3c" providerId="ADAL" clId="{37570E6E-2003-4D91-B5AC-B452EC7E0FA7}" dt="2026-10-06T10:03:10.274" v="309" actId="20577"/>
          <ac:spMkLst>
            <pc:docMk/>
            <pc:sldMk cId="4098365216" sldId="590"/>
            <ac:spMk id="11" creationId="{D87DAB90-00CF-2557-CFEC-8F104A167C09}"/>
          </ac:spMkLst>
        </pc:spChg>
        <pc:spChg chg="add del mod ord">
          <ac:chgData name="Croney, Aynslie (NBCC)" userId="5b4b8641-5be5-4a22-b80a-b2335657ba3c" providerId="ADAL" clId="{37570E6E-2003-4D91-B5AC-B452EC7E0FA7}" dt="2026-10-06T10:03:50.879" v="316" actId="478"/>
          <ac:spMkLst>
            <pc:docMk/>
            <pc:sldMk cId="4098365216" sldId="590"/>
            <ac:spMk id="12" creationId="{18EB3EAE-1223-6DAE-0522-8A87D811A5E2}"/>
          </ac:spMkLst>
        </pc:spChg>
        <pc:picChg chg="add del mod">
          <ac:chgData name="Croney, Aynslie (NBCC)" userId="5b4b8641-5be5-4a22-b80a-b2335657ba3c" providerId="ADAL" clId="{37570E6E-2003-4D91-B5AC-B452EC7E0FA7}" dt="2026-10-06T10:02:30.924" v="287" actId="478"/>
          <ac:picMkLst>
            <pc:docMk/>
            <pc:sldMk cId="4098365216" sldId="590"/>
            <ac:picMk id="3" creationId="{59EEEAA0-4C0A-AC49-9AC6-91D61D5A2B59}"/>
          </ac:picMkLst>
        </pc:picChg>
        <pc:picChg chg="add del mod">
          <ac:chgData name="Croney, Aynslie (NBCC)" userId="5b4b8641-5be5-4a22-b80a-b2335657ba3c" providerId="ADAL" clId="{37570E6E-2003-4D91-B5AC-B452EC7E0FA7}" dt="2026-10-06T10:02:31.880" v="288" actId="478"/>
          <ac:picMkLst>
            <pc:docMk/>
            <pc:sldMk cId="4098365216" sldId="590"/>
            <ac:picMk id="5" creationId="{B32DCB52-F9EF-DA9B-10F1-8A35C0BC540F}"/>
          </ac:picMkLst>
        </pc:picChg>
        <pc:picChg chg="add mod modCrop">
          <ac:chgData name="Croney, Aynslie (NBCC)" userId="5b4b8641-5be5-4a22-b80a-b2335657ba3c" providerId="ADAL" clId="{37570E6E-2003-4D91-B5AC-B452EC7E0FA7}" dt="2026-10-06T10:03:55.997" v="317" actId="1076"/>
          <ac:picMkLst>
            <pc:docMk/>
            <pc:sldMk cId="4098365216" sldId="590"/>
            <ac:picMk id="6" creationId="{7C3697C4-1E8F-6F98-C870-E40BE8DA836F}"/>
          </ac:picMkLst>
        </pc:picChg>
        <pc:picChg chg="add mod modCrop">
          <ac:chgData name="Croney, Aynslie (NBCC)" userId="5b4b8641-5be5-4a22-b80a-b2335657ba3c" providerId="ADAL" clId="{37570E6E-2003-4D91-B5AC-B452EC7E0FA7}" dt="2026-10-06T10:03:55.997" v="317" actId="1076"/>
          <ac:picMkLst>
            <pc:docMk/>
            <pc:sldMk cId="4098365216" sldId="590"/>
            <ac:picMk id="8" creationId="{96ACBB0F-A972-5577-45C8-8D20EAEF5BC6}"/>
          </ac:picMkLst>
        </pc:picChg>
      </pc:sldChg>
      <pc:sldChg chg="add del">
        <pc:chgData name="Croney, Aynslie (NBCC)" userId="5b4b8641-5be5-4a22-b80a-b2335657ba3c" providerId="ADAL" clId="{37570E6E-2003-4D91-B5AC-B452EC7E0FA7}" dt="2026-10-06T09:12:37.294" v="4"/>
        <pc:sldMkLst>
          <pc:docMk/>
          <pc:sldMk cId="613869426" sldId="591"/>
        </pc:sldMkLst>
      </pc:sldChg>
      <pc:sldChg chg="addSp delSp modSp add mod modClrScheme chgLayout modNotesTx">
        <pc:chgData name="Croney, Aynslie (NBCC)" userId="5b4b8641-5be5-4a22-b80a-b2335657ba3c" providerId="ADAL" clId="{37570E6E-2003-4D91-B5AC-B452EC7E0FA7}" dt="2026-10-06T10:07:03.658" v="362" actId="20577"/>
        <pc:sldMkLst>
          <pc:docMk/>
          <pc:sldMk cId="3382756042" sldId="591"/>
        </pc:sldMkLst>
        <pc:spChg chg="mod ord">
          <ac:chgData name="Croney, Aynslie (NBCC)" userId="5b4b8641-5be5-4a22-b80a-b2335657ba3c" providerId="ADAL" clId="{37570E6E-2003-4D91-B5AC-B452EC7E0FA7}" dt="2026-10-06T10:04:18.342" v="321" actId="700"/>
          <ac:spMkLst>
            <pc:docMk/>
            <pc:sldMk cId="3382756042" sldId="591"/>
            <ac:spMk id="2" creationId="{C75A59C0-7E22-B054-E4B2-0F93BC7684BC}"/>
          </ac:spMkLst>
        </pc:spChg>
        <pc:spChg chg="del mod ord">
          <ac:chgData name="Croney, Aynslie (NBCC)" userId="5b4b8641-5be5-4a22-b80a-b2335657ba3c" providerId="ADAL" clId="{37570E6E-2003-4D91-B5AC-B452EC7E0FA7}" dt="2026-10-06T10:04:18.342" v="321" actId="700"/>
          <ac:spMkLst>
            <pc:docMk/>
            <pc:sldMk cId="3382756042" sldId="591"/>
            <ac:spMk id="4" creationId="{CEFFB84A-06DB-2B96-C5D2-BC0D1B954F8C}"/>
          </ac:spMkLst>
        </pc:spChg>
        <pc:spChg chg="add mod ord">
          <ac:chgData name="Croney, Aynslie (NBCC)" userId="5b4b8641-5be5-4a22-b80a-b2335657ba3c" providerId="ADAL" clId="{37570E6E-2003-4D91-B5AC-B452EC7E0FA7}" dt="2026-10-06T10:04:28.780" v="329" actId="20577"/>
          <ac:spMkLst>
            <pc:docMk/>
            <pc:sldMk cId="3382756042" sldId="591"/>
            <ac:spMk id="8" creationId="{49AEE225-E9D0-4F1F-C958-55D1F50B78D2}"/>
          </ac:spMkLst>
        </pc:spChg>
        <pc:spChg chg="add del mod ord">
          <ac:chgData name="Croney, Aynslie (NBCC)" userId="5b4b8641-5be5-4a22-b80a-b2335657ba3c" providerId="ADAL" clId="{37570E6E-2003-4D91-B5AC-B452EC7E0FA7}" dt="2026-10-06T10:04:46.120" v="341" actId="478"/>
          <ac:spMkLst>
            <pc:docMk/>
            <pc:sldMk cId="3382756042" sldId="591"/>
            <ac:spMk id="9" creationId="{86622042-B50D-5DCC-EA0F-40ED0174CA25}"/>
          </ac:spMkLst>
        </pc:spChg>
        <pc:spChg chg="add mod ord">
          <ac:chgData name="Croney, Aynslie (NBCC)" userId="5b4b8641-5be5-4a22-b80a-b2335657ba3c" providerId="ADAL" clId="{37570E6E-2003-4D91-B5AC-B452EC7E0FA7}" dt="2026-10-06T10:04:54.836" v="343" actId="313"/>
          <ac:spMkLst>
            <pc:docMk/>
            <pc:sldMk cId="3382756042" sldId="591"/>
            <ac:spMk id="10" creationId="{ED1B2B0A-290E-F776-12C3-777BE50AFE83}"/>
          </ac:spMkLst>
        </pc:spChg>
        <pc:spChg chg="add del mod ord">
          <ac:chgData name="Croney, Aynslie (NBCC)" userId="5b4b8641-5be5-4a22-b80a-b2335657ba3c" providerId="ADAL" clId="{37570E6E-2003-4D91-B5AC-B452EC7E0FA7}" dt="2026-10-06T10:04:47.778" v="342" actId="478"/>
          <ac:spMkLst>
            <pc:docMk/>
            <pc:sldMk cId="3382756042" sldId="591"/>
            <ac:spMk id="11" creationId="{0F00376A-9AA0-BB42-CD11-E3653BB9D6C5}"/>
          </ac:spMkLst>
        </pc:spChg>
        <pc:picChg chg="del">
          <ac:chgData name="Croney, Aynslie (NBCC)" userId="5b4b8641-5be5-4a22-b80a-b2335657ba3c" providerId="ADAL" clId="{37570E6E-2003-4D91-B5AC-B452EC7E0FA7}" dt="2026-10-06T09:56:20.955" v="199" actId="478"/>
          <ac:picMkLst>
            <pc:docMk/>
            <pc:sldMk cId="3382756042" sldId="591"/>
            <ac:picMk id="3" creationId="{55725663-D179-3C27-9DAA-6BBCA919B453}"/>
          </ac:picMkLst>
        </pc:picChg>
        <pc:picChg chg="del">
          <ac:chgData name="Croney, Aynslie (NBCC)" userId="5b4b8641-5be5-4a22-b80a-b2335657ba3c" providerId="ADAL" clId="{37570E6E-2003-4D91-B5AC-B452EC7E0FA7}" dt="2026-10-06T09:56:19.551" v="198" actId="478"/>
          <ac:picMkLst>
            <pc:docMk/>
            <pc:sldMk cId="3382756042" sldId="591"/>
            <ac:picMk id="5" creationId="{8A60CB57-7FEF-E287-856B-E1CF78F48341}"/>
          </ac:picMkLst>
        </pc:picChg>
        <pc:picChg chg="add del mod">
          <ac:chgData name="Croney, Aynslie (NBCC)" userId="5b4b8641-5be5-4a22-b80a-b2335657ba3c" providerId="ADAL" clId="{37570E6E-2003-4D91-B5AC-B452EC7E0FA7}" dt="2026-10-06T10:05:57.480" v="356" actId="478"/>
          <ac:picMkLst>
            <pc:docMk/>
            <pc:sldMk cId="3382756042" sldId="591"/>
            <ac:picMk id="6" creationId="{69FA482D-D1CD-06A5-AFCE-D83E383945F8}"/>
          </ac:picMkLst>
        </pc:picChg>
        <pc:picChg chg="add mod modCrop">
          <ac:chgData name="Croney, Aynslie (NBCC)" userId="5b4b8641-5be5-4a22-b80a-b2335657ba3c" providerId="ADAL" clId="{37570E6E-2003-4D91-B5AC-B452EC7E0FA7}" dt="2026-10-06T10:06:13.839" v="360" actId="1076"/>
          <ac:picMkLst>
            <pc:docMk/>
            <pc:sldMk cId="3382756042" sldId="591"/>
            <ac:picMk id="7" creationId="{30191C4A-6854-C8C3-050D-5E3C10B1496D}"/>
          </ac:picMkLst>
        </pc:picChg>
        <pc:picChg chg="add mod modCrop">
          <ac:chgData name="Croney, Aynslie (NBCC)" userId="5b4b8641-5be5-4a22-b80a-b2335657ba3c" providerId="ADAL" clId="{37570E6E-2003-4D91-B5AC-B452EC7E0FA7}" dt="2026-10-06T10:06:10.473" v="359" actId="1076"/>
          <ac:picMkLst>
            <pc:docMk/>
            <pc:sldMk cId="3382756042" sldId="591"/>
            <ac:picMk id="13" creationId="{EBDFDB9D-3C25-4094-BEAF-2AA5451FC52A}"/>
          </ac:picMkLst>
        </pc:picChg>
      </pc:sldChg>
      <pc:sldChg chg="add del">
        <pc:chgData name="Croney, Aynslie (NBCC)" userId="5b4b8641-5be5-4a22-b80a-b2335657ba3c" providerId="ADAL" clId="{37570E6E-2003-4D91-B5AC-B452EC7E0FA7}" dt="2026-10-06T09:12:37.294" v="4"/>
        <pc:sldMkLst>
          <pc:docMk/>
          <pc:sldMk cId="0" sldId="592"/>
        </pc:sldMkLst>
      </pc:sldChg>
      <pc:sldChg chg="addSp delSp modSp new mod modNotesTx">
        <pc:chgData name="Croney, Aynslie (NBCC)" userId="5b4b8641-5be5-4a22-b80a-b2335657ba3c" providerId="ADAL" clId="{37570E6E-2003-4D91-B5AC-B452EC7E0FA7}" dt="2026-10-06T11:28:22.734" v="730" actId="478"/>
        <pc:sldMkLst>
          <pc:docMk/>
          <pc:sldMk cId="2815603088" sldId="592"/>
        </pc:sldMkLst>
        <pc:spChg chg="mod">
          <ac:chgData name="Croney, Aynslie (NBCC)" userId="5b4b8641-5be5-4a22-b80a-b2335657ba3c" providerId="ADAL" clId="{37570E6E-2003-4D91-B5AC-B452EC7E0FA7}" dt="2026-10-06T10:11:11.903" v="384" actId="20577"/>
          <ac:spMkLst>
            <pc:docMk/>
            <pc:sldMk cId="2815603088" sldId="592"/>
            <ac:spMk id="2" creationId="{B7826857-6A65-9C37-D914-408D7DD76542}"/>
          </ac:spMkLst>
        </pc:spChg>
        <pc:spChg chg="del mod">
          <ac:chgData name="Croney, Aynslie (NBCC)" userId="5b4b8641-5be5-4a22-b80a-b2335657ba3c" providerId="ADAL" clId="{37570E6E-2003-4D91-B5AC-B452EC7E0FA7}" dt="2026-10-06T11:28:20.262" v="729" actId="478"/>
          <ac:spMkLst>
            <pc:docMk/>
            <pc:sldMk cId="2815603088" sldId="592"/>
            <ac:spMk id="3" creationId="{D5B4108C-E82D-BEB4-3F93-183307EDE58C}"/>
          </ac:spMkLst>
        </pc:spChg>
        <pc:spChg chg="add del">
          <ac:chgData name="Croney, Aynslie (NBCC)" userId="5b4b8641-5be5-4a22-b80a-b2335657ba3c" providerId="ADAL" clId="{37570E6E-2003-4D91-B5AC-B452EC7E0FA7}" dt="2026-10-06T11:27:31.226" v="710" actId="22"/>
          <ac:spMkLst>
            <pc:docMk/>
            <pc:sldMk cId="2815603088" sldId="592"/>
            <ac:spMk id="7" creationId="{52471A09-BB1B-066A-80DD-AB6C4C7768AB}"/>
          </ac:spMkLst>
        </pc:spChg>
        <pc:spChg chg="add del mod">
          <ac:chgData name="Croney, Aynslie (NBCC)" userId="5b4b8641-5be5-4a22-b80a-b2335657ba3c" providerId="ADAL" clId="{37570E6E-2003-4D91-B5AC-B452EC7E0FA7}" dt="2026-10-06T11:28:22.734" v="730" actId="478"/>
          <ac:spMkLst>
            <pc:docMk/>
            <pc:sldMk cId="2815603088" sldId="592"/>
            <ac:spMk id="11" creationId="{784785CE-1983-CE49-40AF-7D84968CC0F0}"/>
          </ac:spMkLst>
        </pc:spChg>
        <pc:picChg chg="add mod">
          <ac:chgData name="Croney, Aynslie (NBCC)" userId="5b4b8641-5be5-4a22-b80a-b2335657ba3c" providerId="ADAL" clId="{37570E6E-2003-4D91-B5AC-B452EC7E0FA7}" dt="2026-10-06T11:28:14.318" v="726" actId="14100"/>
          <ac:picMkLst>
            <pc:docMk/>
            <pc:sldMk cId="2815603088" sldId="592"/>
            <ac:picMk id="5" creationId="{4C4E9548-0792-8A94-9FA6-8042A86650F0}"/>
          </ac:picMkLst>
        </pc:picChg>
        <pc:picChg chg="add mod">
          <ac:chgData name="Croney, Aynslie (NBCC)" userId="5b4b8641-5be5-4a22-b80a-b2335657ba3c" providerId="ADAL" clId="{37570E6E-2003-4D91-B5AC-B452EC7E0FA7}" dt="2026-10-06T11:28:16.670" v="727" actId="1076"/>
          <ac:picMkLst>
            <pc:docMk/>
            <pc:sldMk cId="2815603088" sldId="592"/>
            <ac:picMk id="9" creationId="{057FE12D-076D-3E42-8D1B-760982B561D5}"/>
          </ac:picMkLst>
        </pc:picChg>
      </pc:sldChg>
      <pc:sldChg chg="add del">
        <pc:chgData name="Croney, Aynslie (NBCC)" userId="5b4b8641-5be5-4a22-b80a-b2335657ba3c" providerId="ADAL" clId="{37570E6E-2003-4D91-B5AC-B452EC7E0FA7}" dt="2026-10-06T09:12:37.294" v="4"/>
        <pc:sldMkLst>
          <pc:docMk/>
          <pc:sldMk cId="3694744081" sldId="593"/>
        </pc:sldMkLst>
      </pc:sldChg>
      <pc:sldChg chg="addSp modSp new mod modClrScheme chgLayout modNotesTx">
        <pc:chgData name="Croney, Aynslie (NBCC)" userId="5b4b8641-5be5-4a22-b80a-b2335657ba3c" providerId="ADAL" clId="{37570E6E-2003-4D91-B5AC-B452EC7E0FA7}" dt="2026-10-06T11:13:01.443" v="629" actId="5793"/>
        <pc:sldMkLst>
          <pc:docMk/>
          <pc:sldMk cId="3748449442" sldId="593"/>
        </pc:sldMkLst>
        <pc:spChg chg="mod ord">
          <ac:chgData name="Croney, Aynslie (NBCC)" userId="5b4b8641-5be5-4a22-b80a-b2335657ba3c" providerId="ADAL" clId="{37570E6E-2003-4D91-B5AC-B452EC7E0FA7}" dt="2026-10-06T11:11:57.194" v="614" actId="700"/>
          <ac:spMkLst>
            <pc:docMk/>
            <pc:sldMk cId="3748449442" sldId="593"/>
            <ac:spMk id="2" creationId="{39E0FE39-EC98-60ED-C7C4-753196140338}"/>
          </ac:spMkLst>
        </pc:spChg>
        <pc:spChg chg="mod ord">
          <ac:chgData name="Croney, Aynslie (NBCC)" userId="5b4b8641-5be5-4a22-b80a-b2335657ba3c" providerId="ADAL" clId="{37570E6E-2003-4D91-B5AC-B452EC7E0FA7}" dt="2026-10-06T11:12:14.777" v="616" actId="14100"/>
          <ac:spMkLst>
            <pc:docMk/>
            <pc:sldMk cId="3748449442" sldId="593"/>
            <ac:spMk id="3" creationId="{CA21D26F-4810-B415-9CA5-F0A898594AB9}"/>
          </ac:spMkLst>
        </pc:spChg>
        <pc:spChg chg="add mod ord">
          <ac:chgData name="Croney, Aynslie (NBCC)" userId="5b4b8641-5be5-4a22-b80a-b2335657ba3c" providerId="ADAL" clId="{37570E6E-2003-4D91-B5AC-B452EC7E0FA7}" dt="2026-10-06T11:13:01.443" v="629" actId="5793"/>
          <ac:spMkLst>
            <pc:docMk/>
            <pc:sldMk cId="3748449442" sldId="593"/>
            <ac:spMk id="4" creationId="{FFBAC0F1-40B5-C161-8935-EF467E85F78D}"/>
          </ac:spMkLst>
        </pc:spChg>
      </pc:sldChg>
      <pc:sldChg chg="add del">
        <pc:chgData name="Croney, Aynslie (NBCC)" userId="5b4b8641-5be5-4a22-b80a-b2335657ba3c" providerId="ADAL" clId="{37570E6E-2003-4D91-B5AC-B452EC7E0FA7}" dt="2026-10-06T09:12:37.294" v="4"/>
        <pc:sldMkLst>
          <pc:docMk/>
          <pc:sldMk cId="2294159918" sldId="594"/>
        </pc:sldMkLst>
      </pc:sldChg>
      <pc:sldChg chg="modSp new del mod modNotesTx">
        <pc:chgData name="Croney, Aynslie (NBCC)" userId="5b4b8641-5be5-4a22-b80a-b2335657ba3c" providerId="ADAL" clId="{37570E6E-2003-4D91-B5AC-B452EC7E0FA7}" dt="2026-10-06T11:12:40.838" v="621" actId="47"/>
        <pc:sldMkLst>
          <pc:docMk/>
          <pc:sldMk cId="4004067300" sldId="594"/>
        </pc:sldMkLst>
        <pc:spChg chg="mod">
          <ac:chgData name="Croney, Aynslie (NBCC)" userId="5b4b8641-5be5-4a22-b80a-b2335657ba3c" providerId="ADAL" clId="{37570E6E-2003-4D91-B5AC-B452EC7E0FA7}" dt="2026-10-06T10:21:01.597" v="419"/>
          <ac:spMkLst>
            <pc:docMk/>
            <pc:sldMk cId="4004067300" sldId="594"/>
            <ac:spMk id="2" creationId="{F32D9483-AED5-7080-CB29-D600DEC275A8}"/>
          </ac:spMkLst>
        </pc:spChg>
        <pc:spChg chg="mod">
          <ac:chgData name="Croney, Aynslie (NBCC)" userId="5b4b8641-5be5-4a22-b80a-b2335657ba3c" providerId="ADAL" clId="{37570E6E-2003-4D91-B5AC-B452EC7E0FA7}" dt="2026-10-06T10:21:13.760" v="421" actId="5793"/>
          <ac:spMkLst>
            <pc:docMk/>
            <pc:sldMk cId="4004067300" sldId="594"/>
            <ac:spMk id="3" creationId="{3A8E283B-329D-478F-B0C1-539AE69B7A90}"/>
          </ac:spMkLst>
        </pc:spChg>
      </pc:sldChg>
      <pc:sldChg chg="add del">
        <pc:chgData name="Croney, Aynslie (NBCC)" userId="5b4b8641-5be5-4a22-b80a-b2335657ba3c" providerId="ADAL" clId="{37570E6E-2003-4D91-B5AC-B452EC7E0FA7}" dt="2026-10-06T09:12:37.294" v="4"/>
        <pc:sldMkLst>
          <pc:docMk/>
          <pc:sldMk cId="2292680930" sldId="595"/>
        </pc:sldMkLst>
      </pc:sldChg>
      <pc:sldChg chg="modSp new mod ord modNotesTx">
        <pc:chgData name="Croney, Aynslie (NBCC)" userId="5b4b8641-5be5-4a22-b80a-b2335657ba3c" providerId="ADAL" clId="{37570E6E-2003-4D91-B5AC-B452EC7E0FA7}" dt="2026-10-06T10:24:03.770" v="442"/>
        <pc:sldMkLst>
          <pc:docMk/>
          <pc:sldMk cId="3609621886" sldId="595"/>
        </pc:sldMkLst>
        <pc:spChg chg="mod">
          <ac:chgData name="Croney, Aynslie (NBCC)" userId="5b4b8641-5be5-4a22-b80a-b2335657ba3c" providerId="ADAL" clId="{37570E6E-2003-4D91-B5AC-B452EC7E0FA7}" dt="2026-10-06T10:22:35.127" v="428"/>
          <ac:spMkLst>
            <pc:docMk/>
            <pc:sldMk cId="3609621886" sldId="595"/>
            <ac:spMk id="2" creationId="{B7951533-55B3-806E-1351-4644DD75F2CB}"/>
          </ac:spMkLst>
        </pc:spChg>
        <pc:spChg chg="mod">
          <ac:chgData name="Croney, Aynslie (NBCC)" userId="5b4b8641-5be5-4a22-b80a-b2335657ba3c" providerId="ADAL" clId="{37570E6E-2003-4D91-B5AC-B452EC7E0FA7}" dt="2026-10-06T10:23:09.019" v="432" actId="6549"/>
          <ac:spMkLst>
            <pc:docMk/>
            <pc:sldMk cId="3609621886" sldId="595"/>
            <ac:spMk id="3" creationId="{723D2232-3541-CF3C-8743-E7DA4A62B872}"/>
          </ac:spMkLst>
        </pc:spChg>
      </pc:sldChg>
      <pc:sldChg chg="addSp modSp new mod modClrScheme chgLayout modNotesTx">
        <pc:chgData name="Croney, Aynslie (NBCC)" userId="5b4b8641-5be5-4a22-b80a-b2335657ba3c" providerId="ADAL" clId="{37570E6E-2003-4D91-B5AC-B452EC7E0FA7}" dt="2026-10-06T11:19:38.593" v="687" actId="1076"/>
        <pc:sldMkLst>
          <pc:docMk/>
          <pc:sldMk cId="2484551988" sldId="596"/>
        </pc:sldMkLst>
        <pc:spChg chg="mod ord">
          <ac:chgData name="Croney, Aynslie (NBCC)" userId="5b4b8641-5be5-4a22-b80a-b2335657ba3c" providerId="ADAL" clId="{37570E6E-2003-4D91-B5AC-B452EC7E0FA7}" dt="2026-10-06T11:17:46.433" v="668" actId="700"/>
          <ac:spMkLst>
            <pc:docMk/>
            <pc:sldMk cId="2484551988" sldId="596"/>
            <ac:spMk id="2" creationId="{D8C20AB0-72F5-F191-6D08-834DCEB8E73A}"/>
          </ac:spMkLst>
        </pc:spChg>
        <pc:spChg chg="mod ord">
          <ac:chgData name="Croney, Aynslie (NBCC)" userId="5b4b8641-5be5-4a22-b80a-b2335657ba3c" providerId="ADAL" clId="{37570E6E-2003-4D91-B5AC-B452EC7E0FA7}" dt="2026-10-06T11:19:38.593" v="687" actId="1076"/>
          <ac:spMkLst>
            <pc:docMk/>
            <pc:sldMk cId="2484551988" sldId="596"/>
            <ac:spMk id="3" creationId="{176FD6B9-FEAC-B605-0189-2D3ABE729150}"/>
          </ac:spMkLst>
        </pc:spChg>
        <pc:spChg chg="add mod ord">
          <ac:chgData name="Croney, Aynslie (NBCC)" userId="5b4b8641-5be5-4a22-b80a-b2335657ba3c" providerId="ADAL" clId="{37570E6E-2003-4D91-B5AC-B452EC7E0FA7}" dt="2026-10-06T11:19:38.593" v="687" actId="1076"/>
          <ac:spMkLst>
            <pc:docMk/>
            <pc:sldMk cId="2484551988" sldId="596"/>
            <ac:spMk id="4" creationId="{0A5A8151-EEE2-D94F-7103-C816E6C1B7B7}"/>
          </ac:spMkLst>
        </pc:spChg>
        <pc:spChg chg="add mod ord">
          <ac:chgData name="Croney, Aynslie (NBCC)" userId="5b4b8641-5be5-4a22-b80a-b2335657ba3c" providerId="ADAL" clId="{37570E6E-2003-4D91-B5AC-B452EC7E0FA7}" dt="2026-10-06T11:19:38.593" v="687" actId="1076"/>
          <ac:spMkLst>
            <pc:docMk/>
            <pc:sldMk cId="2484551988" sldId="596"/>
            <ac:spMk id="5" creationId="{5F285B28-7506-2492-04E1-0F3BF6B7241B}"/>
          </ac:spMkLst>
        </pc:spChg>
        <pc:spChg chg="add mod ord">
          <ac:chgData name="Croney, Aynslie (NBCC)" userId="5b4b8641-5be5-4a22-b80a-b2335657ba3c" providerId="ADAL" clId="{37570E6E-2003-4D91-B5AC-B452EC7E0FA7}" dt="2026-10-06T11:19:38.593" v="687" actId="1076"/>
          <ac:spMkLst>
            <pc:docMk/>
            <pc:sldMk cId="2484551988" sldId="596"/>
            <ac:spMk id="6" creationId="{0666C611-3285-D6B5-6071-66DDDB8C1DC9}"/>
          </ac:spMkLst>
        </pc:spChg>
      </pc:sldChg>
      <pc:sldChg chg="modSp new del mod modNotesTx">
        <pc:chgData name="Croney, Aynslie (NBCC)" userId="5b4b8641-5be5-4a22-b80a-b2335657ba3c" providerId="ADAL" clId="{37570E6E-2003-4D91-B5AC-B452EC7E0FA7}" dt="2026-10-06T11:19:11.909" v="686" actId="47"/>
        <pc:sldMkLst>
          <pc:docMk/>
          <pc:sldMk cId="3447643804" sldId="597"/>
        </pc:sldMkLst>
        <pc:spChg chg="mod">
          <ac:chgData name="Croney, Aynslie (NBCC)" userId="5b4b8641-5be5-4a22-b80a-b2335657ba3c" providerId="ADAL" clId="{37570E6E-2003-4D91-B5AC-B452EC7E0FA7}" dt="2026-10-06T10:25:55.214" v="454"/>
          <ac:spMkLst>
            <pc:docMk/>
            <pc:sldMk cId="3447643804" sldId="597"/>
            <ac:spMk id="2" creationId="{872098DF-CC3E-DBF8-41F8-D6357F8955E5}"/>
          </ac:spMkLst>
        </pc:spChg>
        <pc:spChg chg="mod">
          <ac:chgData name="Croney, Aynslie (NBCC)" userId="5b4b8641-5be5-4a22-b80a-b2335657ba3c" providerId="ADAL" clId="{37570E6E-2003-4D91-B5AC-B452EC7E0FA7}" dt="2026-10-06T10:26:13.723" v="458" actId="20577"/>
          <ac:spMkLst>
            <pc:docMk/>
            <pc:sldMk cId="3447643804" sldId="597"/>
            <ac:spMk id="3" creationId="{7FF07F6C-190D-AB3F-6544-189B94C8D940}"/>
          </ac:spMkLst>
        </pc:spChg>
      </pc:sldChg>
      <pc:sldChg chg="modSp new del mod">
        <pc:chgData name="Croney, Aynslie (NBCC)" userId="5b4b8641-5be5-4a22-b80a-b2335657ba3c" providerId="ADAL" clId="{37570E6E-2003-4D91-B5AC-B452EC7E0FA7}" dt="2026-10-06T11:20:55.198" v="688" actId="47"/>
        <pc:sldMkLst>
          <pc:docMk/>
          <pc:sldMk cId="1590486904" sldId="598"/>
        </pc:sldMkLst>
        <pc:spChg chg="mod">
          <ac:chgData name="Croney, Aynslie (NBCC)" userId="5b4b8641-5be5-4a22-b80a-b2335657ba3c" providerId="ADAL" clId="{37570E6E-2003-4D91-B5AC-B452EC7E0FA7}" dt="2026-10-06T10:27:11.265" v="466"/>
          <ac:spMkLst>
            <pc:docMk/>
            <pc:sldMk cId="1590486904" sldId="598"/>
            <ac:spMk id="2" creationId="{5F27D053-0BC7-CE78-CE4B-BD5F4C60E553}"/>
          </ac:spMkLst>
        </pc:spChg>
        <pc:spChg chg="mod">
          <ac:chgData name="Croney, Aynslie (NBCC)" userId="5b4b8641-5be5-4a22-b80a-b2335657ba3c" providerId="ADAL" clId="{37570E6E-2003-4D91-B5AC-B452EC7E0FA7}" dt="2026-10-06T10:27:52.497" v="480" actId="13926"/>
          <ac:spMkLst>
            <pc:docMk/>
            <pc:sldMk cId="1590486904" sldId="598"/>
            <ac:spMk id="3" creationId="{3FB2DEEA-FB3D-7F09-C970-2981183D50D2}"/>
          </ac:spMkLst>
        </pc:spChg>
      </pc:sldChg>
      <pc:sldChg chg="addSp modSp new mod modAnim modNotesTx">
        <pc:chgData name="Croney, Aynslie (NBCC)" userId="5b4b8641-5be5-4a22-b80a-b2335657ba3c" providerId="ADAL" clId="{37570E6E-2003-4D91-B5AC-B452EC7E0FA7}" dt="2026-10-06T10:35:11.928" v="567" actId="12"/>
        <pc:sldMkLst>
          <pc:docMk/>
          <pc:sldMk cId="4293337448" sldId="599"/>
        </pc:sldMkLst>
        <pc:spChg chg="mod">
          <ac:chgData name="Croney, Aynslie (NBCC)" userId="5b4b8641-5be5-4a22-b80a-b2335657ba3c" providerId="ADAL" clId="{37570E6E-2003-4D91-B5AC-B452EC7E0FA7}" dt="2026-10-06T10:28:32.646" v="482"/>
          <ac:spMkLst>
            <pc:docMk/>
            <pc:sldMk cId="4293337448" sldId="599"/>
            <ac:spMk id="2" creationId="{A4D62674-2850-A4A0-491E-EC7BCADEAA78}"/>
          </ac:spMkLst>
        </pc:spChg>
        <pc:spChg chg="mod">
          <ac:chgData name="Croney, Aynslie (NBCC)" userId="5b4b8641-5be5-4a22-b80a-b2335657ba3c" providerId="ADAL" clId="{37570E6E-2003-4D91-B5AC-B452EC7E0FA7}" dt="2026-10-06T10:30:55.948" v="537" actId="21"/>
          <ac:spMkLst>
            <pc:docMk/>
            <pc:sldMk cId="4293337448" sldId="599"/>
            <ac:spMk id="3" creationId="{016E5CFC-F7CD-77C5-3228-DB16F6592870}"/>
          </ac:spMkLst>
        </pc:spChg>
        <pc:spChg chg="add mod">
          <ac:chgData name="Croney, Aynslie (NBCC)" userId="5b4b8641-5be5-4a22-b80a-b2335657ba3c" providerId="ADAL" clId="{37570E6E-2003-4D91-B5AC-B452EC7E0FA7}" dt="2026-10-06T10:33:22.295" v="556" actId="1076"/>
          <ac:spMkLst>
            <pc:docMk/>
            <pc:sldMk cId="4293337448" sldId="599"/>
            <ac:spMk id="4" creationId="{0D402EDF-A3F9-D14B-AB25-120143AF386A}"/>
          </ac:spMkLst>
        </pc:spChg>
        <pc:spChg chg="add mod">
          <ac:chgData name="Croney, Aynslie (NBCC)" userId="5b4b8641-5be5-4a22-b80a-b2335657ba3c" providerId="ADAL" clId="{37570E6E-2003-4D91-B5AC-B452EC7E0FA7}" dt="2026-10-06T10:32:26.092" v="548"/>
          <ac:spMkLst>
            <pc:docMk/>
            <pc:sldMk cId="4293337448" sldId="599"/>
            <ac:spMk id="5" creationId="{BEF31538-1ADF-18F3-7BB7-4CB513D4A588}"/>
          </ac:spMkLst>
        </pc:spChg>
        <pc:spChg chg="add mod">
          <ac:chgData name="Croney, Aynslie (NBCC)" userId="5b4b8641-5be5-4a22-b80a-b2335657ba3c" providerId="ADAL" clId="{37570E6E-2003-4D91-B5AC-B452EC7E0FA7}" dt="2026-10-06T10:32:44.503" v="551"/>
          <ac:spMkLst>
            <pc:docMk/>
            <pc:sldMk cId="4293337448" sldId="599"/>
            <ac:spMk id="6" creationId="{5D014D4D-40AA-EF0C-9A9F-50F2F2304868}"/>
          </ac:spMkLst>
        </pc:spChg>
      </pc:sldChg>
      <pc:sldChg chg="addSp delSp modSp add mod modNotesTx">
        <pc:chgData name="Croney, Aynslie (NBCC)" userId="5b4b8641-5be5-4a22-b80a-b2335657ba3c" providerId="ADAL" clId="{37570E6E-2003-4D91-B5AC-B452EC7E0FA7}" dt="2026-10-06T11:17:15.117" v="667" actId="1076"/>
        <pc:sldMkLst>
          <pc:docMk/>
          <pc:sldMk cId="958562558" sldId="600"/>
        </pc:sldMkLst>
        <pc:spChg chg="del">
          <ac:chgData name="Croney, Aynslie (NBCC)" userId="5b4b8641-5be5-4a22-b80a-b2335657ba3c" providerId="ADAL" clId="{37570E6E-2003-4D91-B5AC-B452EC7E0FA7}" dt="2026-10-06T11:11:02.128" v="612"/>
          <ac:spMkLst>
            <pc:docMk/>
            <pc:sldMk cId="958562558" sldId="600"/>
            <ac:spMk id="3" creationId="{C86B2BB4-27AA-8AE9-AF9D-5AFAB1531770}"/>
          </ac:spMkLst>
        </pc:spChg>
        <pc:picChg chg="add mod">
          <ac:chgData name="Croney, Aynslie (NBCC)" userId="5b4b8641-5be5-4a22-b80a-b2335657ba3c" providerId="ADAL" clId="{37570E6E-2003-4D91-B5AC-B452EC7E0FA7}" dt="2026-10-06T11:17:15.117" v="667" actId="1076"/>
          <ac:picMkLst>
            <pc:docMk/>
            <pc:sldMk cId="958562558" sldId="600"/>
            <ac:picMk id="4" creationId="{5627248E-68E3-99AD-D6D9-4CFE293BD8C1}"/>
          </ac:picMkLst>
        </pc:picChg>
        <pc:picChg chg="del">
          <ac:chgData name="Croney, Aynslie (NBCC)" userId="5b4b8641-5be5-4a22-b80a-b2335657ba3c" providerId="ADAL" clId="{37570E6E-2003-4D91-B5AC-B452EC7E0FA7}" dt="2026-10-06T11:10:59.515" v="611" actId="478"/>
          <ac:picMkLst>
            <pc:docMk/>
            <pc:sldMk cId="958562558" sldId="600"/>
            <ac:picMk id="5" creationId="{C0827B24-9F9B-AAF8-83DA-A158B14D57A6}"/>
          </ac:picMkLst>
        </pc:picChg>
      </pc:sldChg>
      <pc:sldMasterChg chg="delSldLayout">
        <pc:chgData name="Croney, Aynslie (NBCC)" userId="5b4b8641-5be5-4a22-b80a-b2335657ba3c" providerId="ADAL" clId="{37570E6E-2003-4D91-B5AC-B452EC7E0FA7}" dt="2026-10-06T10:18:24.387" v="407" actId="47"/>
        <pc:sldMasterMkLst>
          <pc:docMk/>
          <pc:sldMasterMk cId="161051042" sldId="2147483873"/>
        </pc:sldMasterMkLst>
        <pc:sldLayoutChg chg="del">
          <pc:chgData name="Croney, Aynslie (NBCC)" userId="5b4b8641-5be5-4a22-b80a-b2335657ba3c" providerId="ADAL" clId="{37570E6E-2003-4D91-B5AC-B452EC7E0FA7}" dt="2026-10-06T10:18:24.387" v="407" actId="47"/>
          <pc:sldLayoutMkLst>
            <pc:docMk/>
            <pc:sldMasterMk cId="161051042" sldId="2147483873"/>
            <pc:sldLayoutMk cId="3667932662" sldId="214748389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611630" y="194310"/>
            <a:ext cx="3223260" cy="2417445"/>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2743200"/>
            <a:ext cx="5486400" cy="58293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9DD69C-4B04-4343-9720-E123BD0E3FF9}" type="slidenum">
              <a:rPr lang="en-CA" smtClean="0"/>
              <a:t>‹#›</a:t>
            </a:fld>
            <a:endParaRPr lang="en-CA"/>
          </a:p>
        </p:txBody>
      </p:sp>
    </p:spTree>
    <p:extLst>
      <p:ext uri="{BB962C8B-B14F-4D97-AF65-F5344CB8AC3E}">
        <p14:creationId xmlns:p14="http://schemas.microsoft.com/office/powerpoint/2010/main" val="2533261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ixdf.org/literature/topics/page-structure"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ixdf.org/literature/topics/illustration" TargetMode="External"/><Relationship Id="rId4" Type="http://schemas.openxmlformats.org/officeDocument/2006/relationships/hyperlink" Target="https://ixdf.org/literature/topics/forgiving-formats"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ixdf.org/literature/topics/golden-ratio"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youtube.com/watch?v=oNzT_vEp1pM&amp;t=2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fabrikbrands.com/branding-matters/graphic-design/alignment-in-graphic-design-alignment-principle-of-desig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owl.english.purdue.edu/owl/resource/739/02/"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graphicdesignfundamentals.com/how-to-use-alignment-to-improve-your-design/" TargetMode="External"/><Relationship Id="rId5" Type="http://schemas.openxmlformats.org/officeDocument/2006/relationships/hyperlink" Target="http://uxmovement.com/content/why-you-should-never-center-align-paragraph-text/" TargetMode="External"/><Relationship Id="rId4" Type="http://schemas.openxmlformats.org/officeDocument/2006/relationships/hyperlink" Target="http://desktoppub.about.com/od/alignment/ss/alignment.htm"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fluidesigns.in/blog/how-to-differentiate-between-good-design-vs-bad-design"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dirty="0"/>
              <a:t>We have looked at the </a:t>
            </a:r>
            <a:r>
              <a:rPr lang="en-US" b="1" dirty="0"/>
              <a:t>elements (</a:t>
            </a:r>
            <a:r>
              <a:rPr lang="en-US" dirty="0"/>
              <a:t>ingredients) of design (line, shape, size, texture, </a:t>
            </a:r>
            <a:r>
              <a:rPr lang="en-US" dirty="0" err="1"/>
              <a:t>colour</a:t>
            </a:r>
            <a:r>
              <a:rPr lang="en-US" dirty="0"/>
              <a:t>, direction). </a:t>
            </a:r>
          </a:p>
          <a:p>
            <a:endParaRPr lang="en-US" dirty="0"/>
          </a:p>
          <a:p>
            <a:r>
              <a:rPr lang="en-US" dirty="0"/>
              <a:t>Today we start to look at the </a:t>
            </a:r>
            <a:r>
              <a:rPr lang="en-US" b="1" dirty="0"/>
              <a:t>recipe</a:t>
            </a:r>
            <a:r>
              <a:rPr lang="en-US" dirty="0"/>
              <a:t>: the </a:t>
            </a:r>
            <a:r>
              <a:rPr lang="en-US" b="1" dirty="0"/>
              <a:t>principles</a:t>
            </a:r>
            <a:r>
              <a:rPr lang="en-US" dirty="0"/>
              <a:t> that tell us </a:t>
            </a:r>
            <a:r>
              <a:rPr lang="en-US" i="1" dirty="0"/>
              <a:t>how</a:t>
            </a:r>
            <a:r>
              <a:rPr lang="en-US" dirty="0"/>
              <a:t> to arrange those ingredients.”</a:t>
            </a:r>
          </a:p>
          <a:p>
            <a:endParaRPr lang="en-US" dirty="0"/>
          </a:p>
          <a:p>
            <a:r>
              <a:rPr lang="en-US" dirty="0"/>
              <a:t>Principles help us create </a:t>
            </a:r>
            <a:r>
              <a:rPr lang="en-US" b="1" dirty="0"/>
              <a:t>clarity, order, and emphasis</a:t>
            </a:r>
            <a:r>
              <a:rPr lang="en-US" dirty="0"/>
              <a:t>. </a:t>
            </a:r>
          </a:p>
          <a:p>
            <a:endParaRPr lang="en-US" dirty="0"/>
          </a:p>
          <a:p>
            <a:r>
              <a:rPr lang="en-US" dirty="0"/>
              <a:t>When a design ‘just works,’ it’s because these principles are doing heavy lifting behind the scenes.</a:t>
            </a:r>
          </a:p>
          <a:p>
            <a:endParaRPr lang="en-US" dirty="0"/>
          </a:p>
          <a:p>
            <a:r>
              <a:rPr lang="en-US" dirty="0"/>
              <a:t>As we go, keep asking: </a:t>
            </a:r>
            <a:r>
              <a:rPr lang="en-US" i="1" dirty="0"/>
              <a:t>What principle is at work?</a:t>
            </a:r>
            <a:r>
              <a:rPr lang="en-US" dirty="0"/>
              <a:t> and </a:t>
            </a:r>
            <a:r>
              <a:rPr lang="en-US" i="1" dirty="0"/>
              <a:t>How does it help the message?</a:t>
            </a:r>
            <a:endParaRPr lang="en-US" dirty="0"/>
          </a:p>
          <a:p>
            <a:endParaRPr lang="en-US" b="1" dirty="0"/>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1</a:t>
            </a:fld>
            <a:endParaRPr lang="en-CA"/>
          </a:p>
        </p:txBody>
      </p:sp>
    </p:spTree>
    <p:extLst>
      <p:ext uri="{BB962C8B-B14F-4D97-AF65-F5344CB8AC3E}">
        <p14:creationId xmlns:p14="http://schemas.microsoft.com/office/powerpoint/2010/main" val="3312991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dirty="0"/>
              <a:t>These six are our core </a:t>
            </a:r>
            <a:r>
              <a:rPr lang="en-US" b="1" dirty="0"/>
              <a:t>layout rules</a:t>
            </a:r>
            <a:r>
              <a:rPr lang="en-US" dirty="0"/>
              <a:t>. </a:t>
            </a:r>
          </a:p>
          <a:p>
            <a:endParaRPr lang="en-US" dirty="0"/>
          </a:p>
          <a:p>
            <a:r>
              <a:rPr lang="en-US" dirty="0"/>
              <a:t>There are others you’ll meet later (like rhythm), but mastering these six will transform how you design and critique.</a:t>
            </a:r>
          </a:p>
          <a:p>
            <a:endParaRPr lang="en-US" dirty="0"/>
          </a:p>
          <a:p>
            <a:r>
              <a:rPr lang="en-US" dirty="0"/>
              <a:t>Think of them as </a:t>
            </a:r>
            <a:r>
              <a:rPr lang="en-US" b="1" dirty="0"/>
              <a:t>questions</a:t>
            </a:r>
            <a:r>
              <a:rPr lang="en-US" dirty="0"/>
              <a:t> to test your work:</a:t>
            </a:r>
          </a:p>
          <a:p>
            <a:pPr lvl="1"/>
            <a:r>
              <a:rPr lang="en-US" i="1" dirty="0"/>
              <a:t>Balance:</a:t>
            </a:r>
            <a:r>
              <a:rPr lang="en-US" dirty="0"/>
              <a:t> Does the page feel stable or lopsided?</a:t>
            </a:r>
          </a:p>
          <a:p>
            <a:pPr lvl="1"/>
            <a:r>
              <a:rPr lang="en-US" i="1" dirty="0"/>
              <a:t>Proximity:</a:t>
            </a:r>
            <a:r>
              <a:rPr lang="en-US" dirty="0"/>
              <a:t> Are related things close together?</a:t>
            </a:r>
          </a:p>
          <a:p>
            <a:pPr lvl="1"/>
            <a:r>
              <a:rPr lang="en-US" i="1" dirty="0"/>
              <a:t>Alignment:</a:t>
            </a:r>
            <a:r>
              <a:rPr lang="en-US" dirty="0"/>
              <a:t> Do edges line up along an invisible grid?</a:t>
            </a:r>
          </a:p>
          <a:p>
            <a:pPr lvl="1"/>
            <a:r>
              <a:rPr lang="en-US" i="1" dirty="0"/>
              <a:t>Repetition:</a:t>
            </a:r>
            <a:r>
              <a:rPr lang="en-US" dirty="0"/>
              <a:t> Are you creating unity with consistent choices?</a:t>
            </a:r>
          </a:p>
          <a:p>
            <a:pPr lvl="1"/>
            <a:r>
              <a:rPr lang="en-US" i="1" dirty="0"/>
              <a:t>Contrast:</a:t>
            </a:r>
            <a:r>
              <a:rPr lang="en-US" dirty="0"/>
              <a:t> What stands out first? Why?</a:t>
            </a:r>
          </a:p>
          <a:p>
            <a:pPr lvl="1"/>
            <a:r>
              <a:rPr lang="en-US" i="1" dirty="0"/>
              <a:t>Space:</a:t>
            </a:r>
            <a:r>
              <a:rPr lang="en-US" dirty="0"/>
              <a:t> Is there breathing room, or is it crammed?</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a:t>
            </a:fld>
            <a:endParaRPr lang="en-CA"/>
          </a:p>
        </p:txBody>
      </p:sp>
    </p:spTree>
    <p:extLst>
      <p:ext uri="{BB962C8B-B14F-4D97-AF65-F5344CB8AC3E}">
        <p14:creationId xmlns:p14="http://schemas.microsoft.com/office/powerpoint/2010/main" val="1485895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dirty="0"/>
              <a:t>Ask “Where do your eyes go first?” often—it trains hierarchy thinking.</a:t>
            </a:r>
          </a:p>
          <a:p>
            <a:endParaRPr lang="en-US" dirty="0"/>
          </a:p>
          <a:p>
            <a:r>
              <a:rPr lang="en-US" b="1" dirty="0"/>
              <a:t>Definition (say):</a:t>
            </a:r>
            <a:endParaRPr lang="en-US" dirty="0"/>
          </a:p>
          <a:p>
            <a:r>
              <a:rPr lang="en-US" dirty="0"/>
              <a:t>“</a:t>
            </a:r>
            <a:r>
              <a:rPr lang="en-US" b="1" dirty="0"/>
              <a:t>Alignment</a:t>
            </a:r>
            <a:r>
              <a:rPr lang="en-US" dirty="0"/>
              <a:t> is lining up edges along </a:t>
            </a:r>
            <a:r>
              <a:rPr lang="en-US" b="1" dirty="0"/>
              <a:t>invisible lines</a:t>
            </a:r>
            <a:r>
              <a:rPr lang="en-US" dirty="0"/>
              <a:t> (a grid). It creates </a:t>
            </a:r>
            <a:r>
              <a:rPr lang="en-US" b="1" dirty="0"/>
              <a:t>order</a:t>
            </a:r>
            <a:r>
              <a:rPr lang="en-US" dirty="0"/>
              <a:t> and visual connections between things.”</a:t>
            </a:r>
          </a:p>
          <a:p>
            <a:endParaRPr lang="en-US" b="1" dirty="0"/>
          </a:p>
          <a:p>
            <a:r>
              <a:rPr lang="en-US" b="1" dirty="0"/>
              <a:t>Why it matters:</a:t>
            </a:r>
            <a:endParaRPr lang="en-US" dirty="0"/>
          </a:p>
          <a:p>
            <a:r>
              <a:rPr lang="en-US" dirty="0"/>
              <a:t>“Viewers feel alignment even if they don’t see the grid. Misalignment feels </a:t>
            </a:r>
            <a:r>
              <a:rPr lang="en-US" b="1" dirty="0"/>
              <a:t>amateur</a:t>
            </a:r>
            <a:r>
              <a:rPr lang="en-US" dirty="0"/>
              <a:t>.”</a:t>
            </a:r>
          </a:p>
          <a:p>
            <a:r>
              <a:rPr lang="en-US" dirty="0"/>
              <a:t>“Aligned edges and baselines make long text more </a:t>
            </a:r>
            <a:r>
              <a:rPr lang="en-US" b="1" dirty="0"/>
              <a:t>readable</a:t>
            </a:r>
            <a:r>
              <a:rPr lang="en-US" dirty="0"/>
              <a:t>.”</a:t>
            </a:r>
          </a:p>
        </p:txBody>
      </p:sp>
      <p:sp>
        <p:nvSpPr>
          <p:cNvPr id="4" name="Slide Number Placeholder 3"/>
          <p:cNvSpPr>
            <a:spLocks noGrp="1"/>
          </p:cNvSpPr>
          <p:nvPr>
            <p:ph type="sldNum" sz="quarter" idx="5"/>
          </p:nvPr>
        </p:nvSpPr>
        <p:spPr/>
        <p:txBody>
          <a:bodyPr/>
          <a:lstStyle/>
          <a:p>
            <a:fld id="{E59DD69C-4B04-4343-9720-E123BD0E3FF9}" type="slidenum">
              <a:rPr lang="en-CA" smtClean="0"/>
              <a:t>3</a:t>
            </a:fld>
            <a:endParaRPr lang="en-CA"/>
          </a:p>
        </p:txBody>
      </p:sp>
    </p:spTree>
    <p:extLst>
      <p:ext uri="{BB962C8B-B14F-4D97-AF65-F5344CB8AC3E}">
        <p14:creationId xmlns:p14="http://schemas.microsoft.com/office/powerpoint/2010/main" val="3205685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Most professional designers rarely place elements randomly.</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Instead, they use a grid system as an invisible framework.</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Think of a grid like the framework of a house.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You may not see it in the finished house, but it supports everything inside.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 grid helps designers: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Decide where text should go</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Align images consistently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Create visual hierarchy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Maintain balance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Without a grid, layouts often feel disconnected or disorganized.</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With a grid, viewers can understand information more quickly.</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4</a:t>
            </a:fld>
            <a:endParaRPr lang="en-CA"/>
          </a:p>
        </p:txBody>
      </p:sp>
    </p:spTree>
    <p:extLst>
      <p:ext uri="{BB962C8B-B14F-4D97-AF65-F5344CB8AC3E}">
        <p14:creationId xmlns:p14="http://schemas.microsoft.com/office/powerpoint/2010/main" val="1761896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Grids are everywhere.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Open almost any website and you'll find a hidden grid helping organize content.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Magazine layouts often use multiple columns.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Social media campaigns frequently use repeated grid structures to create consistency.</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goal is not to make everything look identical.</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goal is to create order that helps communication.</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5</a:t>
            </a:fld>
            <a:endParaRPr lang="en-CA"/>
          </a:p>
        </p:txBody>
      </p:sp>
    </p:spTree>
    <p:extLst>
      <p:ext uri="{BB962C8B-B14F-4D97-AF65-F5344CB8AC3E}">
        <p14:creationId xmlns:p14="http://schemas.microsoft.com/office/powerpoint/2010/main" val="20286231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8A9E3-37C5-DE8C-D9DA-9829A15CD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ED643-46A2-6B64-D354-198A85948325}"/>
              </a:ext>
            </a:extLst>
          </p:cNvPr>
          <p:cNvSpPr>
            <a:spLocks noGrp="1" noRot="1" noChangeAspect="1"/>
          </p:cNvSpPr>
          <p:nvPr>
            <p:ph type="sldImg"/>
          </p:nvPr>
        </p:nvSpPr>
        <p:spPr>
          <a:xfrm>
            <a:off x="1611313" y="193675"/>
            <a:ext cx="3224212" cy="2417763"/>
          </a:xfrm>
        </p:spPr>
      </p:sp>
      <p:sp>
        <p:nvSpPr>
          <p:cNvPr id="3" name="Notes Placeholder 2">
            <a:extLst>
              <a:ext uri="{FF2B5EF4-FFF2-40B4-BE49-F238E27FC236}">
                <a16:creationId xmlns:a16="http://schemas.microsoft.com/office/drawing/2014/main" id="{63DE5767-984F-6279-827F-19E0F8F76759}"/>
              </a:ext>
            </a:extLst>
          </p:cNvPr>
          <p:cNvSpPr>
            <a:spLocks noGrp="1"/>
          </p:cNvSpPr>
          <p:nvPr>
            <p:ph type="body" idx="1"/>
          </p:nvPr>
        </p:nvSpPr>
        <p:spPr/>
        <p:txBody>
          <a:bodyPr/>
          <a:lstStyle/>
          <a:p>
            <a:r>
              <a:rPr lang="en-US" dirty="0"/>
              <a:t>A grid system is a structural framework of rows, columns, gutters, and margins used to organize visual content consistently across pages and screens.</a:t>
            </a:r>
          </a:p>
          <a:p>
            <a:endParaRPr lang="en-US" dirty="0"/>
          </a:p>
          <a:p>
            <a:pPr lvl="0"/>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Manuscript (Single-Column)</a:t>
            </a:r>
            <a:r>
              <a:rPr lang="en-CA" sz="1200" b="0" i="0" kern="1200" dirty="0">
                <a:solidFill>
                  <a:schemeClr val="tx1"/>
                </a:solidFill>
                <a:effectLst/>
                <a:latin typeface="+mn-lt"/>
                <a:ea typeface="+mn-ea"/>
                <a:cs typeface="+mn-cs"/>
              </a:rPr>
              <a:t> – The simplest grid, it comprises a single column of text surrounded by margins. It’s the default for new documents in </a:t>
            </a:r>
            <a:r>
              <a:rPr lang="en-CA" sz="1200" b="0" i="0" kern="1200" dirty="0">
                <a:solidFill>
                  <a:schemeClr val="tx1"/>
                </a:solidFill>
                <a:effectLst/>
                <a:latin typeface="+mn-lt"/>
                <a:ea typeface="+mn-ea"/>
                <a:cs typeface="+mn-cs"/>
                <a:hlinkClick r:id="rId3" tooltip="What is Page Structure in UX/UI Design?"/>
              </a:rPr>
              <a:t>page layout</a:t>
            </a:r>
            <a:r>
              <a:rPr lang="en-CA" sz="1200" b="0" i="0" kern="1200" dirty="0">
                <a:solidFill>
                  <a:schemeClr val="tx1"/>
                </a:solidFill>
                <a:effectLst/>
                <a:latin typeface="+mn-lt"/>
                <a:ea typeface="+mn-ea"/>
                <a:cs typeface="+mn-cs"/>
              </a:rPr>
              <a:t> programs, and typically appears in books where single columns of text appear in spreads (facing pages).</a:t>
            </a:r>
          </a:p>
          <a:p>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Column </a:t>
            </a:r>
            <a:r>
              <a:rPr lang="en-CA" sz="1200" b="0" i="0" kern="1200" dirty="0">
                <a:solidFill>
                  <a:schemeClr val="tx1"/>
                </a:solidFill>
                <a:effectLst/>
                <a:latin typeface="+mn-lt"/>
                <a:ea typeface="+mn-ea"/>
                <a:cs typeface="+mn-cs"/>
              </a:rPr>
              <a:t>– These grids provide </a:t>
            </a:r>
            <a:r>
              <a:rPr lang="en-CA" sz="1200" b="0" i="0" kern="1200" dirty="0">
                <a:solidFill>
                  <a:schemeClr val="tx1"/>
                </a:solidFill>
                <a:effectLst/>
                <a:latin typeface="+mn-lt"/>
                <a:ea typeface="+mn-ea"/>
                <a:cs typeface="+mn-cs"/>
                <a:hlinkClick r:id="rId4" tooltip="What are Forgiving Formats?"/>
              </a:rPr>
              <a:t>flexible formats</a:t>
            </a:r>
            <a:r>
              <a:rPr lang="en-CA" sz="1200" b="0" i="0" kern="1200" dirty="0">
                <a:solidFill>
                  <a:schemeClr val="tx1"/>
                </a:solidFill>
                <a:effectLst/>
                <a:latin typeface="+mn-lt"/>
                <a:ea typeface="+mn-ea"/>
                <a:cs typeface="+mn-cs"/>
              </a:rPr>
              <a:t> for publications with a complex hierarchy or that integrate text and </a:t>
            </a:r>
            <a:r>
              <a:rPr lang="en-CA" sz="1200" b="0" i="0" kern="1200" dirty="0">
                <a:solidFill>
                  <a:schemeClr val="tx1"/>
                </a:solidFill>
                <a:effectLst/>
                <a:latin typeface="+mn-lt"/>
                <a:ea typeface="+mn-ea"/>
                <a:cs typeface="+mn-cs"/>
                <a:hlinkClick r:id="rId5" tooltip="What is Illustration?"/>
              </a:rPr>
              <a:t>illustrations</a:t>
            </a:r>
            <a:r>
              <a:rPr lang="en-CA" sz="1200" b="0" i="0" kern="1200" dirty="0">
                <a:solidFill>
                  <a:schemeClr val="tx1"/>
                </a:solidFill>
                <a:effectLst/>
                <a:latin typeface="+mn-lt"/>
                <a:ea typeface="+mn-ea"/>
                <a:cs typeface="+mn-cs"/>
              </a:rPr>
              <a:t>. The more columns you create, the more flexible your grid becomes. You can use the grid to articulate the hierarchy of the publication by creating zones for different kinds of content. A text or image can occupy a single column, or span several. Not all the space has to be filled.</a:t>
            </a:r>
          </a:p>
          <a:p>
            <a:endParaRPr lang="en-CA" sz="1200" b="1" i="0" kern="1200" dirty="0">
              <a:solidFill>
                <a:schemeClr val="tx1"/>
              </a:solidFill>
              <a:effectLst/>
              <a:latin typeface="+mn-lt"/>
              <a:ea typeface="+mn-ea"/>
              <a:cs typeface="+mn-cs"/>
            </a:endParaRPr>
          </a:p>
          <a:p>
            <a:endParaRPr lang="en-CA" sz="1200" b="0" i="0" kern="1200" dirty="0">
              <a:solidFill>
                <a:schemeClr val="tx1"/>
              </a:solidFill>
              <a:effectLst/>
              <a:latin typeface="+mn-lt"/>
              <a:ea typeface="+mn-ea"/>
              <a:cs typeface="+mn-cs"/>
            </a:endParaRPr>
          </a:p>
          <a:p>
            <a:endParaRPr lang="en-US" dirty="0"/>
          </a:p>
          <a:p>
            <a:endParaRPr lang="en-US" dirty="0"/>
          </a:p>
          <a:p>
            <a:r>
              <a:rPr lang="en-US" dirty="0"/>
              <a:t>Image from: </a:t>
            </a:r>
            <a:r>
              <a:rPr lang="en-CA" sz="1200" kern="1200" dirty="0">
                <a:solidFill>
                  <a:schemeClr val="tx1"/>
                </a:solidFill>
                <a:effectLst/>
                <a:latin typeface="+mn-lt"/>
                <a:ea typeface="+mn-ea"/>
                <a:cs typeface="+mn-cs"/>
              </a:rPr>
              <a:t>© Daniel Skrok and Interaction Design Foundation, CC BY-SA 3.0</a:t>
            </a:r>
            <a:endParaRPr lang="en-US" dirty="0"/>
          </a:p>
          <a:p>
            <a:r>
              <a:rPr lang="en-CA" dirty="0"/>
              <a:t>https://ixdf.org/literature/topics/grid-systems</a:t>
            </a:r>
          </a:p>
          <a:p>
            <a:r>
              <a:rPr lang="en-US" dirty="0"/>
              <a:t>https://sl.bing.net/fl6aFSXge04</a:t>
            </a:r>
            <a:endParaRPr lang="en-CA" dirty="0"/>
          </a:p>
        </p:txBody>
      </p:sp>
      <p:sp>
        <p:nvSpPr>
          <p:cNvPr id="4" name="Slide Number Placeholder 3">
            <a:extLst>
              <a:ext uri="{FF2B5EF4-FFF2-40B4-BE49-F238E27FC236}">
                <a16:creationId xmlns:a16="http://schemas.microsoft.com/office/drawing/2014/main" id="{547A7CCE-9D4E-07CE-05BD-9F30F4952512}"/>
              </a:ext>
            </a:extLst>
          </p:cNvPr>
          <p:cNvSpPr>
            <a:spLocks noGrp="1"/>
          </p:cNvSpPr>
          <p:nvPr>
            <p:ph type="sldNum" sz="quarter" idx="5"/>
          </p:nvPr>
        </p:nvSpPr>
        <p:spPr/>
        <p:txBody>
          <a:bodyPr/>
          <a:lstStyle/>
          <a:p>
            <a:fld id="{E59DD69C-4B04-4343-9720-E123BD0E3FF9}" type="slidenum">
              <a:rPr lang="en-CA" smtClean="0"/>
              <a:t>6</a:t>
            </a:fld>
            <a:endParaRPr lang="en-CA"/>
          </a:p>
        </p:txBody>
      </p:sp>
    </p:spTree>
    <p:extLst>
      <p:ext uri="{BB962C8B-B14F-4D97-AF65-F5344CB8AC3E}">
        <p14:creationId xmlns:p14="http://schemas.microsoft.com/office/powerpoint/2010/main" val="1935578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0B425-D80B-59E3-EECB-167CD5ABB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6E82B-E636-E983-F6AD-ADD75E4EFC16}"/>
              </a:ext>
            </a:extLst>
          </p:cNvPr>
          <p:cNvSpPr>
            <a:spLocks noGrp="1" noRot="1" noChangeAspect="1"/>
          </p:cNvSpPr>
          <p:nvPr>
            <p:ph type="sldImg"/>
          </p:nvPr>
        </p:nvSpPr>
        <p:spPr>
          <a:xfrm>
            <a:off x="1611313" y="193675"/>
            <a:ext cx="3224212" cy="2417763"/>
          </a:xfrm>
        </p:spPr>
      </p:sp>
      <p:sp>
        <p:nvSpPr>
          <p:cNvPr id="3" name="Notes Placeholder 2">
            <a:extLst>
              <a:ext uri="{FF2B5EF4-FFF2-40B4-BE49-F238E27FC236}">
                <a16:creationId xmlns:a16="http://schemas.microsoft.com/office/drawing/2014/main" id="{B05B74A3-A9E5-190B-6CA6-7AB4704A22A1}"/>
              </a:ext>
            </a:extLst>
          </p:cNvPr>
          <p:cNvSpPr>
            <a:spLocks noGrp="1"/>
          </p:cNvSpPr>
          <p:nvPr>
            <p:ph type="body" idx="1"/>
          </p:nvPr>
        </p:nvSpPr>
        <p:spPr/>
        <p:txBody>
          <a:bodyPr/>
          <a:lstStyle/>
          <a:p>
            <a:r>
              <a:rPr lang="en-US" dirty="0"/>
              <a:t>A grid system is a structural framework of rows, columns, gutters, and margins used to organize visual content consistently across pages and screens.</a:t>
            </a:r>
          </a:p>
          <a:p>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Modular</a:t>
            </a:r>
            <a:r>
              <a:rPr lang="en-CA" sz="1200" b="0" i="0" kern="1200" dirty="0">
                <a:solidFill>
                  <a:schemeClr val="tx1"/>
                </a:solidFill>
                <a:effectLst/>
                <a:latin typeface="+mn-lt"/>
                <a:ea typeface="+mn-ea"/>
                <a:cs typeface="+mn-cs"/>
              </a:rPr>
              <a:t> – This type has consistent horizontal divisions from top to bottom as well as vertical divisions from left to right. These modules govern the placement and cropping of pictures and text. You split the page into several columns according to the content. Then, you divide the page from top to bottom in several rows. This combination assures continuity throughout the design. You can enhance the clarity of your message by how you place text on the grid. The modular grid offers infinite ways of doing this, although it takes some learning to use it best.</a:t>
            </a:r>
          </a:p>
          <a:p>
            <a:endParaRPr lang="en-CA"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i="0" kern="1200" dirty="0">
                <a:solidFill>
                  <a:schemeClr val="tx1"/>
                </a:solidFill>
                <a:effectLst/>
                <a:latin typeface="+mn-lt"/>
                <a:ea typeface="+mn-ea"/>
                <a:cs typeface="+mn-cs"/>
              </a:rPr>
              <a:t>Hierarchical:</a:t>
            </a:r>
            <a:r>
              <a:rPr lang="en-CA" sz="1200" b="0" i="0" kern="1200" dirty="0">
                <a:solidFill>
                  <a:schemeClr val="tx1"/>
                </a:solidFill>
                <a:effectLst/>
                <a:latin typeface="+mn-lt"/>
                <a:ea typeface="+mn-ea"/>
                <a:cs typeface="+mn-cs"/>
              </a:rPr>
              <a:t> Looser structure for dynamic layouts. This grid organizes content based on its level of importance rather than using consistent rows and columns. Elements are arranged according to visual priority, with larger or more prominent items attracting attention first. Hierarchical grids are often used in websites, magazines, and multimedia layouts where content varies in size and importance. By creating a clear path for the viewer’s eye to follow, this grid offers flexibility while maintaining organization and readability.</a:t>
            </a:r>
          </a:p>
          <a:p>
            <a:endParaRPr lang="en-US" dirty="0"/>
          </a:p>
          <a:p>
            <a:endParaRPr lang="en-US" dirty="0"/>
          </a:p>
          <a:p>
            <a:r>
              <a:rPr lang="en-US" dirty="0"/>
              <a:t>Image from: </a:t>
            </a:r>
            <a:r>
              <a:rPr lang="en-CA" sz="1200" kern="1200" dirty="0">
                <a:solidFill>
                  <a:schemeClr val="tx1"/>
                </a:solidFill>
                <a:effectLst/>
                <a:latin typeface="+mn-lt"/>
                <a:ea typeface="+mn-ea"/>
                <a:cs typeface="+mn-cs"/>
              </a:rPr>
              <a:t>© Daniel Skrok and Interaction Design Foundation, CC BY-SA 3.0</a:t>
            </a:r>
            <a:endParaRPr lang="en-US" dirty="0"/>
          </a:p>
          <a:p>
            <a:r>
              <a:rPr lang="en-CA" dirty="0"/>
              <a:t>https://ixdf.org/literature/topics/grid-systems</a:t>
            </a:r>
          </a:p>
          <a:p>
            <a:r>
              <a:rPr lang="en-US" dirty="0"/>
              <a:t>https://sl.bing.net/fl6aFSXge04</a:t>
            </a:r>
            <a:endParaRPr lang="en-CA" dirty="0"/>
          </a:p>
        </p:txBody>
      </p:sp>
      <p:sp>
        <p:nvSpPr>
          <p:cNvPr id="4" name="Slide Number Placeholder 3">
            <a:extLst>
              <a:ext uri="{FF2B5EF4-FFF2-40B4-BE49-F238E27FC236}">
                <a16:creationId xmlns:a16="http://schemas.microsoft.com/office/drawing/2014/main" id="{68AA3AAD-EAF6-B4AB-9429-9B4675B3C756}"/>
              </a:ext>
            </a:extLst>
          </p:cNvPr>
          <p:cNvSpPr>
            <a:spLocks noGrp="1"/>
          </p:cNvSpPr>
          <p:nvPr>
            <p:ph type="sldNum" sz="quarter" idx="5"/>
          </p:nvPr>
        </p:nvSpPr>
        <p:spPr/>
        <p:txBody>
          <a:bodyPr/>
          <a:lstStyle/>
          <a:p>
            <a:fld id="{E59DD69C-4B04-4343-9720-E123BD0E3FF9}" type="slidenum">
              <a:rPr lang="en-CA" smtClean="0"/>
              <a:t>7</a:t>
            </a:fld>
            <a:endParaRPr lang="en-CA"/>
          </a:p>
        </p:txBody>
      </p:sp>
    </p:spTree>
    <p:extLst>
      <p:ext uri="{BB962C8B-B14F-4D97-AF65-F5344CB8AC3E}">
        <p14:creationId xmlns:p14="http://schemas.microsoft.com/office/powerpoint/2010/main" val="1455836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65DA-DB89-AD3D-B401-C235ED647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FB05-DC02-A655-328B-43F773AC3871}"/>
              </a:ext>
            </a:extLst>
          </p:cNvPr>
          <p:cNvSpPr>
            <a:spLocks noGrp="1" noRot="1" noChangeAspect="1"/>
          </p:cNvSpPr>
          <p:nvPr>
            <p:ph type="sldImg"/>
          </p:nvPr>
        </p:nvSpPr>
        <p:spPr>
          <a:xfrm>
            <a:off x="1611313" y="193675"/>
            <a:ext cx="3224212" cy="2417763"/>
          </a:xfrm>
        </p:spPr>
      </p:sp>
      <p:sp>
        <p:nvSpPr>
          <p:cNvPr id="3" name="Notes Placeholder 2">
            <a:extLst>
              <a:ext uri="{FF2B5EF4-FFF2-40B4-BE49-F238E27FC236}">
                <a16:creationId xmlns:a16="http://schemas.microsoft.com/office/drawing/2014/main" id="{FC58957C-8976-9FAA-EBCD-3EE8AF3F6703}"/>
              </a:ext>
            </a:extLst>
          </p:cNvPr>
          <p:cNvSpPr>
            <a:spLocks noGrp="1"/>
          </p:cNvSpPr>
          <p:nvPr>
            <p:ph type="body" idx="1"/>
          </p:nvPr>
        </p:nvSpPr>
        <p:spPr/>
        <p:txBody>
          <a:bodyPr/>
          <a:lstStyle/>
          <a:p>
            <a:r>
              <a:rPr lang="en-CA" sz="1200" b="1" i="0" kern="1200" dirty="0">
                <a:solidFill>
                  <a:schemeClr val="tx1"/>
                </a:solidFill>
                <a:effectLst/>
                <a:latin typeface="+mn-lt"/>
                <a:ea typeface="+mn-ea"/>
                <a:cs typeface="+mn-cs"/>
              </a:rPr>
              <a:t>Rule of Thirds</a:t>
            </a:r>
            <a:r>
              <a:rPr lang="en-CA" sz="1200" b="0" i="0" kern="1200" dirty="0">
                <a:solidFill>
                  <a:schemeClr val="tx1"/>
                </a:solidFill>
                <a:effectLst/>
                <a:latin typeface="+mn-lt"/>
                <a:ea typeface="+mn-ea"/>
                <a:cs typeface="+mn-cs"/>
              </a:rPr>
              <a:t> – This grid system splits content evenly into thirds, horizontally and vertically. You put your design elements at the intersection of those dividing lines or along one of the lines. Used effectively in (e.g.) cinema,  it’s a tried-and-tested way to catch users’ eyes and access them in familiar visual terms.</a:t>
            </a:r>
          </a:p>
          <a:p>
            <a:endParaRPr lang="en-CA" sz="1200" kern="1200" dirty="0">
              <a:solidFill>
                <a:schemeClr val="tx1"/>
              </a:solidFill>
              <a:effectLst/>
              <a:latin typeface="+mn-lt"/>
              <a:ea typeface="+mn-ea"/>
              <a:cs typeface="+mn-cs"/>
            </a:endParaRPr>
          </a:p>
          <a:p>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The Golden Section</a:t>
            </a:r>
            <a:r>
              <a:rPr lang="en-CA" sz="1200" b="0" i="0" kern="1200" dirty="0">
                <a:solidFill>
                  <a:schemeClr val="tx1"/>
                </a:solidFill>
                <a:effectLst/>
                <a:latin typeface="+mn-lt"/>
                <a:ea typeface="+mn-ea"/>
                <a:cs typeface="+mn-cs"/>
              </a:rPr>
              <a:t> – Or </a:t>
            </a:r>
            <a:r>
              <a:rPr lang="en-CA" sz="1200" b="1" i="0" kern="1200" dirty="0">
                <a:solidFill>
                  <a:schemeClr val="tx1"/>
                </a:solidFill>
                <a:effectLst/>
                <a:latin typeface="+mn-lt"/>
                <a:ea typeface="+mn-ea"/>
                <a:cs typeface="+mn-cs"/>
              </a:rPr>
              <a:t>The </a:t>
            </a:r>
            <a:r>
              <a:rPr lang="en-CA" sz="1200" b="1" i="0" kern="1200" dirty="0">
                <a:solidFill>
                  <a:schemeClr val="tx1"/>
                </a:solidFill>
                <a:effectLst/>
                <a:latin typeface="+mn-lt"/>
                <a:ea typeface="+mn-ea"/>
                <a:cs typeface="+mn-cs"/>
                <a:hlinkClick r:id="rId3" tooltip="What is the Golden Ratio?"/>
              </a:rPr>
              <a:t>Golden Ratio</a:t>
            </a:r>
            <a:r>
              <a:rPr lang="en-CA" sz="1200" b="0" i="0" kern="1200" dirty="0">
                <a:solidFill>
                  <a:schemeClr val="tx1"/>
                </a:solidFill>
                <a:effectLst/>
                <a:latin typeface="+mn-lt"/>
                <a:ea typeface="+mn-ea"/>
                <a:cs typeface="+mn-cs"/>
              </a:rPr>
              <a:t>, it’s a long-established mathematical ratio used by artists and architects for over 2,000 years. Its formula is: Side A is to side B as side B is to sides A+B, which equates to a ratio of 1:1.618. Featuring frequently in nature, the golden section can please users’ eyes with organic and natural-looking design compositions.</a:t>
            </a:r>
          </a:p>
          <a:p>
            <a:endParaRPr lang="en-US" dirty="0"/>
          </a:p>
          <a:p>
            <a:endParaRPr lang="en-US" dirty="0"/>
          </a:p>
          <a:p>
            <a:r>
              <a:rPr lang="en-US" dirty="0"/>
              <a:t>Image from: </a:t>
            </a:r>
            <a:r>
              <a:rPr lang="en-CA" sz="1200" kern="1200" dirty="0">
                <a:solidFill>
                  <a:schemeClr val="tx1"/>
                </a:solidFill>
                <a:effectLst/>
                <a:latin typeface="+mn-lt"/>
                <a:ea typeface="+mn-ea"/>
                <a:cs typeface="+mn-cs"/>
              </a:rPr>
              <a:t>© Daniel Skrok and Interaction Design Foundation, CC BY-SA 3.0</a:t>
            </a:r>
          </a:p>
          <a:p>
            <a:r>
              <a:rPr lang="en-US" dirty="0"/>
              <a:t>https://ixdf.org/literature/topics/grid-systems</a:t>
            </a:r>
          </a:p>
          <a:p>
            <a:endParaRPr lang="en-CA" dirty="0"/>
          </a:p>
        </p:txBody>
      </p:sp>
      <p:sp>
        <p:nvSpPr>
          <p:cNvPr id="4" name="Slide Number Placeholder 3">
            <a:extLst>
              <a:ext uri="{FF2B5EF4-FFF2-40B4-BE49-F238E27FC236}">
                <a16:creationId xmlns:a16="http://schemas.microsoft.com/office/drawing/2014/main" id="{EB3C772A-5BE6-791D-E596-6678CF228351}"/>
              </a:ext>
            </a:extLst>
          </p:cNvPr>
          <p:cNvSpPr>
            <a:spLocks noGrp="1"/>
          </p:cNvSpPr>
          <p:nvPr>
            <p:ph type="sldNum" sz="quarter" idx="5"/>
          </p:nvPr>
        </p:nvSpPr>
        <p:spPr/>
        <p:txBody>
          <a:bodyPr/>
          <a:lstStyle/>
          <a:p>
            <a:fld id="{E59DD69C-4B04-4343-9720-E123BD0E3FF9}" type="slidenum">
              <a:rPr lang="en-CA" smtClean="0"/>
              <a:t>8</a:t>
            </a:fld>
            <a:endParaRPr lang="en-CA"/>
          </a:p>
        </p:txBody>
      </p:sp>
    </p:spTree>
    <p:extLst>
      <p:ext uri="{BB962C8B-B14F-4D97-AF65-F5344CB8AC3E}">
        <p14:creationId xmlns:p14="http://schemas.microsoft.com/office/powerpoint/2010/main" val="3642467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Every grid, regardless of type, shares these structural elements:</a:t>
            </a:r>
          </a:p>
          <a:p>
            <a:pPr lvl="0"/>
            <a:r>
              <a:rPr lang="en-CA" sz="1200" b="1" i="0" kern="1200" dirty="0">
                <a:solidFill>
                  <a:schemeClr val="tx1"/>
                </a:solidFill>
                <a:effectLst/>
                <a:latin typeface="+mn-lt"/>
                <a:ea typeface="+mn-ea"/>
                <a:cs typeface="+mn-cs"/>
              </a:rPr>
              <a:t>Columns</a:t>
            </a:r>
            <a:r>
              <a:rPr lang="en-CA" sz="1200" b="0" i="0" kern="1200" dirty="0">
                <a:solidFill>
                  <a:schemeClr val="tx1"/>
                </a:solidFill>
                <a:effectLst/>
                <a:latin typeface="+mn-lt"/>
                <a:ea typeface="+mn-ea"/>
                <a:cs typeface="+mn-cs"/>
              </a:rPr>
              <a:t> — Vertical divisions that hold content. Web layouts commonly use 12 columns; mobile layouts use 4.</a:t>
            </a:r>
          </a:p>
          <a:p>
            <a:pPr lvl="0"/>
            <a:r>
              <a:rPr lang="en-CA" sz="1200" b="1" i="0" kern="1200" dirty="0">
                <a:solidFill>
                  <a:schemeClr val="tx1"/>
                </a:solidFill>
                <a:effectLst/>
                <a:latin typeface="+mn-lt"/>
                <a:ea typeface="+mn-ea"/>
                <a:cs typeface="+mn-cs"/>
              </a:rPr>
              <a:t>Gutters</a:t>
            </a:r>
            <a:r>
              <a:rPr lang="en-CA" sz="1200" b="0" i="0" kern="1200" dirty="0">
                <a:solidFill>
                  <a:schemeClr val="tx1"/>
                </a:solidFill>
                <a:effectLst/>
                <a:latin typeface="+mn-lt"/>
                <a:ea typeface="+mn-ea"/>
                <a:cs typeface="+mn-cs"/>
              </a:rPr>
              <a:t> — The gaps between columns. Typical gutter widths are 16 </a:t>
            </a:r>
            <a:r>
              <a:rPr lang="en-CA" sz="1200" b="0" i="0" kern="1200" dirty="0" err="1">
                <a:solidFill>
                  <a:schemeClr val="tx1"/>
                </a:solidFill>
                <a:effectLst/>
                <a:latin typeface="+mn-lt"/>
                <a:ea typeface="+mn-ea"/>
                <a:cs typeface="+mn-cs"/>
              </a:rPr>
              <a:t>px</a:t>
            </a:r>
            <a:r>
              <a:rPr lang="en-CA" sz="1200" b="0" i="0" kern="1200" dirty="0">
                <a:solidFill>
                  <a:schemeClr val="tx1"/>
                </a:solidFill>
                <a:effectLst/>
                <a:latin typeface="+mn-lt"/>
                <a:ea typeface="+mn-ea"/>
                <a:cs typeface="+mn-cs"/>
              </a:rPr>
              <a:t>, 20 </a:t>
            </a:r>
            <a:r>
              <a:rPr lang="en-CA" sz="1200" b="0" i="0" kern="1200" dirty="0" err="1">
                <a:solidFill>
                  <a:schemeClr val="tx1"/>
                </a:solidFill>
                <a:effectLst/>
                <a:latin typeface="+mn-lt"/>
                <a:ea typeface="+mn-ea"/>
                <a:cs typeface="+mn-cs"/>
              </a:rPr>
              <a:t>px</a:t>
            </a:r>
            <a:r>
              <a:rPr lang="en-CA" sz="1200" b="0" i="0" kern="1200" dirty="0">
                <a:solidFill>
                  <a:schemeClr val="tx1"/>
                </a:solidFill>
                <a:effectLst/>
                <a:latin typeface="+mn-lt"/>
                <a:ea typeface="+mn-ea"/>
                <a:cs typeface="+mn-cs"/>
              </a:rPr>
              <a:t>, or 24 </a:t>
            </a:r>
            <a:r>
              <a:rPr lang="en-CA" sz="1200" b="0" i="0" kern="1200" dirty="0" err="1">
                <a:solidFill>
                  <a:schemeClr val="tx1"/>
                </a:solidFill>
                <a:effectLst/>
                <a:latin typeface="+mn-lt"/>
                <a:ea typeface="+mn-ea"/>
                <a:cs typeface="+mn-cs"/>
              </a:rPr>
              <a:t>px</a:t>
            </a:r>
            <a:r>
              <a:rPr lang="en-CA" sz="1200" b="0" i="0" kern="1200" dirty="0">
                <a:solidFill>
                  <a:schemeClr val="tx1"/>
                </a:solidFill>
                <a:effectLst/>
                <a:latin typeface="+mn-lt"/>
                <a:ea typeface="+mn-ea"/>
                <a:cs typeface="+mn-cs"/>
              </a:rPr>
              <a:t>. Consistent gutter widths ensure breathing room without wasting space.</a:t>
            </a:r>
          </a:p>
          <a:p>
            <a:pPr lvl="0"/>
            <a:r>
              <a:rPr lang="en-CA" sz="1200" b="1" i="0" kern="1200" dirty="0">
                <a:solidFill>
                  <a:schemeClr val="tx1"/>
                </a:solidFill>
                <a:effectLst/>
                <a:latin typeface="+mn-lt"/>
                <a:ea typeface="+mn-ea"/>
                <a:cs typeface="+mn-cs"/>
              </a:rPr>
              <a:t>Margins</a:t>
            </a:r>
            <a:r>
              <a:rPr lang="en-CA" sz="1200" b="0" i="0" kern="1200" dirty="0">
                <a:solidFill>
                  <a:schemeClr val="tx1"/>
                </a:solidFill>
                <a:effectLst/>
                <a:latin typeface="+mn-lt"/>
                <a:ea typeface="+mn-ea"/>
                <a:cs typeface="+mn-cs"/>
              </a:rPr>
              <a:t> — The outer spacing between the grid and the viewport edge. Margins prevent content from touching the browser or device frame.</a:t>
            </a:r>
          </a:p>
          <a:p>
            <a:pPr lvl="0"/>
            <a:r>
              <a:rPr lang="en-CA" sz="1200" b="1" i="0" kern="1200" dirty="0">
                <a:solidFill>
                  <a:schemeClr val="tx1"/>
                </a:solidFill>
                <a:effectLst/>
                <a:latin typeface="+mn-lt"/>
                <a:ea typeface="+mn-ea"/>
                <a:cs typeface="+mn-cs"/>
              </a:rPr>
              <a:t>Rows</a:t>
            </a:r>
            <a:r>
              <a:rPr lang="en-CA" sz="1200" b="0" i="0" kern="1200" dirty="0">
                <a:solidFill>
                  <a:schemeClr val="tx1"/>
                </a:solidFill>
                <a:effectLst/>
                <a:latin typeface="+mn-lt"/>
                <a:ea typeface="+mn-ea"/>
                <a:cs typeface="+mn-cs"/>
              </a:rPr>
              <a:t> — Horizontal divisions used in modular and baseline grids to create repeating vertical units.</a:t>
            </a:r>
          </a:p>
          <a:p>
            <a:pPr lvl="0"/>
            <a:r>
              <a:rPr lang="en-CA" sz="1200" b="1" i="0" kern="1200" dirty="0">
                <a:solidFill>
                  <a:schemeClr val="tx1"/>
                </a:solidFill>
                <a:effectLst/>
                <a:latin typeface="+mn-lt"/>
                <a:ea typeface="+mn-ea"/>
                <a:cs typeface="+mn-cs"/>
              </a:rPr>
              <a:t>Modules</a:t>
            </a:r>
            <a:r>
              <a:rPr lang="en-CA" sz="1200" b="0" i="0" kern="1200" dirty="0">
                <a:solidFill>
                  <a:schemeClr val="tx1"/>
                </a:solidFill>
                <a:effectLst/>
                <a:latin typeface="+mn-lt"/>
                <a:ea typeface="+mn-ea"/>
                <a:cs typeface="+mn-cs"/>
              </a:rPr>
              <a:t> — The rectangular content areas formed by the intersection of rows and columns in a modular grid.</a:t>
            </a:r>
          </a:p>
          <a:p>
            <a:pPr lvl="0"/>
            <a:r>
              <a:rPr lang="en-CA" sz="1200" b="1" i="0" kern="1200" dirty="0" err="1">
                <a:solidFill>
                  <a:schemeClr val="tx1"/>
                </a:solidFill>
                <a:effectLst/>
                <a:latin typeface="+mn-lt"/>
                <a:ea typeface="+mn-ea"/>
                <a:cs typeface="+mn-cs"/>
              </a:rPr>
              <a:t>Spacial</a:t>
            </a:r>
            <a:r>
              <a:rPr lang="en-CA" sz="1200" b="1" i="0" kern="1200" dirty="0">
                <a:solidFill>
                  <a:schemeClr val="tx1"/>
                </a:solidFill>
                <a:effectLst/>
                <a:latin typeface="+mn-lt"/>
                <a:ea typeface="+mn-ea"/>
                <a:cs typeface="+mn-cs"/>
              </a:rPr>
              <a:t> Zone</a:t>
            </a:r>
            <a:r>
              <a:rPr lang="en-CA" sz="1200" b="0" i="0" kern="1200" dirty="0">
                <a:solidFill>
                  <a:schemeClr val="tx1"/>
                </a:solidFill>
                <a:effectLst/>
                <a:latin typeface="+mn-lt"/>
                <a:ea typeface="+mn-ea"/>
                <a:cs typeface="+mn-cs"/>
              </a:rPr>
              <a:t> — Groups of modules that form a distinct functional area — e.g., a sidebar, a content well, or a header.</a:t>
            </a:r>
          </a:p>
          <a:p>
            <a:r>
              <a:rPr lang="en-US" sz="1200" b="1" dirty="0"/>
              <a:t>Flowlines</a:t>
            </a:r>
            <a:r>
              <a:rPr lang="en-US" sz="1200" dirty="0"/>
              <a:t> are horizontal axes that brake the space into horizontal divisions (rows). They provide an additional point of alignment and help to arrange elements across and down the page.</a:t>
            </a:r>
          </a:p>
          <a:p>
            <a:endParaRPr lang="en-US" sz="1200" dirty="0"/>
          </a:p>
          <a:p>
            <a:r>
              <a:rPr lang="en-US" sz="1200" dirty="0"/>
              <a:t>Images from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https://medium.com/gravitdesigner/grids-in-graphic-and-web-design-be20e3158efd</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9</a:t>
            </a:fld>
            <a:endParaRPr lang="en-CA"/>
          </a:p>
        </p:txBody>
      </p:sp>
    </p:spTree>
    <p:extLst>
      <p:ext uri="{BB962C8B-B14F-4D97-AF65-F5344CB8AC3E}">
        <p14:creationId xmlns:p14="http://schemas.microsoft.com/office/powerpoint/2010/main" val="2876570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The purpose is to train students to see grids that aren't visible.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Most professional grids disappear in the final design.</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viewer should notice organization, not the grid itself.</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Allow:</a:t>
            </a:r>
          </a:p>
          <a:p>
            <a:pPr lvl="0"/>
            <a:r>
              <a:rPr lang="en-CA" sz="1200" kern="1200" dirty="0">
                <a:solidFill>
                  <a:schemeClr val="tx1"/>
                </a:solidFill>
                <a:effectLst/>
                <a:latin typeface="+mn-lt"/>
                <a:ea typeface="+mn-ea"/>
                <a:cs typeface="+mn-cs"/>
              </a:rPr>
              <a:t>3 minutes observation</a:t>
            </a:r>
          </a:p>
          <a:p>
            <a:pPr lvl="0"/>
            <a:r>
              <a:rPr lang="en-CA" sz="1200" kern="1200" dirty="0">
                <a:solidFill>
                  <a:schemeClr val="tx1"/>
                </a:solidFill>
                <a:effectLst/>
                <a:latin typeface="+mn-lt"/>
                <a:ea typeface="+mn-ea"/>
                <a:cs typeface="+mn-cs"/>
              </a:rPr>
              <a:t>3 minutes discussion</a:t>
            </a:r>
          </a:p>
          <a:p>
            <a:pPr lvl="0"/>
            <a:r>
              <a:rPr lang="en-CA" sz="1200" kern="1200" dirty="0">
                <a:solidFill>
                  <a:schemeClr val="tx1"/>
                </a:solidFill>
                <a:effectLst/>
                <a:latin typeface="+mn-lt"/>
                <a:ea typeface="+mn-ea"/>
                <a:cs typeface="+mn-cs"/>
              </a:rPr>
              <a:t>2 minute debrief</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10</a:t>
            </a:fld>
            <a:endParaRPr lang="en-CA"/>
          </a:p>
        </p:txBody>
      </p:sp>
    </p:spTree>
    <p:extLst>
      <p:ext uri="{BB962C8B-B14F-4D97-AF65-F5344CB8AC3E}">
        <p14:creationId xmlns:p14="http://schemas.microsoft.com/office/powerpoint/2010/main" val="1622723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dirty="0">
                <a:latin typeface="Arial" panose="020B0604020202020204" pitchFamily="34" charset="0"/>
                <a:cs typeface="Arial" panose="020B0604020202020204" pitchFamily="34" charset="0"/>
              </a:rPr>
              <a:t>https://www.youtube.com/watch?v=oNzT_vEp1pM&amp;t=2s</a:t>
            </a:r>
          </a:p>
          <a:p>
            <a:endParaRPr lang="en-CA"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hlinkClick r:id="rId3"/>
              </a:rPr>
              <a:t>One Minute Design: What is Alignment? – YouTube</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a:p>
            <a:r>
              <a:rPr lang="en-CA" dirty="0">
                <a:latin typeface="Arial" panose="020B0604020202020204" pitchFamily="34" charset="0"/>
                <a:cs typeface="Arial" panose="020B0604020202020204" pitchFamily="34" charset="0"/>
              </a:rPr>
              <a:t>1 minute</a:t>
            </a:r>
          </a:p>
          <a:p>
            <a:endParaRPr lang="en-CA" dirty="0">
              <a:latin typeface="Arial" panose="020B0604020202020204" pitchFamily="34" charset="0"/>
              <a:cs typeface="Arial" panose="020B0604020202020204" pitchFamily="34" charset="0"/>
            </a:endParaRPr>
          </a:p>
          <a:p>
            <a:pPr algn="l"/>
            <a:r>
              <a:rPr lang="en-US" sz="1050" b="1" i="0" dirty="0">
                <a:solidFill>
                  <a:srgbClr val="030303"/>
                </a:solidFill>
                <a:effectLst/>
                <a:latin typeface="Arial" panose="020B0604020202020204" pitchFamily="34" charset="0"/>
                <a:cs typeface="Arial" panose="020B0604020202020204" pitchFamily="34" charset="0"/>
              </a:rPr>
              <a:t>One Minute Design: What is Alignment?</a:t>
            </a:r>
          </a:p>
          <a:p>
            <a:pPr algn="l"/>
            <a:r>
              <a:rPr lang="en-US" sz="1050" b="0" i="0" dirty="0">
                <a:solidFill>
                  <a:srgbClr val="030303"/>
                </a:solidFill>
                <a:effectLst/>
                <a:latin typeface="Arial" panose="020B0604020202020204" pitchFamily="34" charset="0"/>
                <a:cs typeface="Arial" panose="020B0604020202020204" pitchFamily="34" charset="0"/>
              </a:rPr>
              <a:t>4,572 views Oct 27, 2017 Alignment in design is important not only because it adds to the organization of a design but also enhances its comprehension and usability. It is necessary to make every element on a web page organized like header, content, footer, paragraphs, ads, text headers, and images. You neglect one element and phew… every other element might get lost into oblivion. There are a number of web pages that look cluttered and nobody understands the reason for the mess. The answer hides in mismanaged alignment. While most of the designers look into every detail of designing, alignment is somehow neglected in the process. Like, the biggest alignment mistake is to forget to include the smaller elements within the large sections of a web layout. Proper alignment makes the smaller elements more appealing and make your web page more user friendly thus ensuring calmer reading experience and more traffic to the website.</a:t>
            </a:r>
          </a:p>
          <a:p>
            <a:endParaRPr lang="en-CA"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E0D2FFC4-2857-4189-8FCE-9481A381312E}" type="slidenum">
              <a:rPr lang="en-CA" smtClean="0"/>
              <a:t>11</a:t>
            </a:fld>
            <a:endParaRPr lang="en-CA"/>
          </a:p>
        </p:txBody>
      </p:sp>
    </p:spTree>
    <p:extLst>
      <p:ext uri="{BB962C8B-B14F-4D97-AF65-F5344CB8AC3E}">
        <p14:creationId xmlns:p14="http://schemas.microsoft.com/office/powerpoint/2010/main" val="2585754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dirty="0"/>
              <a:t>Horizonal Alignment – Left – Centre – Right</a:t>
            </a:r>
          </a:p>
          <a:p>
            <a:endParaRPr lang="en-CA" dirty="0"/>
          </a:p>
          <a:p>
            <a:r>
              <a:rPr lang="en-CA" dirty="0"/>
              <a:t>Vertical Alignment  - Top – Middle – Bottom</a:t>
            </a:r>
          </a:p>
          <a:p>
            <a:endParaRPr lang="en-CA" dirty="0"/>
          </a:p>
          <a:p>
            <a:r>
              <a:rPr lang="en-CA" dirty="0"/>
              <a:t>Edge Alignment vs centered alignment</a:t>
            </a:r>
          </a:p>
          <a:p>
            <a:endParaRPr lang="en-CA" dirty="0"/>
          </a:p>
          <a:p>
            <a:endParaRPr lang="en-CA" dirty="0"/>
          </a:p>
          <a:p>
            <a:r>
              <a:rPr lang="en-CA" dirty="0"/>
              <a:t>Image from</a:t>
            </a:r>
          </a:p>
          <a:p>
            <a:r>
              <a:rPr lang="en-US" dirty="0">
                <a:hlinkClick r:id="rId3"/>
              </a:rPr>
              <a:t>Alignment In Graphic Design: The Alignment Principle Of Design</a:t>
            </a:r>
            <a:endParaRPr lang="en-US" dirty="0"/>
          </a:p>
          <a:p>
            <a:r>
              <a:rPr lang="en-CA" dirty="0"/>
              <a:t>https://fabrikbrands.com/branding-matters/graphic-design/alignment-in-graphic-design-alignment-principle-of-design/</a:t>
            </a:r>
          </a:p>
        </p:txBody>
      </p:sp>
      <p:sp>
        <p:nvSpPr>
          <p:cNvPr id="4" name="Slide Number Placeholder 3"/>
          <p:cNvSpPr>
            <a:spLocks noGrp="1"/>
          </p:cNvSpPr>
          <p:nvPr>
            <p:ph type="sldNum" sz="quarter" idx="5"/>
          </p:nvPr>
        </p:nvSpPr>
        <p:spPr/>
        <p:txBody>
          <a:bodyPr/>
          <a:lstStyle/>
          <a:p>
            <a:fld id="{E59DD69C-4B04-4343-9720-E123BD0E3FF9}" type="slidenum">
              <a:rPr lang="en-CA" smtClean="0"/>
              <a:t>12</a:t>
            </a:fld>
            <a:endParaRPr lang="en-CA"/>
          </a:p>
        </p:txBody>
      </p:sp>
    </p:spTree>
    <p:extLst>
      <p:ext uri="{BB962C8B-B14F-4D97-AF65-F5344CB8AC3E}">
        <p14:creationId xmlns:p14="http://schemas.microsoft.com/office/powerpoint/2010/main" val="30645925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pPr algn="l" fontAlgn="base"/>
            <a:r>
              <a:rPr lang="en-US" b="1" i="0" dirty="0">
                <a:solidFill>
                  <a:srgbClr val="000000"/>
                </a:solidFill>
                <a:effectLst/>
                <a:latin typeface="Arial" panose="020B0604020202020204" pitchFamily="34" charset="0"/>
                <a:cs typeface="Arial" panose="020B0604020202020204" pitchFamily="34" charset="0"/>
              </a:rPr>
              <a:t>Common Types of Horizontal Alignment for Text</a:t>
            </a:r>
          </a:p>
          <a:p>
            <a:pPr algn="l" fontAlgn="base"/>
            <a:r>
              <a:rPr lang="en-US" b="0" i="0" dirty="0">
                <a:solidFill>
                  <a:srgbClr val="000000"/>
                </a:solidFill>
                <a:effectLst/>
                <a:latin typeface="Arial" panose="020B0604020202020204" pitchFamily="34" charset="0"/>
                <a:cs typeface="Arial" panose="020B0604020202020204" pitchFamily="34" charset="0"/>
              </a:rPr>
              <a:t>When dealing with </a:t>
            </a:r>
            <a:r>
              <a:rPr lang="en-US" b="0" i="0" u="none" strike="noStrike" dirty="0">
                <a:solidFill>
                  <a:srgbClr val="00A5DC"/>
                </a:solidFill>
                <a:effectLst/>
                <a:latin typeface="Arial" panose="020B0604020202020204" pitchFamily="34" charset="0"/>
                <a:cs typeface="Arial" panose="020B0604020202020204" pitchFamily="34" charset="0"/>
                <a:hlinkClick r:id="rId3" tooltip="Purdue OWL Flash Movies: Alignment"/>
              </a:rPr>
              <a:t>alignment theory</a:t>
            </a:r>
            <a:r>
              <a:rPr lang="en-US" b="0" i="0" dirty="0">
                <a:solidFill>
                  <a:srgbClr val="000000"/>
                </a:solidFill>
                <a:effectLst/>
                <a:latin typeface="Arial" panose="020B0604020202020204" pitchFamily="34" charset="0"/>
                <a:cs typeface="Arial" panose="020B0604020202020204" pitchFamily="34" charset="0"/>
              </a:rPr>
              <a:t>, most people immediately think of the horizontal placement of text on a page. This is only a single aspect of the alignment principles, but it’s undeniably an important one since you’ll be dealing with it anytime you work with text.</a:t>
            </a:r>
          </a:p>
          <a:p>
            <a:pPr algn="l" fontAlgn="base"/>
            <a:endParaRPr lang="en-US" b="0" i="0" dirty="0">
              <a:solidFill>
                <a:srgbClr val="000000"/>
              </a:solidFill>
              <a:effectLst/>
              <a:latin typeface="Arial" panose="020B0604020202020204" pitchFamily="34" charset="0"/>
              <a:cs typeface="Arial" panose="020B0604020202020204" pitchFamily="34" charset="0"/>
            </a:endParaRPr>
          </a:p>
          <a:p>
            <a:pPr algn="l" fontAlgn="base"/>
            <a:r>
              <a:rPr lang="en-US" b="0" i="0" dirty="0">
                <a:solidFill>
                  <a:srgbClr val="000000"/>
                </a:solidFill>
                <a:effectLst/>
                <a:latin typeface="Arial" panose="020B0604020202020204" pitchFamily="34" charset="0"/>
                <a:cs typeface="Arial" panose="020B0604020202020204" pitchFamily="34" charset="0"/>
              </a:rPr>
              <a:t>There are four common </a:t>
            </a:r>
            <a:r>
              <a:rPr lang="en-US" b="0" i="0" u="none" strike="noStrike" dirty="0">
                <a:solidFill>
                  <a:srgbClr val="00A5DC"/>
                </a:solidFill>
                <a:effectLst/>
                <a:latin typeface="Arial" panose="020B0604020202020204" pitchFamily="34" charset="0"/>
                <a:cs typeface="Arial" panose="020B0604020202020204" pitchFamily="34" charset="0"/>
                <a:hlinkClick r:id="rId4" tooltip="Guide to Types of Alignment"/>
              </a:rPr>
              <a:t>types of alignment</a:t>
            </a:r>
            <a:r>
              <a:rPr lang="en-US" b="0" i="0" dirty="0">
                <a:solidFill>
                  <a:srgbClr val="000000"/>
                </a:solidFill>
                <a:effectLst/>
                <a:latin typeface="Arial" panose="020B0604020202020204" pitchFamily="34" charset="0"/>
                <a:cs typeface="Arial" panose="020B0604020202020204" pitchFamily="34" charset="0"/>
              </a:rPr>
              <a:t> when dealing with text placement: center, flush left, flush right and justified.</a:t>
            </a:r>
          </a:p>
          <a:p>
            <a:endParaRPr lang="en-CA" dirty="0">
              <a:latin typeface="Arial" panose="020B0604020202020204" pitchFamily="34" charset="0"/>
              <a:cs typeface="Arial" panose="020B0604020202020204" pitchFamily="34" charset="0"/>
            </a:endParaRPr>
          </a:p>
          <a:p>
            <a:r>
              <a:rPr lang="en-US" b="1" i="0" dirty="0">
                <a:solidFill>
                  <a:srgbClr val="000000"/>
                </a:solidFill>
                <a:effectLst/>
                <a:latin typeface="Arial" panose="020B0604020202020204" pitchFamily="34" charset="0"/>
                <a:cs typeface="Arial" panose="020B0604020202020204" pitchFamily="34" charset="0"/>
              </a:rPr>
              <a:t>Center alignment</a:t>
            </a:r>
            <a:r>
              <a:rPr lang="en-US" b="0" i="0" dirty="0">
                <a:solidFill>
                  <a:srgbClr val="000000"/>
                </a:solidFill>
                <a:effectLst/>
                <a:latin typeface="Arial" panose="020B0604020202020204" pitchFamily="34" charset="0"/>
                <a:cs typeface="Arial" panose="020B0604020202020204" pitchFamily="34" charset="0"/>
              </a:rPr>
              <a:t> works best when dealing with just a few short lines of text. You should </a:t>
            </a:r>
            <a:r>
              <a:rPr lang="en-US" b="0" i="0" u="none" strike="noStrike" dirty="0">
                <a:solidFill>
                  <a:srgbClr val="00A5DC"/>
                </a:solidFill>
                <a:effectLst/>
                <a:latin typeface="Arial" panose="020B0604020202020204" pitchFamily="34" charset="0"/>
                <a:cs typeface="Arial" panose="020B0604020202020204" pitchFamily="34" charset="0"/>
                <a:hlinkClick r:id="rId5" tooltip="Why You Should Never Center Align Paragraph Text"/>
              </a:rPr>
              <a:t>never use it for full paragraphs</a:t>
            </a:r>
            <a:r>
              <a:rPr lang="en-US" b="0" i="0" dirty="0">
                <a:solidFill>
                  <a:srgbClr val="000000"/>
                </a:solidFill>
                <a:effectLst/>
                <a:latin typeface="Arial" panose="020B0604020202020204" pitchFamily="34" charset="0"/>
                <a:cs typeface="Arial" panose="020B0604020202020204" pitchFamily="34" charset="0"/>
              </a:rPr>
              <a:t> because it makes them more difficult to read; the audience has no straight margin so their eyes must move to a new position every time they start a new line.</a:t>
            </a:r>
          </a:p>
          <a:p>
            <a:endParaRPr lang="en-US" b="0" i="0" dirty="0">
              <a:solidFill>
                <a:srgbClr val="000000"/>
              </a:solidFill>
              <a:effectLst/>
              <a:latin typeface="Arial" panose="020B0604020202020204" pitchFamily="34" charset="0"/>
              <a:cs typeface="Arial" panose="020B0604020202020204" pitchFamily="34" charset="0"/>
            </a:endParaRPr>
          </a:p>
          <a:p>
            <a:endParaRPr lang="en-US" b="0" i="0" dirty="0">
              <a:solidFill>
                <a:srgbClr val="000000"/>
              </a:solidFill>
              <a:effectLst/>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000000"/>
                </a:solidFill>
                <a:effectLst/>
                <a:latin typeface="Arial" panose="020B0604020202020204" pitchFamily="34" charset="0"/>
                <a:cs typeface="Arial" panose="020B0604020202020204" pitchFamily="34" charset="0"/>
              </a:rPr>
              <a:t>LEFT </a:t>
            </a:r>
            <a:r>
              <a:rPr lang="en-US" b="0" i="0" dirty="0">
                <a:solidFill>
                  <a:srgbClr val="000000"/>
                </a:solidFill>
                <a:effectLst/>
                <a:latin typeface="Arial" panose="020B0604020202020204" pitchFamily="34" charset="0"/>
                <a:cs typeface="Arial" panose="020B0604020202020204" pitchFamily="34" charset="0"/>
              </a:rPr>
              <a:t>Text aligned against a hard left-hand margin is generally considered the strongest, “safest” choice and is the most common orientation. It results in a very comfortable, secure and conservative look (though again, there are plenty of ways to use it creatively).</a:t>
            </a:r>
          </a:p>
          <a:p>
            <a:endParaRPr lang="en-CA" dirty="0">
              <a:latin typeface="Arial" panose="020B0604020202020204" pitchFamily="34" charset="0"/>
              <a:cs typeface="Arial" panose="020B0604020202020204" pitchFamily="34" charset="0"/>
            </a:endParaRPr>
          </a:p>
          <a:p>
            <a:pPr algn="l" fontAlgn="base"/>
            <a:r>
              <a:rPr lang="en-CA" b="1" dirty="0">
                <a:latin typeface="Arial" panose="020B0604020202020204" pitchFamily="34" charset="0"/>
                <a:cs typeface="Arial" panose="020B0604020202020204" pitchFamily="34" charset="0"/>
              </a:rPr>
              <a:t>RIGHT </a:t>
            </a:r>
            <a:r>
              <a:rPr lang="en-US" b="0" i="0" dirty="0">
                <a:solidFill>
                  <a:srgbClr val="000000"/>
                </a:solidFill>
                <a:effectLst/>
                <a:latin typeface="Arial" panose="020B0604020202020204" pitchFamily="34" charset="0"/>
                <a:cs typeface="Arial" panose="020B0604020202020204" pitchFamily="34" charset="0"/>
              </a:rPr>
              <a:t>Flush right alignment is much less common than other types, so it’s often used to give elements a unique or “offbeat” look and feel. With this orientation, text is aligned against a hard right-hand margin (with the left side left “ragged”).</a:t>
            </a:r>
          </a:p>
          <a:p>
            <a:pPr algn="l" fontAlgn="base"/>
            <a:endParaRPr lang="en-US" b="0" i="0" dirty="0">
              <a:solidFill>
                <a:srgbClr val="000000"/>
              </a:solidFill>
              <a:effectLst/>
              <a:latin typeface="Arial" panose="020B0604020202020204" pitchFamily="34" charset="0"/>
              <a:cs typeface="Arial" panose="020B0604020202020204" pitchFamily="34" charset="0"/>
            </a:endParaRPr>
          </a:p>
          <a:p>
            <a:pPr algn="l" fontAlgn="base"/>
            <a:r>
              <a:rPr lang="en-US" b="0" i="0" dirty="0">
                <a:solidFill>
                  <a:srgbClr val="000000"/>
                </a:solidFill>
                <a:effectLst/>
                <a:latin typeface="Arial" panose="020B0604020202020204" pitchFamily="34" charset="0"/>
                <a:cs typeface="Arial" panose="020B0604020202020204" pitchFamily="34" charset="0"/>
              </a:rPr>
              <a:t>Like with center alignment, you should avoid using flush right on large paragraphs since the ragged left edge will make them difficult to read. With shorter lines of text, it can help give your words extra weight and importance since it requires more effort to read. It’s more interesting than centering everything, but overusing it may frustrate your reader.</a:t>
            </a:r>
          </a:p>
          <a:p>
            <a:endParaRPr lang="en-CA" b="1" dirty="0">
              <a:latin typeface="Arial" panose="020B0604020202020204" pitchFamily="34" charset="0"/>
              <a:cs typeface="Arial" panose="020B0604020202020204" pitchFamily="34" charset="0"/>
            </a:endParaRPr>
          </a:p>
          <a:p>
            <a:pPr algn="l" fontAlgn="base"/>
            <a:r>
              <a:rPr lang="en-CA" b="1" dirty="0">
                <a:latin typeface="Arial" panose="020B0604020202020204" pitchFamily="34" charset="0"/>
                <a:cs typeface="Arial" panose="020B0604020202020204" pitchFamily="34" charset="0"/>
              </a:rPr>
              <a:t>Justified - </a:t>
            </a:r>
            <a:r>
              <a:rPr lang="en-US" sz="1200" b="0" i="0" dirty="0">
                <a:solidFill>
                  <a:srgbClr val="000000"/>
                </a:solidFill>
                <a:effectLst/>
                <a:latin typeface="Arial" panose="020B0604020202020204" pitchFamily="34" charset="0"/>
                <a:cs typeface="Arial" panose="020B0604020202020204" pitchFamily="34" charset="0"/>
              </a:rPr>
              <a:t>With justified alignment, both the left and right sides of the text are effectively flush against hard, straight margins. This is achieved by individually adjusting the spacing of each line of text–so a line with fewer characters will be more broadly spaced, while a line with more characters will have less space between them. Ideally, the difference in space will be subtle enough that you won’t really notice the difference, but the end result will be a neat and organized look that’s more formal-looking than flush left alignment.</a:t>
            </a:r>
          </a:p>
          <a:p>
            <a:pPr algn="l" fontAlgn="base"/>
            <a:endParaRPr lang="en-US" sz="1200" b="0" i="0" dirty="0">
              <a:solidFill>
                <a:srgbClr val="000000"/>
              </a:solidFill>
              <a:effectLst/>
              <a:latin typeface="Arial" panose="020B0604020202020204" pitchFamily="34" charset="0"/>
              <a:cs typeface="Arial" panose="020B0604020202020204" pitchFamily="34" charset="0"/>
            </a:endParaRPr>
          </a:p>
          <a:p>
            <a:pPr algn="l" fontAlgn="base"/>
            <a:r>
              <a:rPr lang="en-US" sz="1200" b="0" i="0" dirty="0">
                <a:solidFill>
                  <a:srgbClr val="000000"/>
                </a:solidFill>
                <a:effectLst/>
                <a:latin typeface="Arial" panose="020B0604020202020204" pitchFamily="34" charset="0"/>
                <a:cs typeface="Arial" panose="020B0604020202020204" pitchFamily="34" charset="0"/>
              </a:rPr>
              <a:t>You’ve probably seen this technique used in books, newspapers, magazines and other publications. Justification is especially useful when working with multiple columns of text because it helps to keep them visually separate from one another as well as fit more characters into a smaller amount of space.</a:t>
            </a:r>
          </a:p>
          <a:p>
            <a:endParaRPr lang="en-CA" b="1" dirty="0">
              <a:latin typeface="Arial" panose="020B0604020202020204" pitchFamily="34" charset="0"/>
              <a:cs typeface="Arial" panose="020B0604020202020204" pitchFamily="34" charset="0"/>
            </a:endParaRPr>
          </a:p>
          <a:p>
            <a:endParaRPr lang="en-CA" b="1" dirty="0">
              <a:latin typeface="Arial" panose="020B0604020202020204" pitchFamily="34" charset="0"/>
              <a:cs typeface="Arial" panose="020B0604020202020204" pitchFamily="34" charset="0"/>
            </a:endParaRPr>
          </a:p>
          <a:p>
            <a:r>
              <a:rPr lang="en-CA" b="1" dirty="0">
                <a:latin typeface="Arial" panose="020B0604020202020204" pitchFamily="34" charset="0"/>
                <a:cs typeface="Arial" panose="020B0604020202020204" pitchFamily="34" charset="0"/>
              </a:rPr>
              <a:t>Images from </a:t>
            </a:r>
            <a:r>
              <a:rPr lang="en-US" dirty="0">
                <a:hlinkClick r:id="rId6"/>
              </a:rPr>
              <a:t>How to use Alignment to improve your design - Graphic Design Fundamentals</a:t>
            </a:r>
            <a:endParaRPr lang="en-US" dirty="0"/>
          </a:p>
          <a:p>
            <a:r>
              <a:rPr lang="en-CA" b="1" dirty="0">
                <a:latin typeface="Arial" panose="020B0604020202020204" pitchFamily="34" charset="0"/>
                <a:cs typeface="Arial" panose="020B0604020202020204" pitchFamily="34" charset="0"/>
              </a:rPr>
              <a:t>https://graphicdesignfundamentals.com/how-to-use-alignment-to-improve-your-design/</a:t>
            </a:r>
          </a:p>
        </p:txBody>
      </p:sp>
      <p:sp>
        <p:nvSpPr>
          <p:cNvPr id="4" name="Slide Number Placeholder 3"/>
          <p:cNvSpPr>
            <a:spLocks noGrp="1"/>
          </p:cNvSpPr>
          <p:nvPr>
            <p:ph type="sldNum" sz="quarter" idx="5"/>
          </p:nvPr>
        </p:nvSpPr>
        <p:spPr/>
        <p:txBody>
          <a:bodyPr/>
          <a:lstStyle/>
          <a:p>
            <a:fld id="{E0D2FFC4-2857-4189-8FCE-9481A381312E}" type="slidenum">
              <a:rPr lang="en-CA" smtClean="0"/>
              <a:t>13</a:t>
            </a:fld>
            <a:endParaRPr lang="en-CA"/>
          </a:p>
        </p:txBody>
      </p:sp>
    </p:spTree>
    <p:extLst>
      <p:ext uri="{BB962C8B-B14F-4D97-AF65-F5344CB8AC3E}">
        <p14:creationId xmlns:p14="http://schemas.microsoft.com/office/powerpoint/2010/main" val="4267824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b="0" i="0" dirty="0">
                <a:solidFill>
                  <a:srgbClr val="000000"/>
                </a:solidFill>
                <a:effectLst/>
                <a:latin typeface="Arial" panose="020B0604020202020204" pitchFamily="34" charset="0"/>
              </a:rPr>
              <a:t>Justified text comes with one major complication. If individual words are too long or the columns are too narrow, it can sometimes create large unsightly gaps of blank space. If you’re having these types of issues with justification, try using a longer line length, a smaller font, or shorter words.</a:t>
            </a:r>
            <a:endParaRPr lang="en-CA" dirty="0"/>
          </a:p>
        </p:txBody>
      </p:sp>
      <p:sp>
        <p:nvSpPr>
          <p:cNvPr id="4" name="Slide Number Placeholder 3"/>
          <p:cNvSpPr>
            <a:spLocks noGrp="1"/>
          </p:cNvSpPr>
          <p:nvPr>
            <p:ph type="sldNum" sz="quarter" idx="5"/>
          </p:nvPr>
        </p:nvSpPr>
        <p:spPr/>
        <p:txBody>
          <a:bodyPr/>
          <a:lstStyle/>
          <a:p>
            <a:fld id="{E0D2FFC4-2857-4189-8FCE-9481A381312E}" type="slidenum">
              <a:rPr lang="en-CA" smtClean="0"/>
              <a:t>14</a:t>
            </a:fld>
            <a:endParaRPr lang="en-CA"/>
          </a:p>
        </p:txBody>
      </p:sp>
    </p:spTree>
    <p:extLst>
      <p:ext uri="{BB962C8B-B14F-4D97-AF65-F5344CB8AC3E}">
        <p14:creationId xmlns:p14="http://schemas.microsoft.com/office/powerpoint/2010/main" val="21661842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pPr algn="l" fontAlgn="base"/>
            <a:r>
              <a:rPr lang="en-US" sz="1100" b="1" i="0" dirty="0">
                <a:solidFill>
                  <a:srgbClr val="000000"/>
                </a:solidFill>
                <a:effectLst/>
                <a:latin typeface="Arial" panose="020B0604020202020204" pitchFamily="34" charset="0"/>
                <a:cs typeface="Arial" panose="020B0604020202020204" pitchFamily="34" charset="0"/>
              </a:rPr>
              <a:t>Finding the “invisible line”</a:t>
            </a:r>
          </a:p>
          <a:p>
            <a:pPr algn="l" fontAlgn="base"/>
            <a:r>
              <a:rPr lang="en-US" sz="1100" b="0" i="0" dirty="0">
                <a:solidFill>
                  <a:srgbClr val="000000"/>
                </a:solidFill>
                <a:effectLst/>
                <a:latin typeface="Arial" panose="020B0604020202020204" pitchFamily="34" charset="0"/>
                <a:cs typeface="Arial" panose="020B0604020202020204" pitchFamily="34" charset="0"/>
              </a:rPr>
              <a:t>Alignment (like the name suggests) is all about organizing elements relative to a </a:t>
            </a:r>
            <a:r>
              <a:rPr lang="en-US" sz="1100" b="0" i="1" dirty="0">
                <a:solidFill>
                  <a:srgbClr val="000000"/>
                </a:solidFill>
                <a:effectLst/>
                <a:latin typeface="Arial" panose="020B0604020202020204" pitchFamily="34" charset="0"/>
                <a:cs typeface="Arial" panose="020B0604020202020204" pitchFamily="34" charset="0"/>
              </a:rPr>
              <a:t>line</a:t>
            </a:r>
            <a:r>
              <a:rPr lang="en-US" sz="1100" b="0" i="0" dirty="0">
                <a:solidFill>
                  <a:srgbClr val="000000"/>
                </a:solidFill>
                <a:effectLst/>
                <a:latin typeface="Arial" panose="020B0604020202020204" pitchFamily="34" charset="0"/>
                <a:cs typeface="Arial" panose="020B0604020202020204" pitchFamily="34" charset="0"/>
              </a:rPr>
              <a:t> or margin. This doesn’t have to be a literal line in your design; in fact, it’s usually an invisible margin implied by the way your design is arranged.</a:t>
            </a:r>
          </a:p>
          <a:p>
            <a:pPr algn="l" fontAlgn="base"/>
            <a:endParaRPr lang="en-US" sz="1100" b="0" i="0" dirty="0">
              <a:solidFill>
                <a:srgbClr val="000000"/>
              </a:solidFill>
              <a:effectLst/>
              <a:latin typeface="Arial" panose="020B0604020202020204" pitchFamily="34" charset="0"/>
              <a:cs typeface="Arial" panose="020B0604020202020204" pitchFamily="34" charset="0"/>
            </a:endParaRPr>
          </a:p>
          <a:p>
            <a:pPr algn="l" fontAlgn="base"/>
            <a:r>
              <a:rPr lang="en-US" sz="1100" b="0" i="0" dirty="0">
                <a:solidFill>
                  <a:srgbClr val="000000"/>
                </a:solidFill>
                <a:effectLst/>
                <a:latin typeface="Arial" panose="020B0604020202020204" pitchFamily="34" charset="0"/>
                <a:cs typeface="Arial" panose="020B0604020202020204" pitchFamily="34" charset="0"/>
              </a:rPr>
              <a:t>The two basic alignment principles are </a:t>
            </a:r>
            <a:r>
              <a:rPr lang="en-US" sz="1100" b="1" i="0" dirty="0">
                <a:solidFill>
                  <a:srgbClr val="000000"/>
                </a:solidFill>
                <a:effectLst/>
                <a:latin typeface="Arial" panose="020B0604020202020204" pitchFamily="34" charset="0"/>
                <a:cs typeface="Arial" panose="020B0604020202020204" pitchFamily="34" charset="0"/>
              </a:rPr>
              <a:t>edge alignment</a:t>
            </a:r>
            <a:r>
              <a:rPr lang="en-US" sz="1100" b="0" i="0" dirty="0">
                <a:solidFill>
                  <a:srgbClr val="000000"/>
                </a:solidFill>
                <a:effectLst/>
                <a:latin typeface="Arial" panose="020B0604020202020204" pitchFamily="34" charset="0"/>
                <a:cs typeface="Arial" panose="020B0604020202020204" pitchFamily="34" charset="0"/>
              </a:rPr>
              <a:t> and </a:t>
            </a:r>
            <a:r>
              <a:rPr lang="en-US" sz="1100" b="1" i="0" dirty="0">
                <a:solidFill>
                  <a:srgbClr val="000000"/>
                </a:solidFill>
                <a:effectLst/>
                <a:latin typeface="Arial" panose="020B0604020202020204" pitchFamily="34" charset="0"/>
                <a:cs typeface="Arial" panose="020B0604020202020204" pitchFamily="34" charset="0"/>
              </a:rPr>
              <a:t>center alignment</a:t>
            </a:r>
            <a:r>
              <a:rPr lang="en-US" sz="1100" b="0" i="0" dirty="0">
                <a:solidFill>
                  <a:srgbClr val="000000"/>
                </a:solidFill>
                <a:effectLst/>
                <a:latin typeface="Arial" panose="020B0604020202020204" pitchFamily="34" charset="0"/>
                <a:cs typeface="Arial" panose="020B0604020202020204" pitchFamily="34" charset="0"/>
              </a:rPr>
              <a:t>. Each is essentially a different way of utilizing an invisible line.</a:t>
            </a:r>
          </a:p>
          <a:p>
            <a:pPr algn="l" fontAlgn="base"/>
            <a:endParaRPr lang="en-US" sz="1100" b="0" i="0" dirty="0">
              <a:solidFill>
                <a:srgbClr val="000000"/>
              </a:solidFill>
              <a:effectLst/>
              <a:latin typeface="Arial" panose="020B0604020202020204" pitchFamily="34" charset="0"/>
              <a:cs typeface="Arial" panose="020B0604020202020204" pitchFamily="34" charset="0"/>
            </a:endParaRPr>
          </a:p>
          <a:p>
            <a:pPr algn="l" fontAlgn="base"/>
            <a:endParaRPr lang="en-US" sz="1100" b="0" i="0" dirty="0">
              <a:solidFill>
                <a:srgbClr val="000000"/>
              </a:solidFill>
              <a:effectLst/>
              <a:latin typeface="Arial" panose="020B0604020202020204" pitchFamily="34" charset="0"/>
              <a:cs typeface="Arial" panose="020B0604020202020204" pitchFamily="34" charset="0"/>
            </a:endParaRPr>
          </a:p>
          <a:p>
            <a:endParaRPr lang="en-CA" sz="1100" dirty="0"/>
          </a:p>
          <a:p>
            <a:endParaRPr lang="en-CA" sz="11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E0D2FFC4-2857-4189-8FCE-9481A381312E}" type="slidenum">
              <a:rPr lang="en-CA" smtClean="0"/>
              <a:t>15</a:t>
            </a:fld>
            <a:endParaRPr lang="en-CA"/>
          </a:p>
        </p:txBody>
      </p:sp>
    </p:spTree>
    <p:extLst>
      <p:ext uri="{BB962C8B-B14F-4D97-AF65-F5344CB8AC3E}">
        <p14:creationId xmlns:p14="http://schemas.microsoft.com/office/powerpoint/2010/main" val="21219352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dirty="0"/>
              <a:t>Alignment does more than make things look neat.</a:t>
            </a:r>
          </a:p>
          <a:p>
            <a:endParaRPr lang="en-US" dirty="0"/>
          </a:p>
          <a:p>
            <a:r>
              <a:rPr lang="en-US" dirty="0"/>
              <a:t>When elements share an alignment point, viewers assume they are connected.</a:t>
            </a:r>
          </a:p>
          <a:p>
            <a:endParaRPr lang="en-US" dirty="0"/>
          </a:p>
          <a:p>
            <a:r>
              <a:rPr lang="en-US" dirty="0"/>
              <a:t>For example:</a:t>
            </a:r>
          </a:p>
          <a:p>
            <a:pPr marL="171450" indent="-171450">
              <a:buFont typeface="Arial" panose="020B0604020202020204" pitchFamily="34" charset="0"/>
              <a:buChar char="•"/>
            </a:pPr>
            <a:r>
              <a:rPr lang="en-US" dirty="0"/>
              <a:t>A photo and caption share alignment.</a:t>
            </a:r>
          </a:p>
          <a:p>
            <a:pPr marL="171450" indent="-171450">
              <a:buFont typeface="Arial" panose="020B0604020202020204" pitchFamily="34" charset="0"/>
              <a:buChar char="•"/>
            </a:pPr>
            <a:r>
              <a:rPr lang="en-US" dirty="0"/>
              <a:t>A heading aligns with body text.</a:t>
            </a:r>
          </a:p>
          <a:p>
            <a:pPr marL="171450" indent="-171450">
              <a:buFont typeface="Arial" panose="020B0604020202020204" pitchFamily="34" charset="0"/>
              <a:buChar char="•"/>
            </a:pPr>
            <a:r>
              <a:rPr lang="en-US" dirty="0"/>
              <a:t>Navigation items align with each other.</a:t>
            </a:r>
          </a:p>
          <a:p>
            <a:endParaRPr lang="en-US" dirty="0"/>
          </a:p>
          <a:p>
            <a:r>
              <a:rPr lang="en-US" dirty="0"/>
              <a:t>These relationships help viewers understand information without thinking about it.</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16</a:t>
            </a:fld>
            <a:endParaRPr lang="en-CA"/>
          </a:p>
        </p:txBody>
      </p:sp>
    </p:spTree>
    <p:extLst>
      <p:ext uri="{BB962C8B-B14F-4D97-AF65-F5344CB8AC3E}">
        <p14:creationId xmlns:p14="http://schemas.microsoft.com/office/powerpoint/2010/main" val="1934175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dirty="0"/>
              <a:t>Poor alignment is often one of the quickest ways to make a design look amateur.</a:t>
            </a:r>
          </a:p>
          <a:p>
            <a:endParaRPr lang="en-US" dirty="0"/>
          </a:p>
          <a:p>
            <a:r>
              <a:rPr lang="en-US" dirty="0"/>
              <a:t>Many beginning designers focus only on fonts and </a:t>
            </a:r>
            <a:r>
              <a:rPr lang="en-US" dirty="0" err="1"/>
              <a:t>colours</a:t>
            </a:r>
            <a:r>
              <a:rPr lang="en-US" dirty="0"/>
              <a:t>.</a:t>
            </a:r>
          </a:p>
          <a:p>
            <a:endParaRPr lang="en-US" dirty="0"/>
          </a:p>
          <a:p>
            <a:r>
              <a:rPr lang="en-US" dirty="0"/>
              <a:t>Professional designers often focus first on:</a:t>
            </a:r>
          </a:p>
          <a:p>
            <a:pPr marL="171450" indent="-171450">
              <a:buFont typeface="Arial" panose="020B0604020202020204" pitchFamily="34" charset="0"/>
              <a:buChar char="•"/>
            </a:pPr>
            <a:r>
              <a:rPr lang="en-US" dirty="0"/>
              <a:t>Alignment</a:t>
            </a:r>
          </a:p>
          <a:p>
            <a:pPr marL="171450" indent="-171450">
              <a:buFont typeface="Arial" panose="020B0604020202020204" pitchFamily="34" charset="0"/>
              <a:buChar char="•"/>
            </a:pPr>
            <a:r>
              <a:rPr lang="en-US" dirty="0"/>
              <a:t>Spacing</a:t>
            </a:r>
          </a:p>
          <a:p>
            <a:pPr marL="171450" indent="-171450">
              <a:buFont typeface="Arial" panose="020B0604020202020204" pitchFamily="34" charset="0"/>
              <a:buChar char="•"/>
            </a:pPr>
            <a:r>
              <a:rPr lang="en-US" dirty="0"/>
              <a:t>Organization</a:t>
            </a:r>
          </a:p>
          <a:p>
            <a:endParaRPr lang="en-US" dirty="0"/>
          </a:p>
          <a:p>
            <a:r>
              <a:rPr lang="en-US" dirty="0"/>
              <a:t>Small alignment improvements can dramatically improve a design.</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17</a:t>
            </a:fld>
            <a:endParaRPr lang="en-CA"/>
          </a:p>
        </p:txBody>
      </p:sp>
    </p:spTree>
    <p:extLst>
      <p:ext uri="{BB962C8B-B14F-4D97-AF65-F5344CB8AC3E}">
        <p14:creationId xmlns:p14="http://schemas.microsoft.com/office/powerpoint/2010/main" val="15107797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b="1" kern="1200" dirty="0">
                <a:solidFill>
                  <a:schemeClr val="tx1"/>
                </a:solidFill>
                <a:effectLst/>
                <a:latin typeface="+mn-lt"/>
                <a:ea typeface="+mn-ea"/>
                <a:cs typeface="+mn-cs"/>
              </a:rPr>
              <a:t>Ask</a:t>
            </a:r>
            <a:endParaRPr lang="en-C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Which feels more professional?</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Which elements seem disconnected?</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What would you fix first?</a:t>
            </a:r>
          </a:p>
          <a:p>
            <a:endParaRPr lang="en-CA" sz="1200" b="1"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Notes</a:t>
            </a:r>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Students should explain their reasoning.</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Avoid simple answers like:</a:t>
            </a:r>
          </a:p>
          <a:p>
            <a:r>
              <a:rPr lang="en-CA" sz="1200" kern="1200" dirty="0">
                <a:solidFill>
                  <a:schemeClr val="tx1"/>
                </a:solidFill>
                <a:effectLst/>
                <a:latin typeface="+mn-lt"/>
                <a:ea typeface="+mn-ea"/>
                <a:cs typeface="+mn-cs"/>
              </a:rPr>
              <a:t>"Because it looks better."</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Encourage:</a:t>
            </a:r>
          </a:p>
          <a:p>
            <a:r>
              <a:rPr lang="en-CA" sz="1200" kern="1200" dirty="0">
                <a:solidFill>
                  <a:schemeClr val="tx1"/>
                </a:solidFill>
                <a:effectLst/>
                <a:latin typeface="+mn-lt"/>
                <a:ea typeface="+mn-ea"/>
                <a:cs typeface="+mn-cs"/>
              </a:rPr>
              <a:t>"The headline does not align with the image edge."</a:t>
            </a:r>
          </a:p>
          <a:p>
            <a:r>
              <a:rPr lang="en-CA" sz="1200" kern="1200" dirty="0">
                <a:solidFill>
                  <a:schemeClr val="tx1"/>
                </a:solidFill>
                <a:effectLst/>
                <a:latin typeface="+mn-lt"/>
                <a:ea typeface="+mn-ea"/>
                <a:cs typeface="+mn-cs"/>
              </a:rPr>
              <a:t>"The text blocks do not share a common starting point.“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Image from:</a:t>
            </a:r>
          </a:p>
          <a:p>
            <a:r>
              <a:rPr lang="en-CA" sz="1200" kern="1200" dirty="0">
                <a:solidFill>
                  <a:schemeClr val="tx1"/>
                </a:solidFill>
                <a:effectLst/>
                <a:latin typeface="+mn-lt"/>
                <a:ea typeface="+mn-ea"/>
                <a:cs typeface="+mn-cs"/>
              </a:rPr>
              <a:t>https://libguides.usc.edu.au/posters/design</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18</a:t>
            </a:fld>
            <a:endParaRPr lang="en-CA"/>
          </a:p>
        </p:txBody>
      </p:sp>
    </p:spTree>
    <p:extLst>
      <p:ext uri="{BB962C8B-B14F-4D97-AF65-F5344CB8AC3E}">
        <p14:creationId xmlns:p14="http://schemas.microsoft.com/office/powerpoint/2010/main" val="1449834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b="1" kern="1200" dirty="0">
                <a:solidFill>
                  <a:schemeClr val="tx1"/>
                </a:solidFill>
                <a:effectLst/>
                <a:latin typeface="+mn-lt"/>
                <a:ea typeface="+mn-ea"/>
                <a:cs typeface="+mn-cs"/>
              </a:rPr>
              <a:t>Ask</a:t>
            </a:r>
            <a:endParaRPr lang="en-C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Which feels more professional?</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Which elements seem disconnected?</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What would you fix first?</a:t>
            </a:r>
          </a:p>
          <a:p>
            <a:endParaRPr lang="en-CA" sz="1200" b="1"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Notes</a:t>
            </a:r>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Students should explain their reasoning.</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Avoid simple answers like:</a:t>
            </a:r>
          </a:p>
          <a:p>
            <a:r>
              <a:rPr lang="en-CA" sz="1200" kern="1200" dirty="0">
                <a:solidFill>
                  <a:schemeClr val="tx1"/>
                </a:solidFill>
                <a:effectLst/>
                <a:latin typeface="+mn-lt"/>
                <a:ea typeface="+mn-ea"/>
                <a:cs typeface="+mn-cs"/>
              </a:rPr>
              <a:t>"Because it looks better."</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Encourage:</a:t>
            </a:r>
          </a:p>
          <a:p>
            <a:r>
              <a:rPr lang="en-CA" sz="1200" kern="1200" dirty="0">
                <a:solidFill>
                  <a:schemeClr val="tx1"/>
                </a:solidFill>
                <a:effectLst/>
                <a:latin typeface="+mn-lt"/>
                <a:ea typeface="+mn-ea"/>
                <a:cs typeface="+mn-cs"/>
              </a:rPr>
              <a:t>"The headline does not align with the image edge."</a:t>
            </a:r>
          </a:p>
          <a:p>
            <a:r>
              <a:rPr lang="en-CA" sz="1200" kern="1200" dirty="0">
                <a:solidFill>
                  <a:schemeClr val="tx1"/>
                </a:solidFill>
                <a:effectLst/>
                <a:latin typeface="+mn-lt"/>
                <a:ea typeface="+mn-ea"/>
                <a:cs typeface="+mn-cs"/>
              </a:rPr>
              <a:t>"The text blocks do not share a common starting point.“</a:t>
            </a:r>
            <a:endParaRPr lang="en-CA" dirty="0"/>
          </a:p>
          <a:p>
            <a:endParaRPr lang="en-CA" dirty="0"/>
          </a:p>
          <a:p>
            <a:endParaRPr lang="en-CA" dirty="0"/>
          </a:p>
          <a:p>
            <a:r>
              <a:rPr lang="en-CA" dirty="0"/>
              <a:t>Image from </a:t>
            </a:r>
          </a:p>
          <a:p>
            <a:r>
              <a:rPr lang="en-US" dirty="0">
                <a:hlinkClick r:id="rId3"/>
              </a:rPr>
              <a:t>How to differentiate between Good Design Vs Bad Design</a:t>
            </a:r>
            <a:endParaRPr lang="en-US" dirty="0"/>
          </a:p>
          <a:p>
            <a:r>
              <a:rPr lang="en-CA" dirty="0"/>
              <a:t>https://www.fluidesigns.in/blog/how-to-differentiate-between-good-design-vs-bad-design</a:t>
            </a:r>
          </a:p>
        </p:txBody>
      </p:sp>
      <p:sp>
        <p:nvSpPr>
          <p:cNvPr id="4" name="Slide Number Placeholder 3"/>
          <p:cNvSpPr>
            <a:spLocks noGrp="1"/>
          </p:cNvSpPr>
          <p:nvPr>
            <p:ph type="sldNum" sz="quarter" idx="5"/>
          </p:nvPr>
        </p:nvSpPr>
        <p:spPr/>
        <p:txBody>
          <a:bodyPr/>
          <a:lstStyle/>
          <a:p>
            <a:fld id="{E59DD69C-4B04-4343-9720-E123BD0E3FF9}" type="slidenum">
              <a:rPr lang="en-CA" smtClean="0"/>
              <a:t>19</a:t>
            </a:fld>
            <a:endParaRPr lang="en-CA"/>
          </a:p>
        </p:txBody>
      </p:sp>
    </p:spTree>
    <p:extLst>
      <p:ext uri="{BB962C8B-B14F-4D97-AF65-F5344CB8AC3E}">
        <p14:creationId xmlns:p14="http://schemas.microsoft.com/office/powerpoint/2010/main" val="3548757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FFA7-7C11-5F45-4822-EBF58F55F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53D14-AC50-5623-CFCE-0842B9053F17}"/>
              </a:ext>
            </a:extLst>
          </p:cNvPr>
          <p:cNvSpPr>
            <a:spLocks noGrp="1" noRot="1" noChangeAspect="1"/>
          </p:cNvSpPr>
          <p:nvPr>
            <p:ph type="sldImg"/>
          </p:nvPr>
        </p:nvSpPr>
        <p:spPr>
          <a:xfrm>
            <a:off x="1611313" y="193675"/>
            <a:ext cx="3224212" cy="2417763"/>
          </a:xfrm>
        </p:spPr>
      </p:sp>
      <p:sp>
        <p:nvSpPr>
          <p:cNvPr id="3" name="Notes Placeholder 2">
            <a:extLst>
              <a:ext uri="{FF2B5EF4-FFF2-40B4-BE49-F238E27FC236}">
                <a16:creationId xmlns:a16="http://schemas.microsoft.com/office/drawing/2014/main" id="{B23ECF6B-0E62-86C5-513D-D33E7DD7E870}"/>
              </a:ext>
            </a:extLst>
          </p:cNvPr>
          <p:cNvSpPr>
            <a:spLocks noGrp="1"/>
          </p:cNvSpPr>
          <p:nvPr>
            <p:ph type="body" idx="1"/>
          </p:nvPr>
        </p:nvSpPr>
        <p:spPr/>
        <p:txBody>
          <a:bodyPr/>
          <a:lstStyle/>
          <a:p>
            <a:r>
              <a:rPr lang="en-CA" sz="1200" b="1" kern="1200" dirty="0">
                <a:solidFill>
                  <a:schemeClr val="tx1"/>
                </a:solidFill>
                <a:effectLst/>
                <a:latin typeface="+mn-lt"/>
                <a:ea typeface="+mn-ea"/>
                <a:cs typeface="+mn-cs"/>
              </a:rPr>
              <a:t>Ask</a:t>
            </a:r>
            <a:endParaRPr lang="en-CA"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Which feels more professional?</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Which elements seem disconnected?</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What would you fix first?</a:t>
            </a:r>
          </a:p>
          <a:p>
            <a:endParaRPr lang="en-CA" sz="1200" b="1" kern="1200" dirty="0">
              <a:solidFill>
                <a:schemeClr val="tx1"/>
              </a:solidFill>
              <a:effectLst/>
              <a:latin typeface="+mn-lt"/>
              <a:ea typeface="+mn-ea"/>
              <a:cs typeface="+mn-cs"/>
            </a:endParaRPr>
          </a:p>
          <a:p>
            <a:r>
              <a:rPr lang="en-CA" sz="1200" b="1" kern="1200" dirty="0">
                <a:solidFill>
                  <a:schemeClr val="tx1"/>
                </a:solidFill>
                <a:effectLst/>
                <a:latin typeface="+mn-lt"/>
                <a:ea typeface="+mn-ea"/>
                <a:cs typeface="+mn-cs"/>
              </a:rPr>
              <a:t>Notes</a:t>
            </a:r>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Students should explain their reasoning.</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Avoid simple answers like:</a:t>
            </a:r>
          </a:p>
          <a:p>
            <a:r>
              <a:rPr lang="en-CA" sz="1200" kern="1200" dirty="0">
                <a:solidFill>
                  <a:schemeClr val="tx1"/>
                </a:solidFill>
                <a:effectLst/>
                <a:latin typeface="+mn-lt"/>
                <a:ea typeface="+mn-ea"/>
                <a:cs typeface="+mn-cs"/>
              </a:rPr>
              <a:t>"Because it looks better."</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Encourage:</a:t>
            </a:r>
          </a:p>
          <a:p>
            <a:r>
              <a:rPr lang="en-CA" sz="1200" kern="1200" dirty="0">
                <a:solidFill>
                  <a:schemeClr val="tx1"/>
                </a:solidFill>
                <a:effectLst/>
                <a:latin typeface="+mn-lt"/>
                <a:ea typeface="+mn-ea"/>
                <a:cs typeface="+mn-cs"/>
              </a:rPr>
              <a:t>"The headline does not align with the image edge."</a:t>
            </a:r>
          </a:p>
          <a:p>
            <a:r>
              <a:rPr lang="en-CA" sz="1200" kern="1200" dirty="0">
                <a:solidFill>
                  <a:schemeClr val="tx1"/>
                </a:solidFill>
                <a:effectLst/>
                <a:latin typeface="+mn-lt"/>
                <a:ea typeface="+mn-ea"/>
                <a:cs typeface="+mn-cs"/>
              </a:rPr>
              <a:t>"The text blocks do not share a common starting point.“</a:t>
            </a:r>
            <a:endParaRPr lang="en-CA" dirty="0"/>
          </a:p>
          <a:p>
            <a:endParaRPr lang="en-CA" dirty="0"/>
          </a:p>
          <a:p>
            <a:endParaRPr lang="en-CA" dirty="0"/>
          </a:p>
          <a:p>
            <a:r>
              <a:rPr lang="en-CA" dirty="0"/>
              <a:t>Image from </a:t>
            </a:r>
          </a:p>
          <a:p>
            <a:r>
              <a:rPr lang="en-CA" dirty="0"/>
              <a:t>https://sl.bing.net/d4Xj9xZ6SmO</a:t>
            </a:r>
          </a:p>
        </p:txBody>
      </p:sp>
      <p:sp>
        <p:nvSpPr>
          <p:cNvPr id="4" name="Slide Number Placeholder 3">
            <a:extLst>
              <a:ext uri="{FF2B5EF4-FFF2-40B4-BE49-F238E27FC236}">
                <a16:creationId xmlns:a16="http://schemas.microsoft.com/office/drawing/2014/main" id="{EE3C0A39-C17D-4078-72E7-3A0C2B667F29}"/>
              </a:ext>
            </a:extLst>
          </p:cNvPr>
          <p:cNvSpPr>
            <a:spLocks noGrp="1"/>
          </p:cNvSpPr>
          <p:nvPr>
            <p:ph type="sldNum" sz="quarter" idx="5"/>
          </p:nvPr>
        </p:nvSpPr>
        <p:spPr/>
        <p:txBody>
          <a:bodyPr/>
          <a:lstStyle/>
          <a:p>
            <a:fld id="{E59DD69C-4B04-4343-9720-E123BD0E3FF9}" type="slidenum">
              <a:rPr lang="en-CA" smtClean="0"/>
              <a:t>20</a:t>
            </a:fld>
            <a:endParaRPr lang="en-CA"/>
          </a:p>
        </p:txBody>
      </p:sp>
    </p:spTree>
    <p:extLst>
      <p:ext uri="{BB962C8B-B14F-4D97-AF65-F5344CB8AC3E}">
        <p14:creationId xmlns:p14="http://schemas.microsoft.com/office/powerpoint/2010/main" val="10274094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b="1" dirty="0"/>
              <a:t>Pitfall:</a:t>
            </a:r>
            <a:endParaRPr lang="en-US" dirty="0"/>
          </a:p>
          <a:p>
            <a:r>
              <a:rPr lang="en-US" dirty="0"/>
              <a:t>“Centering everything. Center alignment has its place, but overuse equals </a:t>
            </a:r>
            <a:r>
              <a:rPr lang="en-US" b="1" dirty="0"/>
              <a:t>drift</a:t>
            </a:r>
            <a:r>
              <a:rPr lang="en-US" dirty="0"/>
              <a:t> and weak reading flow.”</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21</a:t>
            </a:fld>
            <a:endParaRPr lang="en-CA"/>
          </a:p>
        </p:txBody>
      </p:sp>
    </p:spTree>
    <p:extLst>
      <p:ext uri="{BB962C8B-B14F-4D97-AF65-F5344CB8AC3E}">
        <p14:creationId xmlns:p14="http://schemas.microsoft.com/office/powerpoint/2010/main" val="36107061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dirty="0"/>
              <a:t>Ask “Where do your eyes go first?” often—it trains hierarchy thinking.</a:t>
            </a:r>
          </a:p>
          <a:p>
            <a:endParaRPr lang="en-US" dirty="0"/>
          </a:p>
          <a:p>
            <a:r>
              <a:rPr lang="en-US" b="1" dirty="0"/>
              <a:t>Definition (say):</a:t>
            </a:r>
            <a:endParaRPr lang="en-US" dirty="0"/>
          </a:p>
          <a:p>
            <a:r>
              <a:rPr lang="en-US" dirty="0"/>
              <a:t>“</a:t>
            </a:r>
            <a:r>
              <a:rPr lang="en-US" b="1" dirty="0"/>
              <a:t>Repetition</a:t>
            </a:r>
            <a:r>
              <a:rPr lang="en-US" dirty="0"/>
              <a:t> is </a:t>
            </a:r>
            <a:r>
              <a:rPr lang="en-US" b="1" dirty="0"/>
              <a:t>reusing</a:t>
            </a:r>
            <a:r>
              <a:rPr lang="en-US" dirty="0"/>
              <a:t> visual elements—typefaces, </a:t>
            </a:r>
            <a:r>
              <a:rPr lang="en-US" dirty="0" err="1"/>
              <a:t>colours</a:t>
            </a:r>
            <a:r>
              <a:rPr lang="en-US" dirty="0"/>
              <a:t>, shapes, spacing—to create </a:t>
            </a:r>
            <a:r>
              <a:rPr lang="en-US" b="1" dirty="0"/>
              <a:t>unity</a:t>
            </a:r>
            <a:r>
              <a:rPr lang="en-US" dirty="0"/>
              <a:t> and a recognizable </a:t>
            </a:r>
            <a:r>
              <a:rPr lang="en-US" b="1" dirty="0"/>
              <a:t>system</a:t>
            </a:r>
            <a:r>
              <a:rPr lang="en-US" dirty="0"/>
              <a:t>.”</a:t>
            </a:r>
          </a:p>
          <a:p>
            <a:r>
              <a:rPr lang="en-US" b="1" dirty="0"/>
              <a:t>Why it matters:</a:t>
            </a:r>
            <a:endParaRPr lang="en-US" dirty="0"/>
          </a:p>
          <a:p>
            <a:r>
              <a:rPr lang="en-US" dirty="0"/>
              <a:t>“Consistency builds </a:t>
            </a:r>
            <a:r>
              <a:rPr lang="en-US" b="1" dirty="0"/>
              <a:t>trust</a:t>
            </a:r>
            <a:r>
              <a:rPr lang="en-US" dirty="0"/>
              <a:t> and speeds recognition—this is how </a:t>
            </a:r>
            <a:r>
              <a:rPr lang="en-US" b="1" dirty="0"/>
              <a:t>brands</a:t>
            </a:r>
            <a:r>
              <a:rPr lang="en-US" dirty="0"/>
              <a:t> feel coherent across poster, web, and social.”</a:t>
            </a:r>
          </a:p>
          <a:p>
            <a:r>
              <a:rPr lang="en-US" dirty="0"/>
              <a:t>“Repetition sets </a:t>
            </a:r>
            <a:r>
              <a:rPr lang="en-US" b="1" dirty="0"/>
              <a:t>expectations</a:t>
            </a:r>
            <a:r>
              <a:rPr lang="en-US" dirty="0"/>
              <a:t>: same style = same type of content.”</a:t>
            </a:r>
          </a:p>
          <a:p>
            <a:endParaRPr lang="en-US" b="1" dirty="0"/>
          </a:p>
          <a:p>
            <a:r>
              <a:rPr lang="en-US" b="1" dirty="0"/>
              <a:t>How to apply:</a:t>
            </a:r>
            <a:endParaRPr lang="en-US" dirty="0"/>
          </a:p>
          <a:p>
            <a:r>
              <a:rPr lang="en-US" dirty="0"/>
              <a:t>“Pick </a:t>
            </a:r>
            <a:r>
              <a:rPr lang="en-US" b="1" dirty="0"/>
              <a:t>one or two typefaces</a:t>
            </a:r>
            <a:r>
              <a:rPr lang="en-US" dirty="0"/>
              <a:t> and stick to a consistent hierarchy (H1/H2/body).”</a:t>
            </a:r>
          </a:p>
          <a:p>
            <a:r>
              <a:rPr lang="en-US" dirty="0"/>
              <a:t>“Repeat </a:t>
            </a:r>
            <a:r>
              <a:rPr lang="en-US" b="1" dirty="0" err="1"/>
              <a:t>colour</a:t>
            </a:r>
            <a:r>
              <a:rPr lang="en-US" b="1" dirty="0"/>
              <a:t> roles</a:t>
            </a:r>
            <a:r>
              <a:rPr lang="en-US" dirty="0"/>
              <a:t> (e.g., one accent </a:t>
            </a:r>
            <a:r>
              <a:rPr lang="en-US" dirty="0" err="1"/>
              <a:t>colour</a:t>
            </a:r>
            <a:r>
              <a:rPr lang="en-US" dirty="0"/>
              <a:t> always marks calls to action).”</a:t>
            </a:r>
          </a:p>
          <a:p>
            <a:r>
              <a:rPr lang="en-US" dirty="0"/>
              <a:t>“Repeat </a:t>
            </a:r>
            <a:r>
              <a:rPr lang="en-US" b="1" dirty="0"/>
              <a:t>shapes</a:t>
            </a:r>
            <a:r>
              <a:rPr lang="en-US" dirty="0"/>
              <a:t> or </a:t>
            </a:r>
            <a:r>
              <a:rPr lang="en-US" b="1" dirty="0"/>
              <a:t>illustration style</a:t>
            </a:r>
            <a:r>
              <a:rPr lang="en-US" dirty="0"/>
              <a:t> across components.”</a:t>
            </a:r>
          </a:p>
          <a:p>
            <a:r>
              <a:rPr lang="en-US" b="1" dirty="0"/>
              <a:t>What to show:</a:t>
            </a:r>
            <a:endParaRPr lang="en-US" dirty="0"/>
          </a:p>
          <a:p>
            <a:r>
              <a:rPr lang="en-US" dirty="0"/>
              <a:t>A campaign with consistent headline style/</a:t>
            </a:r>
            <a:r>
              <a:rPr lang="en-US" dirty="0" err="1"/>
              <a:t>colour</a:t>
            </a:r>
            <a:r>
              <a:rPr lang="en-US" dirty="0"/>
              <a:t> bar across multiple pieces.</a:t>
            </a:r>
          </a:p>
          <a:p>
            <a:r>
              <a:rPr lang="en-US" b="1" dirty="0"/>
              <a:t>Prompt:</a:t>
            </a:r>
            <a:endParaRPr lang="en-US" dirty="0"/>
          </a:p>
          <a:p>
            <a:r>
              <a:rPr lang="en-US" dirty="0"/>
              <a:t>“What three things could we repeat here to make this feel like a series?”</a:t>
            </a:r>
          </a:p>
          <a:p>
            <a:endParaRPr lang="en-US" dirty="0"/>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22</a:t>
            </a:fld>
            <a:endParaRPr lang="en-CA"/>
          </a:p>
        </p:txBody>
      </p:sp>
    </p:spTree>
    <p:extLst>
      <p:ext uri="{BB962C8B-B14F-4D97-AF65-F5344CB8AC3E}">
        <p14:creationId xmlns:p14="http://schemas.microsoft.com/office/powerpoint/2010/main" val="461721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In music, rhythm comes from repeated beats.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In design, rhythm comes from repeated visual elements.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Examples include:</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Repeating shapes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Repeating colours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Repeating image styles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Repeating spacing patterns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viewer begins to recognize these patterns and move comfortably through the design.</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US" dirty="0"/>
              <a:t>Visual rhythm helps guide the eye through a design.</a:t>
            </a:r>
          </a:p>
          <a:p>
            <a:endParaRPr lang="en-US" dirty="0"/>
          </a:p>
          <a:p>
            <a:r>
              <a:rPr lang="en-US" dirty="0"/>
              <a:t>Think about magazine layouts.</a:t>
            </a:r>
          </a:p>
          <a:p>
            <a:endParaRPr lang="en-US" dirty="0"/>
          </a:p>
          <a:p>
            <a:r>
              <a:rPr lang="en-US" dirty="0"/>
              <a:t>Repeated image sizes and repeated heading styles help readers move naturally from one section to another.</a:t>
            </a:r>
          </a:p>
          <a:p>
            <a:endParaRPr lang="en-US" dirty="0"/>
          </a:p>
          <a:p>
            <a:r>
              <a:rPr lang="en-US" dirty="0"/>
              <a:t>Without rhythm, layouts may feel random.</a:t>
            </a:r>
          </a:p>
          <a:p>
            <a:endParaRPr lang="en-US" dirty="0"/>
          </a:p>
          <a:p>
            <a:r>
              <a:rPr lang="en-US" dirty="0"/>
              <a:t>With rhythm, layouts feel organized and intentional.</a:t>
            </a:r>
          </a:p>
          <a:p>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23</a:t>
            </a:fld>
            <a:endParaRPr lang="en-CA"/>
          </a:p>
        </p:txBody>
      </p:sp>
    </p:spTree>
    <p:extLst>
      <p:ext uri="{BB962C8B-B14F-4D97-AF65-F5344CB8AC3E}">
        <p14:creationId xmlns:p14="http://schemas.microsoft.com/office/powerpoint/2010/main" val="37416273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b="1" dirty="0"/>
              <a:t>How to apply:</a:t>
            </a:r>
            <a:endParaRPr lang="en-US" dirty="0"/>
          </a:p>
          <a:p>
            <a:r>
              <a:rPr lang="en-US" dirty="0"/>
              <a:t>“Pick </a:t>
            </a:r>
            <a:r>
              <a:rPr lang="en-US" b="1" dirty="0"/>
              <a:t>one or two typefaces</a:t>
            </a:r>
            <a:r>
              <a:rPr lang="en-US" dirty="0"/>
              <a:t> and stick to a consistent hierarchy (H1/H2/body).”</a:t>
            </a:r>
          </a:p>
          <a:p>
            <a:endParaRPr lang="en-US" dirty="0"/>
          </a:p>
          <a:p>
            <a:r>
              <a:rPr lang="en-US" dirty="0"/>
              <a:t>“Repeat </a:t>
            </a:r>
            <a:r>
              <a:rPr lang="en-US" b="1" dirty="0" err="1"/>
              <a:t>colour</a:t>
            </a:r>
            <a:r>
              <a:rPr lang="en-US" b="1" dirty="0"/>
              <a:t> roles</a:t>
            </a:r>
            <a:r>
              <a:rPr lang="en-US" dirty="0"/>
              <a:t> (e.g., one accent </a:t>
            </a:r>
            <a:r>
              <a:rPr lang="en-US" dirty="0" err="1"/>
              <a:t>colour</a:t>
            </a:r>
            <a:r>
              <a:rPr lang="en-US" dirty="0"/>
              <a:t> always marks calls to action).”</a:t>
            </a:r>
          </a:p>
          <a:p>
            <a:endParaRPr lang="en-US" dirty="0"/>
          </a:p>
          <a:p>
            <a:r>
              <a:rPr lang="en-US" dirty="0"/>
              <a:t>“Repeat </a:t>
            </a:r>
            <a:r>
              <a:rPr lang="en-US" b="1" dirty="0"/>
              <a:t>shapes</a:t>
            </a:r>
            <a:r>
              <a:rPr lang="en-US" dirty="0"/>
              <a:t> or </a:t>
            </a:r>
            <a:r>
              <a:rPr lang="en-US" b="1" dirty="0"/>
              <a:t>illustration style</a:t>
            </a:r>
            <a:r>
              <a:rPr lang="en-US" dirty="0"/>
              <a:t> across components.”</a:t>
            </a:r>
          </a:p>
          <a:p>
            <a:endParaRPr lang="en-US" b="1" dirty="0"/>
          </a:p>
          <a:p>
            <a:r>
              <a:rPr lang="en-US" b="1" dirty="0"/>
              <a:t>What to show:</a:t>
            </a:r>
            <a:endParaRPr lang="en-US" dirty="0"/>
          </a:p>
          <a:p>
            <a:r>
              <a:rPr lang="en-US" dirty="0"/>
              <a:t>A campaign with consistent headline style/</a:t>
            </a:r>
            <a:r>
              <a:rPr lang="en-US" dirty="0" err="1"/>
              <a:t>colour</a:t>
            </a:r>
            <a:r>
              <a:rPr lang="en-US" dirty="0"/>
              <a:t> bar across multiple pieces.</a:t>
            </a:r>
          </a:p>
          <a:p>
            <a:endParaRPr lang="en-US" b="1" dirty="0"/>
          </a:p>
          <a:p>
            <a:r>
              <a:rPr lang="en-US" b="1" dirty="0"/>
              <a:t>Prompt:</a:t>
            </a:r>
            <a:endParaRPr lang="en-US" dirty="0"/>
          </a:p>
          <a:p>
            <a:r>
              <a:rPr lang="en-US" dirty="0"/>
              <a:t>“What three things could we repeat here to make this feel like a series?”</a:t>
            </a:r>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24</a:t>
            </a:fld>
            <a:endParaRPr lang="en-CA"/>
          </a:p>
        </p:txBody>
      </p:sp>
    </p:spTree>
    <p:extLst>
      <p:ext uri="{BB962C8B-B14F-4D97-AF65-F5344CB8AC3E}">
        <p14:creationId xmlns:p14="http://schemas.microsoft.com/office/powerpoint/2010/main" val="2595345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34C20-C22C-BF68-7BCD-34250143B1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665B4-79BC-48F1-5495-B6A430F6B9FA}"/>
              </a:ext>
            </a:extLst>
          </p:cNvPr>
          <p:cNvSpPr>
            <a:spLocks noGrp="1" noRot="1" noChangeAspect="1"/>
          </p:cNvSpPr>
          <p:nvPr>
            <p:ph type="sldImg"/>
          </p:nvPr>
        </p:nvSpPr>
        <p:spPr>
          <a:xfrm>
            <a:off x="1611313" y="193675"/>
            <a:ext cx="3224212" cy="2417763"/>
          </a:xfrm>
        </p:spPr>
      </p:sp>
      <p:sp>
        <p:nvSpPr>
          <p:cNvPr id="3" name="Notes Placeholder 2">
            <a:extLst>
              <a:ext uri="{FF2B5EF4-FFF2-40B4-BE49-F238E27FC236}">
                <a16:creationId xmlns:a16="http://schemas.microsoft.com/office/drawing/2014/main" id="{4A79BD6F-A68B-8C22-46F1-763C28D06115}"/>
              </a:ext>
            </a:extLst>
          </p:cNvPr>
          <p:cNvSpPr>
            <a:spLocks noGrp="1"/>
          </p:cNvSpPr>
          <p:nvPr>
            <p:ph type="body" idx="1"/>
          </p:nvPr>
        </p:nvSpPr>
        <p:spPr/>
        <p:txBody>
          <a:bodyPr/>
          <a:lstStyle/>
          <a:p>
            <a:r>
              <a:rPr lang="en-US" b="1" dirty="0"/>
              <a:t>How to apply:</a:t>
            </a:r>
            <a:endParaRPr lang="en-US" dirty="0"/>
          </a:p>
          <a:p>
            <a:r>
              <a:rPr lang="en-US" dirty="0"/>
              <a:t>“Pick </a:t>
            </a:r>
            <a:r>
              <a:rPr lang="en-US" b="1" dirty="0"/>
              <a:t>one or two typefaces</a:t>
            </a:r>
            <a:r>
              <a:rPr lang="en-US" dirty="0"/>
              <a:t> and stick to a consistent hierarchy (H1/H2/body).”</a:t>
            </a:r>
          </a:p>
          <a:p>
            <a:endParaRPr lang="en-US" dirty="0"/>
          </a:p>
          <a:p>
            <a:r>
              <a:rPr lang="en-US" dirty="0"/>
              <a:t>“Repeat </a:t>
            </a:r>
            <a:r>
              <a:rPr lang="en-US" b="1" dirty="0" err="1"/>
              <a:t>colour</a:t>
            </a:r>
            <a:r>
              <a:rPr lang="en-US" b="1" dirty="0"/>
              <a:t> roles</a:t>
            </a:r>
            <a:r>
              <a:rPr lang="en-US" dirty="0"/>
              <a:t> (e.g., one accent </a:t>
            </a:r>
            <a:r>
              <a:rPr lang="en-US" dirty="0" err="1"/>
              <a:t>colour</a:t>
            </a:r>
            <a:r>
              <a:rPr lang="en-US" dirty="0"/>
              <a:t> always marks calls to action).”</a:t>
            </a:r>
          </a:p>
          <a:p>
            <a:endParaRPr lang="en-US" dirty="0"/>
          </a:p>
          <a:p>
            <a:r>
              <a:rPr lang="en-US" dirty="0"/>
              <a:t>“Repeat </a:t>
            </a:r>
            <a:r>
              <a:rPr lang="en-US" b="1" dirty="0"/>
              <a:t>shapes</a:t>
            </a:r>
            <a:r>
              <a:rPr lang="en-US" dirty="0"/>
              <a:t> or </a:t>
            </a:r>
            <a:r>
              <a:rPr lang="en-US" b="1" dirty="0"/>
              <a:t>illustration style</a:t>
            </a:r>
            <a:r>
              <a:rPr lang="en-US" dirty="0"/>
              <a:t> across components.”</a:t>
            </a:r>
          </a:p>
          <a:p>
            <a:endParaRPr lang="en-US" b="1" dirty="0"/>
          </a:p>
          <a:p>
            <a:r>
              <a:rPr lang="en-US" b="1" dirty="0"/>
              <a:t>What to show:</a:t>
            </a:r>
            <a:endParaRPr lang="en-US" dirty="0"/>
          </a:p>
          <a:p>
            <a:r>
              <a:rPr lang="en-US" dirty="0"/>
              <a:t>A campaign with consistent headline style/</a:t>
            </a:r>
            <a:r>
              <a:rPr lang="en-US" dirty="0" err="1"/>
              <a:t>colour</a:t>
            </a:r>
            <a:r>
              <a:rPr lang="en-US" dirty="0"/>
              <a:t> bar across multiple pieces.</a:t>
            </a:r>
          </a:p>
          <a:p>
            <a:endParaRPr lang="en-US" b="1" dirty="0"/>
          </a:p>
          <a:p>
            <a:r>
              <a:rPr lang="en-US" b="1" dirty="0"/>
              <a:t>Prompt:</a:t>
            </a:r>
            <a:endParaRPr lang="en-US" dirty="0"/>
          </a:p>
          <a:p>
            <a:r>
              <a:rPr lang="en-US" dirty="0"/>
              <a:t>“What three things could we repeat here to make this feel like a series?”</a:t>
            </a:r>
            <a:endParaRPr lang="en-CA" dirty="0"/>
          </a:p>
        </p:txBody>
      </p:sp>
      <p:sp>
        <p:nvSpPr>
          <p:cNvPr id="4" name="Slide Number Placeholder 3">
            <a:extLst>
              <a:ext uri="{FF2B5EF4-FFF2-40B4-BE49-F238E27FC236}">
                <a16:creationId xmlns:a16="http://schemas.microsoft.com/office/drawing/2014/main" id="{796E396A-0E50-32D5-04C3-62619BF78AAE}"/>
              </a:ext>
            </a:extLst>
          </p:cNvPr>
          <p:cNvSpPr>
            <a:spLocks noGrp="1"/>
          </p:cNvSpPr>
          <p:nvPr>
            <p:ph type="sldNum" sz="quarter" idx="5"/>
          </p:nvPr>
        </p:nvSpPr>
        <p:spPr/>
        <p:txBody>
          <a:bodyPr/>
          <a:lstStyle/>
          <a:p>
            <a:fld id="{E59DD69C-4B04-4343-9720-E123BD0E3FF9}" type="slidenum">
              <a:rPr lang="en-CA" smtClean="0"/>
              <a:t>25</a:t>
            </a:fld>
            <a:endParaRPr lang="en-CA"/>
          </a:p>
        </p:txBody>
      </p:sp>
    </p:spTree>
    <p:extLst>
      <p:ext uri="{BB962C8B-B14F-4D97-AF65-F5344CB8AC3E}">
        <p14:creationId xmlns:p14="http://schemas.microsoft.com/office/powerpoint/2010/main" val="33168487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Repetition isn't only about branding.</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It is also about usability.</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When a website consistently uses: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The same button style</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The same navigation placement</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The same heading structure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Users quickly learn how the interface works.</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Consistency reduces cognitive load.</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People spend less time figuring out the interface and more time focusing on content.</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26</a:t>
            </a:fld>
            <a:endParaRPr lang="en-CA"/>
          </a:p>
        </p:txBody>
      </p:sp>
    </p:spTree>
    <p:extLst>
      <p:ext uri="{BB962C8B-B14F-4D97-AF65-F5344CB8AC3E}">
        <p14:creationId xmlns:p14="http://schemas.microsoft.com/office/powerpoint/2010/main" val="18304401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b="1" dirty="0"/>
              <a:t>Pitfall:</a:t>
            </a:r>
            <a:endParaRPr lang="en-US" dirty="0"/>
          </a:p>
          <a:p>
            <a:r>
              <a:rPr lang="en-US" dirty="0"/>
              <a:t>“Over-repetition can feel </a:t>
            </a:r>
            <a:r>
              <a:rPr lang="en-US" b="1" dirty="0"/>
              <a:t>boring</a:t>
            </a:r>
            <a:r>
              <a:rPr lang="en-US" dirty="0"/>
              <a:t>. Keep repetition but vary </a:t>
            </a:r>
            <a:r>
              <a:rPr lang="en-US" b="1" dirty="0"/>
              <a:t>scale, crop, or </a:t>
            </a:r>
            <a:r>
              <a:rPr lang="en-US" b="1" dirty="0" err="1"/>
              <a:t>colour</a:t>
            </a:r>
            <a:r>
              <a:rPr lang="en-US" b="1" dirty="0"/>
              <a:t> value</a:t>
            </a:r>
            <a:r>
              <a:rPr lang="en-US" dirty="0"/>
              <a:t> to add rhythm.”</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27</a:t>
            </a:fld>
            <a:endParaRPr lang="en-CA"/>
          </a:p>
        </p:txBody>
      </p:sp>
    </p:spTree>
    <p:extLst>
      <p:ext uri="{BB962C8B-B14F-4D97-AF65-F5344CB8AC3E}">
        <p14:creationId xmlns:p14="http://schemas.microsoft.com/office/powerpoint/2010/main" val="4088084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Designers constantly balance consistency and variety.</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Without unity: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Designs feel disconnected.</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Elements feel unrelated.</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Without variety: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Designs become repetitive.</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Viewers lose interest.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Good design combines both.</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The goal is consistency with enough variation to maintain attention.</a:t>
            </a:r>
          </a:p>
          <a:p>
            <a:endParaRPr lang="en-CA" sz="1200" kern="1200" dirty="0">
              <a:solidFill>
                <a:schemeClr val="tx1"/>
              </a:solidFill>
              <a:effectLst/>
              <a:latin typeface="+mn-lt"/>
              <a:ea typeface="+mn-ea"/>
              <a:cs typeface="+mn-cs"/>
            </a:endParaRP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Designers rarely repeat elements exactly.</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Instead, they repeat core characteristics while introducing variation.</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For example:</a:t>
            </a:r>
          </a:p>
          <a:p>
            <a:r>
              <a:rPr lang="en-CA" sz="1200" kern="1200" dirty="0">
                <a:solidFill>
                  <a:schemeClr val="tx1"/>
                </a:solidFill>
                <a:effectLst/>
                <a:latin typeface="+mn-lt"/>
                <a:ea typeface="+mn-ea"/>
                <a:cs typeface="+mn-cs"/>
              </a:rPr>
              <a:t>A series of social media posts may repeat:</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Brand colours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Typography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Layout structure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But vary:</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Images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Headlines</a:t>
            </a:r>
          </a:p>
          <a:p>
            <a:pPr marL="171450" lvl="0" indent="-171450">
              <a:buFont typeface="Arial" panose="020B0604020202020204" pitchFamily="34" charset="0"/>
              <a:buChar char="•"/>
            </a:pPr>
            <a:r>
              <a:rPr lang="en-CA" sz="1200" kern="1200" dirty="0">
                <a:solidFill>
                  <a:schemeClr val="tx1"/>
                </a:solidFill>
                <a:effectLst/>
                <a:latin typeface="+mn-lt"/>
                <a:ea typeface="+mn-ea"/>
                <a:cs typeface="+mn-cs"/>
              </a:rPr>
              <a:t>Content</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This creates unity without boredom.</a:t>
            </a:r>
          </a:p>
          <a:p>
            <a:endParaRPr lang="en-CA" dirty="0"/>
          </a:p>
          <a:p>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28</a:t>
            </a:fld>
            <a:endParaRPr lang="en-CA"/>
          </a:p>
        </p:txBody>
      </p:sp>
    </p:spTree>
    <p:extLst>
      <p:ext uri="{BB962C8B-B14F-4D97-AF65-F5344CB8AC3E}">
        <p14:creationId xmlns:p14="http://schemas.microsoft.com/office/powerpoint/2010/main" val="2137972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611313" y="193675"/>
            <a:ext cx="3224212" cy="2417763"/>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Today we explored two design principles that help transform individual elements into a cohesive system.</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Although we discuss these principles separately, designers use them together.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Alignment helps organize content using invisible lines and grids that create structure and readability.</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A website may use alignment to organize information.</a:t>
            </a:r>
          </a:p>
          <a:p>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1200" b="1" kern="1200" dirty="0">
                <a:solidFill>
                  <a:schemeClr val="tx1"/>
                </a:solidFill>
                <a:effectLst/>
                <a:latin typeface="+mn-lt"/>
                <a:ea typeface="+mn-ea"/>
                <a:cs typeface="+mn-cs"/>
              </a:rPr>
              <a:t>Repetition</a:t>
            </a:r>
            <a:r>
              <a:rPr lang="en-CA" sz="1200" kern="1200" dirty="0">
                <a:solidFill>
                  <a:schemeClr val="tx1"/>
                </a:solidFill>
                <a:effectLst/>
                <a:latin typeface="+mn-lt"/>
                <a:ea typeface="+mn-ea"/>
                <a:cs typeface="+mn-cs"/>
              </a:rPr>
              <a:t> helps create consistency, unity, and rhythm by reusing visual elements throughout a design.</a:t>
            </a:r>
          </a:p>
          <a:p>
            <a:pPr marL="171450" indent="-171450">
              <a:buFont typeface="Arial" panose="020B0604020202020204" pitchFamily="34" charset="0"/>
              <a:buChar char="•"/>
            </a:pPr>
            <a:r>
              <a:rPr lang="en-CA" sz="1200" kern="1200" dirty="0">
                <a:solidFill>
                  <a:schemeClr val="tx1"/>
                </a:solidFill>
                <a:effectLst/>
                <a:latin typeface="+mn-lt"/>
                <a:ea typeface="+mn-ea"/>
                <a:cs typeface="+mn-cs"/>
              </a:rPr>
              <a:t>The same website uses repetition to maintain a consistent experience.</a:t>
            </a:r>
          </a:p>
          <a:p>
            <a:endParaRPr lang="en-CA" sz="1200" kern="1200" dirty="0">
              <a:solidFill>
                <a:schemeClr val="tx1"/>
              </a:solidFill>
              <a:effectLst/>
              <a:latin typeface="+mn-lt"/>
              <a:ea typeface="+mn-ea"/>
              <a:cs typeface="+mn-cs"/>
            </a:endParaRPr>
          </a:p>
          <a:p>
            <a:r>
              <a:rPr lang="en-CA" sz="1200" kern="1200" dirty="0">
                <a:solidFill>
                  <a:schemeClr val="tx1"/>
                </a:solidFill>
                <a:effectLst/>
                <a:latin typeface="+mn-lt"/>
                <a:ea typeface="+mn-ea"/>
                <a:cs typeface="+mn-cs"/>
              </a:rPr>
              <a:t>When used together, alignment and repetition make designs easier to understand, easier to navigate, and more effective at communicating a message. They help create layouts that feel intentional, professional, and visually connected.</a:t>
            </a:r>
          </a:p>
          <a:p>
            <a:endParaRPr lang="en-CA" dirty="0"/>
          </a:p>
        </p:txBody>
      </p:sp>
      <p:sp>
        <p:nvSpPr>
          <p:cNvPr id="4" name="Slide Number Placeholder 3"/>
          <p:cNvSpPr>
            <a:spLocks noGrp="1"/>
          </p:cNvSpPr>
          <p:nvPr>
            <p:ph type="sldNum" sz="quarter" idx="5"/>
          </p:nvPr>
        </p:nvSpPr>
        <p:spPr/>
        <p:txBody>
          <a:bodyPr/>
          <a:lstStyle/>
          <a:p>
            <a:fld id="{E59DD69C-4B04-4343-9720-E123BD0E3FF9}" type="slidenum">
              <a:rPr lang="en-CA" smtClean="0"/>
              <a:t>29</a:t>
            </a:fld>
            <a:endParaRPr lang="en-CA"/>
          </a:p>
        </p:txBody>
      </p:sp>
    </p:spTree>
    <p:extLst>
      <p:ext uri="{BB962C8B-B14F-4D97-AF65-F5344CB8AC3E}">
        <p14:creationId xmlns:p14="http://schemas.microsoft.com/office/powerpoint/2010/main" val="8758498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1097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5267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705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1423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4499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6464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74238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2458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4685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5978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6580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5" name="Picture 14"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837578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37760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1597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12974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5885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3-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32917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ulletOnly">
    <p:spTree>
      <p:nvGrpSpPr>
        <p:cNvPr id="1" name=""/>
        <p:cNvGrpSpPr/>
        <p:nvPr/>
      </p:nvGrpSpPr>
      <p:grpSpPr>
        <a:xfrm>
          <a:off x="0" y="0"/>
          <a:ext cx="0" cy="0"/>
          <a:chOff x="0" y="0"/>
          <a:chExt cx="0" cy="0"/>
        </a:xfrm>
      </p:grpSpPr>
      <p:sp>
        <p:nvSpPr>
          <p:cNvPr id="5" name="Content Placeholder 4"/>
          <p:cNvSpPr>
            <a:spLocks noGrp="1"/>
          </p:cNvSpPr>
          <p:nvPr>
            <p:ph sz="quarter" idx="11"/>
          </p:nvPr>
        </p:nvSpPr>
        <p:spPr>
          <a:xfrm>
            <a:off x="533401" y="1676400"/>
            <a:ext cx="8302625" cy="4597400"/>
          </a:xfrm>
          <a:prstGeom prst="rect">
            <a:avLst/>
          </a:prstGeom>
        </p:spPr>
        <p:txBody>
          <a:bodyPr/>
          <a:lstStyle>
            <a:lvl1pPr marL="342892" indent="-342892">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p:cNvSpPr>
            <a:spLocks noGrp="1"/>
          </p:cNvSpPr>
          <p:nvPr>
            <p:ph type="body" sz="quarter" idx="12" hasCustomPrompt="1"/>
          </p:nvPr>
        </p:nvSpPr>
        <p:spPr>
          <a:xfrm>
            <a:off x="533401" y="76200"/>
            <a:ext cx="8302625" cy="406400"/>
          </a:xfrm>
        </p:spPr>
        <p:txBody>
          <a:bodyPr anchor="b"/>
          <a:lstStyle>
            <a:lvl1pPr marL="0" indent="0">
              <a:buNone/>
              <a:defRPr sz="1200" b="1">
                <a:solidFill>
                  <a:srgbClr val="1D6D83"/>
                </a:solidFill>
              </a:defRPr>
            </a:lvl1pPr>
            <a:lvl2pPr marL="225419" indent="0">
              <a:buNone/>
              <a:defRPr sz="1200"/>
            </a:lvl2pPr>
            <a:lvl3pPr marL="450839" indent="0">
              <a:buNone/>
              <a:defRPr sz="1200"/>
            </a:lvl3pPr>
            <a:lvl4pPr marL="692133" indent="0">
              <a:buNone/>
              <a:defRPr sz="1200"/>
            </a:lvl4pPr>
            <a:lvl5pPr marL="917552" indent="0">
              <a:buNone/>
              <a:defRPr sz="1200"/>
            </a:lvl5pPr>
          </a:lstStyle>
          <a:p>
            <a:pPr lvl="0"/>
            <a:r>
              <a:rPr lang="en-US" dirty="0"/>
              <a:t>CLICK TO EDIT MASTER TEXT STYLES</a:t>
            </a:r>
          </a:p>
        </p:txBody>
      </p:sp>
      <p:sp>
        <p:nvSpPr>
          <p:cNvPr id="7" name="Rectangle 2"/>
          <p:cNvSpPr>
            <a:spLocks noGrp="1" noChangeArrowheads="1"/>
          </p:cNvSpPr>
          <p:nvPr>
            <p:ph type="title"/>
          </p:nvPr>
        </p:nvSpPr>
        <p:spPr bwMode="auto">
          <a:xfrm>
            <a:off x="533399" y="685800"/>
            <a:ext cx="8302626" cy="8128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CLICK TO EDIT MASTER TITLE STYLE</a:t>
            </a:r>
          </a:p>
        </p:txBody>
      </p:sp>
      <p:sp>
        <p:nvSpPr>
          <p:cNvPr id="6" name="TextBox 5"/>
          <p:cNvSpPr txBox="1"/>
          <p:nvPr userDrawn="1"/>
        </p:nvSpPr>
        <p:spPr>
          <a:xfrm>
            <a:off x="-38100" y="1819493"/>
            <a:ext cx="381000" cy="307776"/>
          </a:xfrm>
          <a:prstGeom prst="rect">
            <a:avLst/>
          </a:prstGeom>
          <a:ln>
            <a:noFill/>
          </a:ln>
        </p:spPr>
        <p:txBody>
          <a:bodyPr vert="horz" lIns="0" tIns="0" rIns="0" bIns="0" rtlCol="0" anchor="b"/>
          <a:lstStyle>
            <a:defPPr>
              <a:defRPr lang="en-US"/>
            </a:defPPr>
            <a:lvl1pPr algn="ctr">
              <a:defRPr sz="900">
                <a:solidFill>
                  <a:schemeClr val="bg1"/>
                </a:solidFill>
                <a:latin typeface="Arial"/>
                <a:cs typeface="Arial"/>
              </a:defRPr>
            </a:lvl1pPr>
          </a:lstStyle>
          <a:p>
            <a:fld id="{6FAE2D11-AC53-DE44-B894-E7872FD3B095}" type="slidenum">
              <a:rPr lang="en-US" sz="900" smtClean="0"/>
              <a:pPr/>
              <a:t>‹#›</a:t>
            </a:fld>
            <a:endParaRPr lang="en-US" sz="900" dirty="0"/>
          </a:p>
        </p:txBody>
      </p:sp>
    </p:spTree>
    <p:extLst>
      <p:ext uri="{BB962C8B-B14F-4D97-AF65-F5344CB8AC3E}">
        <p14:creationId xmlns:p14="http://schemas.microsoft.com/office/powerpoint/2010/main" val="4049534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3-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61051042"/>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 id="2147483890" r:id="rId17"/>
    <p:sldLayoutId id="2147483891" r:id="rId18"/>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ideo" Target="https://www.youtube.com/embed/oNzT_vEp1pM?start=2&amp;feature=oembed" TargetMode="Externa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21.gi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Principles of Design</a:t>
            </a:r>
          </a:p>
        </p:txBody>
      </p:sp>
      <p:sp>
        <p:nvSpPr>
          <p:cNvPr id="3" name="Subtitle 2"/>
          <p:cNvSpPr>
            <a:spLocks noGrp="1"/>
          </p:cNvSpPr>
          <p:nvPr>
            <p:ph type="subTitle" idx="1"/>
          </p:nvPr>
        </p:nvSpPr>
        <p:spPr>
          <a:xfrm>
            <a:off x="914400" y="3632201"/>
            <a:ext cx="3491378" cy="685800"/>
          </a:xfrm>
        </p:spPr>
        <p:txBody>
          <a:bodyPr/>
          <a:lstStyle/>
          <a:p>
            <a:r>
              <a:rPr dirty="0"/>
              <a:t>How the Elements Work Together</a:t>
            </a:r>
          </a:p>
        </p:txBody>
      </p:sp>
      <p:pic>
        <p:nvPicPr>
          <p:cNvPr id="5" name="Picture 4" descr="Flour, eggs, milk, and butter on table">
            <a:extLst>
              <a:ext uri="{FF2B5EF4-FFF2-40B4-BE49-F238E27FC236}">
                <a16:creationId xmlns:a16="http://schemas.microsoft.com/office/drawing/2014/main" id="{35072DCB-8338-24AB-2685-DB8FE99C10EC}"/>
              </a:ext>
            </a:extLst>
          </p:cNvPr>
          <p:cNvPicPr>
            <a:picLocks noChangeAspect="1"/>
          </p:cNvPicPr>
          <p:nvPr/>
        </p:nvPicPr>
        <p:blipFill>
          <a:blip r:embed="rId3"/>
          <a:stretch>
            <a:fillRect/>
          </a:stretch>
        </p:blipFill>
        <p:spPr>
          <a:xfrm>
            <a:off x="4572000" y="3429000"/>
            <a:ext cx="2160000" cy="2880581"/>
          </a:xfrm>
          <a:prstGeom prst="rect">
            <a:avLst/>
          </a:prstGeom>
          <a:effectLst>
            <a:softEdge rad="127000"/>
          </a:effectLst>
        </p:spPr>
      </p:pic>
      <p:pic>
        <p:nvPicPr>
          <p:cNvPr id="7" name="Picture 6" descr="Caramel layer cake topped with pears">
            <a:extLst>
              <a:ext uri="{FF2B5EF4-FFF2-40B4-BE49-F238E27FC236}">
                <a16:creationId xmlns:a16="http://schemas.microsoft.com/office/drawing/2014/main" id="{4BDD4127-DCF9-ABD9-9314-B3F99EFA191E}"/>
              </a:ext>
            </a:extLst>
          </p:cNvPr>
          <p:cNvPicPr>
            <a:picLocks noChangeAspect="1"/>
          </p:cNvPicPr>
          <p:nvPr/>
        </p:nvPicPr>
        <p:blipFill>
          <a:blip r:embed="rId4"/>
          <a:stretch>
            <a:fillRect/>
          </a:stretch>
        </p:blipFill>
        <p:spPr>
          <a:xfrm>
            <a:off x="6898222" y="3317357"/>
            <a:ext cx="2160000" cy="3004001"/>
          </a:xfrm>
          <a:prstGeom prst="rect">
            <a:avLst/>
          </a:prstGeom>
          <a:effectLst>
            <a:softEdge rad="127000"/>
          </a:effectLst>
        </p:spPr>
      </p:pic>
      <p:sp>
        <p:nvSpPr>
          <p:cNvPr id="8" name="Subtitle 2">
            <a:extLst>
              <a:ext uri="{FF2B5EF4-FFF2-40B4-BE49-F238E27FC236}">
                <a16:creationId xmlns:a16="http://schemas.microsoft.com/office/drawing/2014/main" id="{3717C64D-CA10-21A4-0909-435598EF5448}"/>
              </a:ext>
            </a:extLst>
          </p:cNvPr>
          <p:cNvSpPr txBox="1">
            <a:spLocks/>
          </p:cNvSpPr>
          <p:nvPr/>
        </p:nvSpPr>
        <p:spPr>
          <a:xfrm>
            <a:off x="7327864" y="6290133"/>
            <a:ext cx="1325526" cy="37032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Principles</a:t>
            </a:r>
          </a:p>
        </p:txBody>
      </p:sp>
      <p:sp>
        <p:nvSpPr>
          <p:cNvPr id="9" name="Subtitle 2">
            <a:extLst>
              <a:ext uri="{FF2B5EF4-FFF2-40B4-BE49-F238E27FC236}">
                <a16:creationId xmlns:a16="http://schemas.microsoft.com/office/drawing/2014/main" id="{217187BF-04E8-B686-CD64-63D7EB6E59E4}"/>
              </a:ext>
            </a:extLst>
          </p:cNvPr>
          <p:cNvSpPr txBox="1">
            <a:spLocks/>
          </p:cNvSpPr>
          <p:nvPr/>
        </p:nvSpPr>
        <p:spPr>
          <a:xfrm>
            <a:off x="5001642" y="6307805"/>
            <a:ext cx="1300716" cy="352651"/>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Elements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Principles of Design</a:t>
            </a:r>
          </a:p>
        </p:txBody>
      </p:sp>
      <p:sp>
        <p:nvSpPr>
          <p:cNvPr id="3" name="Content Placeholder 2"/>
          <p:cNvSpPr>
            <a:spLocks noGrp="1"/>
          </p:cNvSpPr>
          <p:nvPr>
            <p:ph idx="1"/>
          </p:nvPr>
        </p:nvSpPr>
        <p:spPr/>
        <p:txBody>
          <a:bodyPr>
            <a:normAutofit lnSpcReduction="10000"/>
          </a:bodyPr>
          <a:lstStyle/>
          <a:p>
            <a:endParaRPr dirty="0"/>
          </a:p>
          <a:p>
            <a:pPr>
              <a:lnSpc>
                <a:spcPct val="150000"/>
              </a:lnSpc>
            </a:pPr>
            <a:r>
              <a:rPr dirty="0"/>
              <a:t>Balance</a:t>
            </a:r>
            <a:r>
              <a:rPr lang="en-CA" dirty="0"/>
              <a:t>:</a:t>
            </a:r>
            <a:endParaRPr dirty="0"/>
          </a:p>
          <a:p>
            <a:pPr>
              <a:lnSpc>
                <a:spcPct val="150000"/>
              </a:lnSpc>
            </a:pPr>
            <a:r>
              <a:rPr dirty="0"/>
              <a:t>Proximity</a:t>
            </a:r>
            <a:r>
              <a:rPr lang="en-CA" dirty="0"/>
              <a:t>:</a:t>
            </a:r>
            <a:endParaRPr dirty="0"/>
          </a:p>
          <a:p>
            <a:pPr>
              <a:lnSpc>
                <a:spcPct val="150000"/>
              </a:lnSpc>
            </a:pPr>
            <a:r>
              <a:rPr b="1" dirty="0"/>
              <a:t>Alignment</a:t>
            </a:r>
            <a:r>
              <a:rPr lang="en-CA" b="1" dirty="0"/>
              <a:t>:</a:t>
            </a:r>
            <a:endParaRPr b="1" dirty="0"/>
          </a:p>
          <a:p>
            <a:pPr>
              <a:lnSpc>
                <a:spcPct val="150000"/>
              </a:lnSpc>
            </a:pPr>
            <a:r>
              <a:rPr b="1" dirty="0"/>
              <a:t>Repetition</a:t>
            </a:r>
            <a:r>
              <a:rPr lang="en-CA" b="1" dirty="0"/>
              <a:t>:</a:t>
            </a:r>
            <a:endParaRPr b="1" dirty="0"/>
          </a:p>
          <a:p>
            <a:pPr>
              <a:lnSpc>
                <a:spcPct val="150000"/>
              </a:lnSpc>
            </a:pPr>
            <a:r>
              <a:rPr dirty="0"/>
              <a:t>Contrast</a:t>
            </a:r>
            <a:r>
              <a:rPr lang="en-CA" dirty="0"/>
              <a:t>:</a:t>
            </a:r>
            <a:endParaRPr dirty="0"/>
          </a:p>
          <a:p>
            <a:pPr>
              <a:lnSpc>
                <a:spcPct val="150000"/>
              </a:lnSpc>
            </a:pPr>
            <a:r>
              <a:rPr dirty="0"/>
              <a:t>Space</a:t>
            </a:r>
            <a:r>
              <a:rPr lang="en-CA" dirty="0"/>
              <a:t>:</a:t>
            </a:r>
            <a:endParaRPr dirty="0"/>
          </a:p>
        </p:txBody>
      </p:sp>
      <p:sp>
        <p:nvSpPr>
          <p:cNvPr id="4" name="Content Placeholder 2">
            <a:extLst>
              <a:ext uri="{FF2B5EF4-FFF2-40B4-BE49-F238E27FC236}">
                <a16:creationId xmlns:a16="http://schemas.microsoft.com/office/drawing/2014/main" id="{B9B0BFEE-16D9-EFB2-A64E-6CF57BC3AEE4}"/>
              </a:ext>
            </a:extLst>
          </p:cNvPr>
          <p:cNvSpPr txBox="1">
            <a:spLocks/>
          </p:cNvSpPr>
          <p:nvPr/>
        </p:nvSpPr>
        <p:spPr>
          <a:xfrm>
            <a:off x="2373541" y="2194560"/>
            <a:ext cx="7955280" cy="406908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endParaRPr lang="en-CA" dirty="0"/>
          </a:p>
          <a:p>
            <a:pPr marL="0" indent="0">
              <a:lnSpc>
                <a:spcPct val="150000"/>
              </a:lnSpc>
              <a:buNone/>
            </a:pPr>
            <a:r>
              <a:rPr lang="en-US" dirty="0"/>
              <a:t>Does the page feel stable or lopsided?</a:t>
            </a:r>
            <a:endParaRPr lang="en-CA" dirty="0"/>
          </a:p>
          <a:p>
            <a:pPr marL="0" indent="0">
              <a:lnSpc>
                <a:spcPct val="150000"/>
              </a:lnSpc>
              <a:buNone/>
            </a:pPr>
            <a:r>
              <a:rPr lang="en-US" dirty="0"/>
              <a:t>Are related things close together?</a:t>
            </a:r>
            <a:endParaRPr lang="en-CA" dirty="0"/>
          </a:p>
          <a:p>
            <a:pPr marL="0" indent="0">
              <a:lnSpc>
                <a:spcPct val="150000"/>
              </a:lnSpc>
              <a:buNone/>
            </a:pPr>
            <a:r>
              <a:rPr lang="en-US" dirty="0"/>
              <a:t>Do edges line up along an invisible grid?</a:t>
            </a:r>
            <a:endParaRPr lang="en-CA" dirty="0"/>
          </a:p>
          <a:p>
            <a:pPr marL="0" indent="0">
              <a:lnSpc>
                <a:spcPct val="150000"/>
              </a:lnSpc>
              <a:buNone/>
            </a:pPr>
            <a:r>
              <a:rPr lang="en-US" dirty="0"/>
              <a:t>Are you creating unity with consistent choices?</a:t>
            </a:r>
            <a:endParaRPr lang="en-CA" dirty="0"/>
          </a:p>
          <a:p>
            <a:pPr marL="0" indent="0">
              <a:lnSpc>
                <a:spcPct val="150000"/>
              </a:lnSpc>
              <a:buNone/>
            </a:pPr>
            <a:r>
              <a:rPr lang="en-US" dirty="0"/>
              <a:t>What stands out first? Why?</a:t>
            </a:r>
            <a:endParaRPr lang="en-CA" dirty="0"/>
          </a:p>
          <a:p>
            <a:pPr marL="0" indent="0">
              <a:lnSpc>
                <a:spcPct val="150000"/>
              </a:lnSpc>
              <a:buNone/>
            </a:pPr>
            <a:r>
              <a:rPr lang="en-US" dirty="0"/>
              <a:t>Is there breathing room, or is it crammed?</a:t>
            </a:r>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Alignment</a:t>
            </a:r>
          </a:p>
        </p:txBody>
      </p:sp>
      <p:sp>
        <p:nvSpPr>
          <p:cNvPr id="3" name="Content Placeholder 2"/>
          <p:cNvSpPr>
            <a:spLocks noGrp="1"/>
          </p:cNvSpPr>
          <p:nvPr>
            <p:ph idx="1"/>
          </p:nvPr>
        </p:nvSpPr>
        <p:spPr/>
        <p:txBody>
          <a:bodyPr/>
          <a:lstStyle/>
          <a:p>
            <a:endParaRPr dirty="0"/>
          </a:p>
          <a:p>
            <a:pPr marL="0" indent="0">
              <a:buNone/>
            </a:pPr>
            <a:r>
              <a:rPr lang="en-US" b="1" dirty="0"/>
              <a:t>Alignment</a:t>
            </a:r>
            <a:r>
              <a:rPr lang="en-US" dirty="0"/>
              <a:t> is lining up edges along </a:t>
            </a:r>
            <a:r>
              <a:rPr lang="en-US" b="1" dirty="0"/>
              <a:t>invisible lines</a:t>
            </a:r>
            <a:r>
              <a:rPr lang="en-US" dirty="0"/>
              <a:t> (a grid). It creates </a:t>
            </a:r>
            <a:r>
              <a:rPr lang="en-US" b="1" dirty="0"/>
              <a:t>order</a:t>
            </a:r>
            <a:r>
              <a:rPr lang="en-US" dirty="0"/>
              <a:t> and visual connections between things.</a:t>
            </a:r>
          </a:p>
          <a:p>
            <a:r>
              <a:rPr dirty="0"/>
              <a:t>Visual connection</a:t>
            </a:r>
          </a:p>
          <a:p>
            <a:r>
              <a:rPr dirty="0"/>
              <a:t>Creates order</a:t>
            </a:r>
          </a:p>
          <a:p>
            <a:r>
              <a:rPr dirty="0"/>
              <a:t>Improves readability</a:t>
            </a:r>
          </a:p>
        </p:txBody>
      </p:sp>
      <p:pic>
        <p:nvPicPr>
          <p:cNvPr id="4" name="Content Placeholder 5">
            <a:extLst>
              <a:ext uri="{FF2B5EF4-FFF2-40B4-BE49-F238E27FC236}">
                <a16:creationId xmlns:a16="http://schemas.microsoft.com/office/drawing/2014/main" id="{39BD2BD0-94EF-1118-27C3-4BCE0FC27330}"/>
              </a:ext>
            </a:extLst>
          </p:cNvPr>
          <p:cNvPicPr>
            <a:picLocks noChangeAspect="1"/>
          </p:cNvPicPr>
          <p:nvPr/>
        </p:nvPicPr>
        <p:blipFill>
          <a:blip r:embed="rId3"/>
          <a:stretch>
            <a:fillRect/>
          </a:stretch>
        </p:blipFill>
        <p:spPr>
          <a:xfrm>
            <a:off x="5358142" y="3429000"/>
            <a:ext cx="3191498" cy="3177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0D74-7B8A-A949-9BD8-ADB7ABDEF95F}"/>
              </a:ext>
            </a:extLst>
          </p:cNvPr>
          <p:cNvSpPr>
            <a:spLocks noGrp="1"/>
          </p:cNvSpPr>
          <p:nvPr>
            <p:ph type="title"/>
          </p:nvPr>
        </p:nvSpPr>
        <p:spPr/>
        <p:txBody>
          <a:bodyPr/>
          <a:lstStyle/>
          <a:p>
            <a:r>
              <a:rPr lang="en-CA" dirty="0"/>
              <a:t>Why Use a Grid?</a:t>
            </a:r>
          </a:p>
        </p:txBody>
      </p:sp>
      <p:sp>
        <p:nvSpPr>
          <p:cNvPr id="3" name="Content Placeholder 2">
            <a:extLst>
              <a:ext uri="{FF2B5EF4-FFF2-40B4-BE49-F238E27FC236}">
                <a16:creationId xmlns:a16="http://schemas.microsoft.com/office/drawing/2014/main" id="{C644FCF8-9E6F-B840-971B-AA45DA28B1A5}"/>
              </a:ext>
            </a:extLst>
          </p:cNvPr>
          <p:cNvSpPr>
            <a:spLocks noGrp="1"/>
          </p:cNvSpPr>
          <p:nvPr>
            <p:ph idx="1"/>
          </p:nvPr>
        </p:nvSpPr>
        <p:spPr/>
        <p:txBody>
          <a:bodyPr/>
          <a:lstStyle/>
          <a:p>
            <a:pPr marL="0" indent="0">
              <a:buNone/>
            </a:pPr>
            <a:r>
              <a:rPr lang="en-US" dirty="0"/>
              <a:t>A grid helps designers:</a:t>
            </a:r>
          </a:p>
          <a:p>
            <a:r>
              <a:rPr lang="en-US" dirty="0"/>
              <a:t>Organize information</a:t>
            </a:r>
          </a:p>
          <a:p>
            <a:r>
              <a:rPr lang="en-US" dirty="0"/>
              <a:t>Create consistency</a:t>
            </a:r>
          </a:p>
          <a:p>
            <a:r>
              <a:rPr lang="en-US" dirty="0"/>
              <a:t>Improve readability</a:t>
            </a:r>
          </a:p>
          <a:p>
            <a:r>
              <a:rPr lang="en-US" dirty="0"/>
              <a:t>Speed up decision making</a:t>
            </a:r>
          </a:p>
          <a:p>
            <a:r>
              <a:rPr lang="en-US" dirty="0"/>
              <a:t>Build professional layouts</a:t>
            </a:r>
            <a:endParaRPr lang="en-CA" dirty="0"/>
          </a:p>
        </p:txBody>
      </p:sp>
    </p:spTree>
    <p:extLst>
      <p:ext uri="{BB962C8B-B14F-4D97-AF65-F5344CB8AC3E}">
        <p14:creationId xmlns:p14="http://schemas.microsoft.com/office/powerpoint/2010/main" val="121283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F64FD-F6B8-200A-DBE6-7C498C1142EB}"/>
              </a:ext>
            </a:extLst>
          </p:cNvPr>
          <p:cNvSpPr>
            <a:spLocks noGrp="1"/>
          </p:cNvSpPr>
          <p:nvPr>
            <p:ph type="title"/>
          </p:nvPr>
        </p:nvSpPr>
        <p:spPr/>
        <p:txBody>
          <a:bodyPr/>
          <a:lstStyle/>
          <a:p>
            <a:r>
              <a:rPr lang="en-CA" dirty="0"/>
              <a:t>We See Grids Everywhere</a:t>
            </a:r>
          </a:p>
        </p:txBody>
      </p:sp>
      <p:sp>
        <p:nvSpPr>
          <p:cNvPr id="3" name="Content Placeholder 2">
            <a:extLst>
              <a:ext uri="{FF2B5EF4-FFF2-40B4-BE49-F238E27FC236}">
                <a16:creationId xmlns:a16="http://schemas.microsoft.com/office/drawing/2014/main" id="{023E08CB-99F8-570B-09B7-F7B6F1CFF1BE}"/>
              </a:ext>
            </a:extLst>
          </p:cNvPr>
          <p:cNvSpPr>
            <a:spLocks noGrp="1"/>
          </p:cNvSpPr>
          <p:nvPr>
            <p:ph idx="1"/>
          </p:nvPr>
        </p:nvSpPr>
        <p:spPr>
          <a:xfrm>
            <a:off x="212272" y="2187096"/>
            <a:ext cx="7955280" cy="4069080"/>
          </a:xfrm>
        </p:spPr>
        <p:txBody>
          <a:bodyPr/>
          <a:lstStyle/>
          <a:p>
            <a:pPr marL="0" indent="0">
              <a:buNone/>
            </a:pPr>
            <a:r>
              <a:rPr lang="en-US" dirty="0"/>
              <a:t>Common Uses of Grids</a:t>
            </a:r>
          </a:p>
          <a:p>
            <a:r>
              <a:rPr lang="en-US" dirty="0"/>
              <a:t>Websites</a:t>
            </a:r>
          </a:p>
          <a:p>
            <a:r>
              <a:rPr lang="en-US" dirty="0"/>
              <a:t>Newspapers</a:t>
            </a:r>
          </a:p>
          <a:p>
            <a:r>
              <a:rPr lang="en-US" dirty="0"/>
              <a:t>Magazines</a:t>
            </a:r>
          </a:p>
          <a:p>
            <a:r>
              <a:rPr lang="en-US" dirty="0"/>
              <a:t>Packaging</a:t>
            </a:r>
          </a:p>
          <a:p>
            <a:r>
              <a:rPr lang="en-US" dirty="0"/>
              <a:t>Mobile apps</a:t>
            </a:r>
          </a:p>
          <a:p>
            <a:r>
              <a:rPr lang="en-US" dirty="0"/>
              <a:t>Social media templates</a:t>
            </a:r>
          </a:p>
          <a:p>
            <a:endParaRPr lang="en-CA" dirty="0"/>
          </a:p>
        </p:txBody>
      </p:sp>
      <p:pic>
        <p:nvPicPr>
          <p:cNvPr id="4" name="Picture 4" descr="Magazine design - simple 3 column grid">
            <a:extLst>
              <a:ext uri="{FF2B5EF4-FFF2-40B4-BE49-F238E27FC236}">
                <a16:creationId xmlns:a16="http://schemas.microsoft.com/office/drawing/2014/main" id="{C39EDA11-141B-7918-4CB5-28C2377BF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6866" y="2194560"/>
            <a:ext cx="4864862" cy="4523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536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5326D-F6BD-F143-4034-6B7B3228B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256691-4443-706E-BFCF-399FD0FC90BE}"/>
              </a:ext>
            </a:extLst>
          </p:cNvPr>
          <p:cNvSpPr>
            <a:spLocks noGrp="1"/>
          </p:cNvSpPr>
          <p:nvPr>
            <p:ph type="title"/>
          </p:nvPr>
        </p:nvSpPr>
        <p:spPr/>
        <p:txBody>
          <a:bodyPr/>
          <a:lstStyle/>
          <a:p>
            <a:r>
              <a:rPr lang="en-CA" dirty="0"/>
              <a:t>Grid Systems</a:t>
            </a:r>
          </a:p>
        </p:txBody>
      </p:sp>
      <p:sp>
        <p:nvSpPr>
          <p:cNvPr id="9" name="Text Placeholder 8">
            <a:extLst>
              <a:ext uri="{FF2B5EF4-FFF2-40B4-BE49-F238E27FC236}">
                <a16:creationId xmlns:a16="http://schemas.microsoft.com/office/drawing/2014/main" id="{A8F580D6-849B-A899-8134-FB266DF1200A}"/>
              </a:ext>
            </a:extLst>
          </p:cNvPr>
          <p:cNvSpPr>
            <a:spLocks noGrp="1"/>
          </p:cNvSpPr>
          <p:nvPr>
            <p:ph type="body" idx="1"/>
          </p:nvPr>
        </p:nvSpPr>
        <p:spPr/>
        <p:txBody>
          <a:bodyPr/>
          <a:lstStyle/>
          <a:p>
            <a:r>
              <a:rPr lang="en-CA" dirty="0"/>
              <a:t>Manuscript</a:t>
            </a:r>
          </a:p>
        </p:txBody>
      </p:sp>
      <p:sp>
        <p:nvSpPr>
          <p:cNvPr id="11" name="Text Placeholder 10">
            <a:extLst>
              <a:ext uri="{FF2B5EF4-FFF2-40B4-BE49-F238E27FC236}">
                <a16:creationId xmlns:a16="http://schemas.microsoft.com/office/drawing/2014/main" id="{D87DAB90-00CF-2557-CFEC-8F104A167C09}"/>
              </a:ext>
            </a:extLst>
          </p:cNvPr>
          <p:cNvSpPr>
            <a:spLocks noGrp="1"/>
          </p:cNvSpPr>
          <p:nvPr>
            <p:ph type="body" sz="quarter" idx="3"/>
          </p:nvPr>
        </p:nvSpPr>
        <p:spPr/>
        <p:txBody>
          <a:bodyPr/>
          <a:lstStyle/>
          <a:p>
            <a:r>
              <a:rPr lang="en-CA" dirty="0"/>
              <a:t>Column</a:t>
            </a:r>
          </a:p>
        </p:txBody>
      </p:sp>
      <p:pic>
        <p:nvPicPr>
          <p:cNvPr id="6" name="Content Placeholder 4">
            <a:extLst>
              <a:ext uri="{FF2B5EF4-FFF2-40B4-BE49-F238E27FC236}">
                <a16:creationId xmlns:a16="http://schemas.microsoft.com/office/drawing/2014/main" id="{7C3697C4-1E8F-6F98-C870-E40BE8DA836F}"/>
              </a:ext>
            </a:extLst>
          </p:cNvPr>
          <p:cNvPicPr>
            <a:picLocks noChangeAspect="1"/>
          </p:cNvPicPr>
          <p:nvPr/>
        </p:nvPicPr>
        <p:blipFill>
          <a:blip r:embed="rId3"/>
          <a:srcRect l="51429" t="18067" r="18461" b="48816"/>
          <a:stretch>
            <a:fillRect/>
          </a:stretch>
        </p:blipFill>
        <p:spPr>
          <a:xfrm>
            <a:off x="4540346" y="3075161"/>
            <a:ext cx="4572719" cy="2829059"/>
          </a:xfrm>
          <a:prstGeom prst="rect">
            <a:avLst/>
          </a:prstGeom>
        </p:spPr>
      </p:pic>
      <p:pic>
        <p:nvPicPr>
          <p:cNvPr id="8" name="Content Placeholder 4">
            <a:extLst>
              <a:ext uri="{FF2B5EF4-FFF2-40B4-BE49-F238E27FC236}">
                <a16:creationId xmlns:a16="http://schemas.microsoft.com/office/drawing/2014/main" id="{96ACBB0F-A972-5577-45C8-8D20EAEF5BC6}"/>
              </a:ext>
            </a:extLst>
          </p:cNvPr>
          <p:cNvPicPr>
            <a:picLocks noChangeAspect="1"/>
          </p:cNvPicPr>
          <p:nvPr/>
        </p:nvPicPr>
        <p:blipFill>
          <a:blip r:embed="rId3"/>
          <a:srcRect l="19231" t="57541" r="53351" b="9533"/>
          <a:stretch>
            <a:fillRect/>
          </a:stretch>
        </p:blipFill>
        <p:spPr>
          <a:xfrm>
            <a:off x="341094" y="3075161"/>
            <a:ext cx="4163844" cy="2812701"/>
          </a:xfrm>
          <a:prstGeom prst="rect">
            <a:avLst/>
          </a:prstGeom>
        </p:spPr>
      </p:pic>
    </p:spTree>
    <p:extLst>
      <p:ext uri="{BB962C8B-B14F-4D97-AF65-F5344CB8AC3E}">
        <p14:creationId xmlns:p14="http://schemas.microsoft.com/office/powerpoint/2010/main" val="4098365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4B65F-37A7-2DDE-56CA-A1610214A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A59C0-7E22-B054-E4B2-0F93BC7684BC}"/>
              </a:ext>
            </a:extLst>
          </p:cNvPr>
          <p:cNvSpPr>
            <a:spLocks noGrp="1"/>
          </p:cNvSpPr>
          <p:nvPr>
            <p:ph type="title"/>
          </p:nvPr>
        </p:nvSpPr>
        <p:spPr/>
        <p:txBody>
          <a:bodyPr/>
          <a:lstStyle/>
          <a:p>
            <a:r>
              <a:rPr lang="en-CA" dirty="0"/>
              <a:t>Grid Systems</a:t>
            </a:r>
          </a:p>
        </p:txBody>
      </p:sp>
      <p:sp>
        <p:nvSpPr>
          <p:cNvPr id="8" name="Text Placeholder 7">
            <a:extLst>
              <a:ext uri="{FF2B5EF4-FFF2-40B4-BE49-F238E27FC236}">
                <a16:creationId xmlns:a16="http://schemas.microsoft.com/office/drawing/2014/main" id="{49AEE225-E9D0-4F1F-C958-55D1F50B78D2}"/>
              </a:ext>
            </a:extLst>
          </p:cNvPr>
          <p:cNvSpPr>
            <a:spLocks noGrp="1"/>
          </p:cNvSpPr>
          <p:nvPr>
            <p:ph type="body" idx="1"/>
          </p:nvPr>
        </p:nvSpPr>
        <p:spPr/>
        <p:txBody>
          <a:bodyPr/>
          <a:lstStyle/>
          <a:p>
            <a:r>
              <a:rPr lang="en-CA" dirty="0"/>
              <a:t>Modular</a:t>
            </a:r>
          </a:p>
        </p:txBody>
      </p:sp>
      <p:sp>
        <p:nvSpPr>
          <p:cNvPr id="10" name="Text Placeholder 9">
            <a:extLst>
              <a:ext uri="{FF2B5EF4-FFF2-40B4-BE49-F238E27FC236}">
                <a16:creationId xmlns:a16="http://schemas.microsoft.com/office/drawing/2014/main" id="{ED1B2B0A-290E-F776-12C3-777BE50AFE83}"/>
              </a:ext>
            </a:extLst>
          </p:cNvPr>
          <p:cNvSpPr>
            <a:spLocks noGrp="1"/>
          </p:cNvSpPr>
          <p:nvPr>
            <p:ph type="body" sz="quarter" idx="3"/>
          </p:nvPr>
        </p:nvSpPr>
        <p:spPr/>
        <p:txBody>
          <a:bodyPr/>
          <a:lstStyle/>
          <a:p>
            <a:r>
              <a:rPr lang="en-CA" dirty="0"/>
              <a:t>Hierarchical</a:t>
            </a:r>
          </a:p>
        </p:txBody>
      </p:sp>
      <p:pic>
        <p:nvPicPr>
          <p:cNvPr id="7" name="Content Placeholder 4">
            <a:extLst>
              <a:ext uri="{FF2B5EF4-FFF2-40B4-BE49-F238E27FC236}">
                <a16:creationId xmlns:a16="http://schemas.microsoft.com/office/drawing/2014/main" id="{30191C4A-6854-C8C3-050D-5E3C10B1496D}"/>
              </a:ext>
            </a:extLst>
          </p:cNvPr>
          <p:cNvPicPr>
            <a:picLocks noChangeAspect="1"/>
          </p:cNvPicPr>
          <p:nvPr/>
        </p:nvPicPr>
        <p:blipFill>
          <a:blip r:embed="rId3"/>
          <a:srcRect l="52420" t="59028" r="19231" b="11600"/>
          <a:stretch>
            <a:fillRect/>
          </a:stretch>
        </p:blipFill>
        <p:spPr>
          <a:xfrm>
            <a:off x="4783647" y="3306697"/>
            <a:ext cx="4360353" cy="2541182"/>
          </a:xfrm>
          <a:prstGeom prst="rect">
            <a:avLst/>
          </a:prstGeom>
        </p:spPr>
      </p:pic>
      <p:pic>
        <p:nvPicPr>
          <p:cNvPr id="13" name="Content Placeholder 4">
            <a:extLst>
              <a:ext uri="{FF2B5EF4-FFF2-40B4-BE49-F238E27FC236}">
                <a16:creationId xmlns:a16="http://schemas.microsoft.com/office/drawing/2014/main" id="{EBDFDB9D-3C25-4094-BEAF-2AA5451FC52A}"/>
              </a:ext>
            </a:extLst>
          </p:cNvPr>
          <p:cNvPicPr>
            <a:picLocks noChangeAspect="1"/>
          </p:cNvPicPr>
          <p:nvPr/>
        </p:nvPicPr>
        <p:blipFill>
          <a:blip r:embed="rId3"/>
          <a:srcRect l="19231" t="18070" r="53960" b="50672"/>
          <a:stretch>
            <a:fillRect/>
          </a:stretch>
        </p:blipFill>
        <p:spPr>
          <a:xfrm>
            <a:off x="381546" y="3143575"/>
            <a:ext cx="4123392" cy="2704304"/>
          </a:xfrm>
          <a:prstGeom prst="rect">
            <a:avLst/>
          </a:prstGeom>
        </p:spPr>
      </p:pic>
    </p:spTree>
    <p:extLst>
      <p:ext uri="{BB962C8B-B14F-4D97-AF65-F5344CB8AC3E}">
        <p14:creationId xmlns:p14="http://schemas.microsoft.com/office/powerpoint/2010/main" val="3382756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98DC-1452-CEBF-A2C1-35AF44B47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08DFE2-3121-59F4-0EBF-C2D1197474ED}"/>
              </a:ext>
            </a:extLst>
          </p:cNvPr>
          <p:cNvSpPr>
            <a:spLocks noGrp="1"/>
          </p:cNvSpPr>
          <p:nvPr>
            <p:ph type="title"/>
          </p:nvPr>
        </p:nvSpPr>
        <p:spPr/>
        <p:txBody>
          <a:bodyPr/>
          <a:lstStyle/>
          <a:p>
            <a:r>
              <a:rPr lang="en-CA" dirty="0"/>
              <a:t>Grid Systems</a:t>
            </a:r>
          </a:p>
        </p:txBody>
      </p:sp>
      <p:sp>
        <p:nvSpPr>
          <p:cNvPr id="8" name="Text Placeholder 7">
            <a:extLst>
              <a:ext uri="{FF2B5EF4-FFF2-40B4-BE49-F238E27FC236}">
                <a16:creationId xmlns:a16="http://schemas.microsoft.com/office/drawing/2014/main" id="{9287D833-C1F6-C810-05AC-C109861DCE83}"/>
              </a:ext>
            </a:extLst>
          </p:cNvPr>
          <p:cNvSpPr>
            <a:spLocks noGrp="1"/>
          </p:cNvSpPr>
          <p:nvPr>
            <p:ph type="body" idx="1"/>
          </p:nvPr>
        </p:nvSpPr>
        <p:spPr/>
        <p:txBody>
          <a:bodyPr/>
          <a:lstStyle/>
          <a:p>
            <a:r>
              <a:rPr lang="en-CA" dirty="0"/>
              <a:t>Rule of Thirds</a:t>
            </a:r>
          </a:p>
        </p:txBody>
      </p:sp>
      <p:sp>
        <p:nvSpPr>
          <p:cNvPr id="10" name="Text Placeholder 9">
            <a:extLst>
              <a:ext uri="{FF2B5EF4-FFF2-40B4-BE49-F238E27FC236}">
                <a16:creationId xmlns:a16="http://schemas.microsoft.com/office/drawing/2014/main" id="{1151C61F-EEC7-2081-86D5-E90304610CB5}"/>
              </a:ext>
            </a:extLst>
          </p:cNvPr>
          <p:cNvSpPr>
            <a:spLocks noGrp="1"/>
          </p:cNvSpPr>
          <p:nvPr>
            <p:ph type="body" sz="quarter" idx="3"/>
          </p:nvPr>
        </p:nvSpPr>
        <p:spPr/>
        <p:txBody>
          <a:bodyPr/>
          <a:lstStyle/>
          <a:p>
            <a:r>
              <a:rPr lang="en-CA" dirty="0"/>
              <a:t>The Golden Ratio</a:t>
            </a:r>
          </a:p>
        </p:txBody>
      </p:sp>
      <p:pic>
        <p:nvPicPr>
          <p:cNvPr id="6" name="Picture 5" descr="Illustration depicting the rule of thirds grid system">
            <a:extLst>
              <a:ext uri="{FF2B5EF4-FFF2-40B4-BE49-F238E27FC236}">
                <a16:creationId xmlns:a16="http://schemas.microsoft.com/office/drawing/2014/main" id="{40C5F385-9ED6-37C1-FFC9-B4CEBB22120F}"/>
              </a:ext>
            </a:extLst>
          </p:cNvPr>
          <p:cNvPicPr>
            <a:picLocks noChangeAspect="1"/>
          </p:cNvPicPr>
          <p:nvPr/>
        </p:nvPicPr>
        <p:blipFill>
          <a:blip r:embed="rId3"/>
          <a:srcRect l="36666" t="19040" r="35850" b="21943"/>
          <a:stretch>
            <a:fillRect/>
          </a:stretch>
        </p:blipFill>
        <p:spPr>
          <a:xfrm>
            <a:off x="351764" y="3040917"/>
            <a:ext cx="4492291" cy="2713166"/>
          </a:xfrm>
          <a:prstGeom prst="rect">
            <a:avLst/>
          </a:prstGeom>
        </p:spPr>
      </p:pic>
      <p:pic>
        <p:nvPicPr>
          <p:cNvPr id="7" name="Picture 6" descr="Illustration depicting the golden section grid system">
            <a:extLst>
              <a:ext uri="{FF2B5EF4-FFF2-40B4-BE49-F238E27FC236}">
                <a16:creationId xmlns:a16="http://schemas.microsoft.com/office/drawing/2014/main" id="{847CAE52-C0B5-4F70-4FFC-EEA32F4ED0AA}"/>
              </a:ext>
            </a:extLst>
          </p:cNvPr>
          <p:cNvPicPr>
            <a:picLocks noChangeAspect="1"/>
          </p:cNvPicPr>
          <p:nvPr/>
        </p:nvPicPr>
        <p:blipFill>
          <a:blip r:embed="rId4"/>
          <a:srcRect l="36666" t="17938" r="35850" b="23044"/>
          <a:stretch>
            <a:fillRect/>
          </a:stretch>
        </p:blipFill>
        <p:spPr>
          <a:xfrm>
            <a:off x="4651709" y="3007714"/>
            <a:ext cx="4492291" cy="2713166"/>
          </a:xfrm>
          <a:prstGeom prst="rect">
            <a:avLst/>
          </a:prstGeom>
        </p:spPr>
      </p:pic>
    </p:spTree>
    <p:extLst>
      <p:ext uri="{BB962C8B-B14F-4D97-AF65-F5344CB8AC3E}">
        <p14:creationId xmlns:p14="http://schemas.microsoft.com/office/powerpoint/2010/main" val="3000578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26857-6A65-9C37-D914-408D7DD76542}"/>
              </a:ext>
            </a:extLst>
          </p:cNvPr>
          <p:cNvSpPr>
            <a:spLocks noGrp="1"/>
          </p:cNvSpPr>
          <p:nvPr>
            <p:ph type="title"/>
          </p:nvPr>
        </p:nvSpPr>
        <p:spPr/>
        <p:txBody>
          <a:bodyPr/>
          <a:lstStyle/>
          <a:p>
            <a:r>
              <a:rPr lang="en-CA" dirty="0"/>
              <a:t>Anatomy of a Grid</a:t>
            </a:r>
          </a:p>
        </p:txBody>
      </p:sp>
      <p:pic>
        <p:nvPicPr>
          <p:cNvPr id="5" name="Picture 2" descr="Image for post">
            <a:extLst>
              <a:ext uri="{FF2B5EF4-FFF2-40B4-BE49-F238E27FC236}">
                <a16:creationId xmlns:a16="http://schemas.microsoft.com/office/drawing/2014/main" id="{4C4E9548-0792-8A94-9FA6-8042A8665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145" y="2412146"/>
            <a:ext cx="4217856" cy="35148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See the source image">
            <a:extLst>
              <a:ext uri="{FF2B5EF4-FFF2-40B4-BE49-F238E27FC236}">
                <a16:creationId xmlns:a16="http://schemas.microsoft.com/office/drawing/2014/main" id="{057FE12D-076D-3E42-8D1B-760982B561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7455" y="2521790"/>
            <a:ext cx="4256545" cy="3405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603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A4D8-542F-466F-243E-0107A5B05E63}"/>
              </a:ext>
            </a:extLst>
          </p:cNvPr>
          <p:cNvSpPr>
            <a:spLocks noGrp="1"/>
          </p:cNvSpPr>
          <p:nvPr>
            <p:ph type="title"/>
          </p:nvPr>
        </p:nvSpPr>
        <p:spPr/>
        <p:txBody>
          <a:bodyPr/>
          <a:lstStyle/>
          <a:p>
            <a:r>
              <a:rPr lang="en-CA" dirty="0"/>
              <a:t>Grid Detective</a:t>
            </a:r>
          </a:p>
        </p:txBody>
      </p:sp>
      <p:sp>
        <p:nvSpPr>
          <p:cNvPr id="3" name="Content Placeholder 2">
            <a:extLst>
              <a:ext uri="{FF2B5EF4-FFF2-40B4-BE49-F238E27FC236}">
                <a16:creationId xmlns:a16="http://schemas.microsoft.com/office/drawing/2014/main" id="{55CAAA60-3982-EBC5-EE4B-B4330CB31086}"/>
              </a:ext>
            </a:extLst>
          </p:cNvPr>
          <p:cNvSpPr>
            <a:spLocks noGrp="1"/>
          </p:cNvSpPr>
          <p:nvPr>
            <p:ph idx="1"/>
          </p:nvPr>
        </p:nvSpPr>
        <p:spPr/>
        <p:txBody>
          <a:bodyPr/>
          <a:lstStyle/>
          <a:p>
            <a:pPr marL="0" indent="0">
              <a:buNone/>
            </a:pPr>
            <a:r>
              <a:rPr lang="en-US" dirty="0"/>
              <a:t>Instructions</a:t>
            </a:r>
          </a:p>
          <a:p>
            <a:pPr marL="0" indent="0">
              <a:buNone/>
            </a:pPr>
            <a:endParaRPr lang="en-US" dirty="0"/>
          </a:p>
          <a:p>
            <a:pPr marL="0" indent="0">
              <a:buNone/>
            </a:pPr>
            <a:r>
              <a:rPr lang="en-US" dirty="0"/>
              <a:t>In pairs:</a:t>
            </a:r>
          </a:p>
          <a:p>
            <a:r>
              <a:rPr lang="en-US" dirty="0"/>
              <a:t>Look at the NBCC homepage.</a:t>
            </a:r>
          </a:p>
          <a:p>
            <a:r>
              <a:rPr lang="en-US" dirty="0"/>
              <a:t>Identify possible columns.</a:t>
            </a:r>
          </a:p>
          <a:p>
            <a:r>
              <a:rPr lang="en-US" dirty="0"/>
              <a:t>Trace invisible grid lines.</a:t>
            </a:r>
          </a:p>
          <a:p>
            <a:r>
              <a:rPr lang="en-US" dirty="0"/>
              <a:t>Discuss why the designer used them.</a:t>
            </a:r>
          </a:p>
          <a:p>
            <a:endParaRPr lang="en-CA" dirty="0"/>
          </a:p>
        </p:txBody>
      </p:sp>
    </p:spTree>
    <p:extLst>
      <p:ext uri="{BB962C8B-B14F-4D97-AF65-F5344CB8AC3E}">
        <p14:creationId xmlns:p14="http://schemas.microsoft.com/office/powerpoint/2010/main" val="2384737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nline Media 2" title="One Minute Design: What is Alignment?">
            <a:hlinkClick r:id="" action="ppaction://media"/>
            <a:extLst>
              <a:ext uri="{FF2B5EF4-FFF2-40B4-BE49-F238E27FC236}">
                <a16:creationId xmlns:a16="http://schemas.microsoft.com/office/drawing/2014/main" id="{690EC1DB-9FE8-FF9B-6ADB-A38DDBDBE724}"/>
              </a:ext>
            </a:extLst>
          </p:cNvPr>
          <p:cNvPicPr>
            <a:picLocks noRot="1" noChangeAspect="1"/>
          </p:cNvPicPr>
          <p:nvPr>
            <a:videoFile r:link="rId1"/>
          </p:nvPr>
        </p:nvPicPr>
        <p:blipFill>
          <a:blip r:embed="rId4"/>
          <a:stretch>
            <a:fillRect/>
          </a:stretch>
        </p:blipFill>
        <p:spPr>
          <a:xfrm>
            <a:off x="0" y="846138"/>
            <a:ext cx="9144000" cy="5165725"/>
          </a:xfrm>
          <a:prstGeom prst="rect">
            <a:avLst/>
          </a:prstGeom>
        </p:spPr>
      </p:pic>
    </p:spTree>
    <p:extLst>
      <p:ext uri="{BB962C8B-B14F-4D97-AF65-F5344CB8AC3E}">
        <p14:creationId xmlns:p14="http://schemas.microsoft.com/office/powerpoint/2010/main" val="167420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3056E-F93A-0479-B5C2-2C26E1BC750E}"/>
              </a:ext>
            </a:extLst>
          </p:cNvPr>
          <p:cNvPicPr>
            <a:picLocks noChangeAspect="1"/>
          </p:cNvPicPr>
          <p:nvPr/>
        </p:nvPicPr>
        <p:blipFill>
          <a:blip r:embed="rId3"/>
          <a:stretch>
            <a:fillRect/>
          </a:stretch>
        </p:blipFill>
        <p:spPr>
          <a:xfrm>
            <a:off x="0" y="1431036"/>
            <a:ext cx="9144000" cy="5715000"/>
          </a:xfrm>
          <a:prstGeom prst="rect">
            <a:avLst/>
          </a:prstGeom>
        </p:spPr>
      </p:pic>
      <p:sp>
        <p:nvSpPr>
          <p:cNvPr id="4" name="Title 3">
            <a:extLst>
              <a:ext uri="{FF2B5EF4-FFF2-40B4-BE49-F238E27FC236}">
                <a16:creationId xmlns:a16="http://schemas.microsoft.com/office/drawing/2014/main" id="{3183867B-6350-DABB-810A-44A387C4724F}"/>
              </a:ext>
            </a:extLst>
          </p:cNvPr>
          <p:cNvSpPr>
            <a:spLocks noGrp="1"/>
          </p:cNvSpPr>
          <p:nvPr>
            <p:ph type="title"/>
          </p:nvPr>
        </p:nvSpPr>
        <p:spPr>
          <a:xfrm>
            <a:off x="2171700" y="519770"/>
            <a:ext cx="6377940" cy="1293028"/>
          </a:xfrm>
        </p:spPr>
        <p:txBody>
          <a:bodyPr/>
          <a:lstStyle/>
          <a:p>
            <a:r>
              <a:rPr lang="en-CA" dirty="0"/>
              <a:t>Types of Alignment</a:t>
            </a:r>
          </a:p>
        </p:txBody>
      </p:sp>
      <p:sp>
        <p:nvSpPr>
          <p:cNvPr id="5" name="Content Placeholder 4">
            <a:extLst>
              <a:ext uri="{FF2B5EF4-FFF2-40B4-BE49-F238E27FC236}">
                <a16:creationId xmlns:a16="http://schemas.microsoft.com/office/drawing/2014/main" id="{B171D9AA-8B23-3513-9F72-D06415A9F113}"/>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807003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66ACB9-7926-8E10-4400-ADCF58B9EC7A}"/>
              </a:ext>
            </a:extLst>
          </p:cNvPr>
          <p:cNvSpPr>
            <a:spLocks noGrp="1"/>
          </p:cNvSpPr>
          <p:nvPr>
            <p:ph type="title"/>
          </p:nvPr>
        </p:nvSpPr>
        <p:spPr/>
        <p:txBody>
          <a:bodyPr>
            <a:normAutofit/>
          </a:bodyPr>
          <a:lstStyle/>
          <a:p>
            <a:r>
              <a:rPr lang="en-US" dirty="0"/>
              <a:t>Text Alignment</a:t>
            </a:r>
            <a:endParaRPr lang="en-CA" dirty="0"/>
          </a:p>
        </p:txBody>
      </p:sp>
      <p:pic>
        <p:nvPicPr>
          <p:cNvPr id="9218" name="Picture 2" descr="Alignment - Example-01">
            <a:extLst>
              <a:ext uri="{FF2B5EF4-FFF2-40B4-BE49-F238E27FC236}">
                <a16:creationId xmlns:a16="http://schemas.microsoft.com/office/drawing/2014/main" id="{97AD24DB-96ED-B086-CF4F-CEB2C9080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6642" y="1498600"/>
            <a:ext cx="7036139" cy="527710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Brochure for Hershey's Chocolate with Center Alignment">
            <a:extLst>
              <a:ext uri="{FF2B5EF4-FFF2-40B4-BE49-F238E27FC236}">
                <a16:creationId xmlns:a16="http://schemas.microsoft.com/office/drawing/2014/main" id="{BCD4AF22-DD3F-B55F-B09B-0EACB042DD5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4138" b="24569"/>
          <a:stretch/>
        </p:blipFill>
        <p:spPr bwMode="auto">
          <a:xfrm>
            <a:off x="2242560" y="2946423"/>
            <a:ext cx="4658880" cy="238145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Example of Flush Left Alignment">
            <a:extLst>
              <a:ext uri="{FF2B5EF4-FFF2-40B4-BE49-F238E27FC236}">
                <a16:creationId xmlns:a16="http://schemas.microsoft.com/office/drawing/2014/main" id="{9B11E7B4-185F-9FAD-36FA-55FF28EA32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05" y="1899929"/>
            <a:ext cx="5659799" cy="447444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Postcard with Flush Right Alignment">
            <a:extLst>
              <a:ext uri="{FF2B5EF4-FFF2-40B4-BE49-F238E27FC236}">
                <a16:creationId xmlns:a16="http://schemas.microsoft.com/office/drawing/2014/main" id="{D3E76FAC-0340-3553-B564-3A01CBB7F9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1042" y="2294063"/>
            <a:ext cx="6283253" cy="36861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Brochure with Justified Alignment">
            <a:extLst>
              <a:ext uri="{FF2B5EF4-FFF2-40B4-BE49-F238E27FC236}">
                <a16:creationId xmlns:a16="http://schemas.microsoft.com/office/drawing/2014/main" id="{CB849B98-2FE9-B82D-09B4-2FAE2D236D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91" y="82296"/>
            <a:ext cx="8869618" cy="68443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16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5"/>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DC7E9E-A33F-AA8D-D229-D78B0A5D6947}"/>
              </a:ext>
            </a:extLst>
          </p:cNvPr>
          <p:cNvSpPr>
            <a:spLocks noGrp="1"/>
          </p:cNvSpPr>
          <p:nvPr>
            <p:ph type="title"/>
          </p:nvPr>
        </p:nvSpPr>
        <p:spPr>
          <a:xfrm>
            <a:off x="4732963" y="1114425"/>
            <a:ext cx="4188788" cy="2057400"/>
          </a:xfrm>
        </p:spPr>
        <p:txBody>
          <a:bodyPr>
            <a:normAutofit/>
          </a:bodyPr>
          <a:lstStyle/>
          <a:p>
            <a:r>
              <a:rPr lang="en-CA" dirty="0"/>
              <a:t> Justified complication</a:t>
            </a:r>
          </a:p>
        </p:txBody>
      </p:sp>
      <p:pic>
        <p:nvPicPr>
          <p:cNvPr id="12290" name="Picture 2" descr="Example of Poor Use of Justified Alignment">
            <a:extLst>
              <a:ext uri="{FF2B5EF4-FFF2-40B4-BE49-F238E27FC236}">
                <a16:creationId xmlns:a16="http://schemas.microsoft.com/office/drawing/2014/main" id="{5A07BDA1-7859-AF24-C75E-9E5BA420DF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685" y="2143125"/>
            <a:ext cx="4188788"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3104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566DFC-D2E1-C60C-AF79-F8F73B3AAA32}"/>
              </a:ext>
            </a:extLst>
          </p:cNvPr>
          <p:cNvSpPr>
            <a:spLocks noGrp="1"/>
          </p:cNvSpPr>
          <p:nvPr>
            <p:ph type="title"/>
          </p:nvPr>
        </p:nvSpPr>
        <p:spPr/>
        <p:txBody>
          <a:bodyPr>
            <a:normAutofit/>
          </a:bodyPr>
          <a:lstStyle/>
          <a:p>
            <a:r>
              <a:rPr lang="en-CA" dirty="0"/>
              <a:t>Finding the “invisible line”</a:t>
            </a:r>
          </a:p>
        </p:txBody>
      </p:sp>
      <p:pic>
        <p:nvPicPr>
          <p:cNvPr id="2" name="Picture 2" descr="Edge Alignment">
            <a:extLst>
              <a:ext uri="{FF2B5EF4-FFF2-40B4-BE49-F238E27FC236}">
                <a16:creationId xmlns:a16="http://schemas.microsoft.com/office/drawing/2014/main" id="{52A67BA5-9BF2-F8AF-214F-CD6CBBBB83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3741"/>
          <a:stretch>
            <a:fillRect/>
          </a:stretch>
        </p:blipFill>
        <p:spPr bwMode="auto">
          <a:xfrm>
            <a:off x="307974" y="2128949"/>
            <a:ext cx="4725347" cy="167495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Edge Alignment">
            <a:extLst>
              <a:ext uri="{FF2B5EF4-FFF2-40B4-BE49-F238E27FC236}">
                <a16:creationId xmlns:a16="http://schemas.microsoft.com/office/drawing/2014/main" id="{690216AA-DBBA-D107-1BDB-2A61888A7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2128948"/>
            <a:ext cx="4725347" cy="362086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Center Alignment">
            <a:extLst>
              <a:ext uri="{FF2B5EF4-FFF2-40B4-BE49-F238E27FC236}">
                <a16:creationId xmlns:a16="http://schemas.microsoft.com/office/drawing/2014/main" id="{F40577D3-0B03-5967-C33A-FEA5B7027D8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1423"/>
          <a:stretch>
            <a:fillRect/>
          </a:stretch>
        </p:blipFill>
        <p:spPr bwMode="auto">
          <a:xfrm>
            <a:off x="5380826" y="2215360"/>
            <a:ext cx="2948990" cy="1674956"/>
          </a:xfrm>
          <a:prstGeom prst="rect">
            <a:avLst/>
          </a:prstGeom>
          <a:noFill/>
          <a:effectLst>
            <a:outerShdw blurRad="25400" dir="17880000">
              <a:srgbClr val="000000">
                <a:alpha val="46000"/>
              </a:srgbClr>
            </a:outerShdw>
          </a:effectLst>
          <a:extLst>
            <a:ext uri="{909E8E84-426E-40DD-AFC4-6F175D3DCCD1}">
              <a14:hiddenFill xmlns:a14="http://schemas.microsoft.com/office/drawing/2010/main">
                <a:solidFill>
                  <a:srgbClr val="FFFFFF"/>
                </a:solidFill>
              </a14:hiddenFill>
            </a:ext>
          </a:extLst>
        </p:spPr>
      </p:pic>
      <p:pic>
        <p:nvPicPr>
          <p:cNvPr id="3" name="Picture 2" descr="Center Alignment">
            <a:extLst>
              <a:ext uri="{FF2B5EF4-FFF2-40B4-BE49-F238E27FC236}">
                <a16:creationId xmlns:a16="http://schemas.microsoft.com/office/drawing/2014/main" id="{C625E1C9-B6BC-2CAB-B304-AA3206481DC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380826" y="2215359"/>
            <a:ext cx="2948990" cy="3448049"/>
          </a:xfrm>
          <a:prstGeom prst="rect">
            <a:avLst/>
          </a:prstGeom>
          <a:noFill/>
          <a:effectLst>
            <a:outerShdw blurRad="25400" dir="17880000">
              <a:srgbClr val="000000">
                <a:alpha val="46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72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343FF-F71E-42E7-EA14-9F1B2B532ED3}"/>
              </a:ext>
            </a:extLst>
          </p:cNvPr>
          <p:cNvSpPr>
            <a:spLocks noGrp="1"/>
          </p:cNvSpPr>
          <p:nvPr>
            <p:ph type="title"/>
          </p:nvPr>
        </p:nvSpPr>
        <p:spPr/>
        <p:txBody>
          <a:bodyPr/>
          <a:lstStyle/>
          <a:p>
            <a:r>
              <a:rPr lang="en-CA" dirty="0"/>
              <a:t>Alignment Creates Relationships</a:t>
            </a:r>
          </a:p>
        </p:txBody>
      </p:sp>
      <p:sp>
        <p:nvSpPr>
          <p:cNvPr id="3" name="Content Placeholder 2">
            <a:extLst>
              <a:ext uri="{FF2B5EF4-FFF2-40B4-BE49-F238E27FC236}">
                <a16:creationId xmlns:a16="http://schemas.microsoft.com/office/drawing/2014/main" id="{CED0DA59-3FE4-6954-B3AE-807387BB4016}"/>
              </a:ext>
            </a:extLst>
          </p:cNvPr>
          <p:cNvSpPr>
            <a:spLocks noGrp="1"/>
          </p:cNvSpPr>
          <p:nvPr>
            <p:ph idx="1"/>
          </p:nvPr>
        </p:nvSpPr>
        <p:spPr/>
        <p:txBody>
          <a:bodyPr/>
          <a:lstStyle/>
          <a:p>
            <a:pPr marL="0" indent="0">
              <a:buNone/>
            </a:pPr>
            <a:r>
              <a:rPr lang="en-US" dirty="0"/>
              <a:t>Alignment tells viewers:</a:t>
            </a:r>
          </a:p>
          <a:p>
            <a:r>
              <a:rPr lang="en-US" dirty="0"/>
              <a:t>What belongs together</a:t>
            </a:r>
          </a:p>
          <a:p>
            <a:r>
              <a:rPr lang="en-US" dirty="0"/>
              <a:t>What is separate</a:t>
            </a:r>
          </a:p>
          <a:p>
            <a:r>
              <a:rPr lang="en-US" dirty="0"/>
              <a:t>Where to begin reading</a:t>
            </a:r>
          </a:p>
          <a:p>
            <a:r>
              <a:rPr lang="en-US" dirty="0"/>
              <a:t>How to move through a layout</a:t>
            </a:r>
          </a:p>
          <a:p>
            <a:endParaRPr lang="en-CA" dirty="0"/>
          </a:p>
        </p:txBody>
      </p:sp>
    </p:spTree>
    <p:extLst>
      <p:ext uri="{BB962C8B-B14F-4D97-AF65-F5344CB8AC3E}">
        <p14:creationId xmlns:p14="http://schemas.microsoft.com/office/powerpoint/2010/main" val="2134439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F8876-07E4-76D5-F563-0B342548B9E2}"/>
              </a:ext>
            </a:extLst>
          </p:cNvPr>
          <p:cNvSpPr>
            <a:spLocks noGrp="1"/>
          </p:cNvSpPr>
          <p:nvPr>
            <p:ph type="title"/>
          </p:nvPr>
        </p:nvSpPr>
        <p:spPr/>
        <p:txBody>
          <a:bodyPr/>
          <a:lstStyle/>
          <a:p>
            <a:r>
              <a:rPr lang="en-US" dirty="0"/>
              <a:t>The Cost of Poor Alignment</a:t>
            </a:r>
            <a:endParaRPr lang="en-CA" dirty="0"/>
          </a:p>
        </p:txBody>
      </p:sp>
      <p:sp>
        <p:nvSpPr>
          <p:cNvPr id="3" name="Content Placeholder 2">
            <a:extLst>
              <a:ext uri="{FF2B5EF4-FFF2-40B4-BE49-F238E27FC236}">
                <a16:creationId xmlns:a16="http://schemas.microsoft.com/office/drawing/2014/main" id="{086AC06F-3E7B-0314-EBBA-A9A89D160380}"/>
              </a:ext>
            </a:extLst>
          </p:cNvPr>
          <p:cNvSpPr>
            <a:spLocks noGrp="1"/>
          </p:cNvSpPr>
          <p:nvPr>
            <p:ph idx="1"/>
          </p:nvPr>
        </p:nvSpPr>
        <p:spPr/>
        <p:txBody>
          <a:bodyPr/>
          <a:lstStyle/>
          <a:p>
            <a:pPr marL="0" indent="0">
              <a:buNone/>
            </a:pPr>
            <a:r>
              <a:rPr lang="en-US" dirty="0"/>
              <a:t>Misalignment can create:</a:t>
            </a:r>
          </a:p>
          <a:p>
            <a:r>
              <a:rPr lang="en-US" dirty="0"/>
              <a:t>Visual confusion</a:t>
            </a:r>
          </a:p>
          <a:p>
            <a:r>
              <a:rPr lang="en-US" dirty="0"/>
              <a:t>Poor readability</a:t>
            </a:r>
          </a:p>
          <a:p>
            <a:r>
              <a:rPr lang="en-US" dirty="0"/>
              <a:t>Weak hierarchy</a:t>
            </a:r>
          </a:p>
          <a:p>
            <a:r>
              <a:rPr lang="en-US" dirty="0"/>
              <a:t>An unprofessional appearance</a:t>
            </a:r>
          </a:p>
          <a:p>
            <a:endParaRPr lang="en-CA" dirty="0"/>
          </a:p>
        </p:txBody>
      </p:sp>
    </p:spTree>
    <p:extLst>
      <p:ext uri="{BB962C8B-B14F-4D97-AF65-F5344CB8AC3E}">
        <p14:creationId xmlns:p14="http://schemas.microsoft.com/office/powerpoint/2010/main" val="1922876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4E164-992B-6679-524B-E3E14B42A24A}"/>
              </a:ext>
            </a:extLst>
          </p:cNvPr>
          <p:cNvSpPr>
            <a:spLocks noGrp="1"/>
          </p:cNvSpPr>
          <p:nvPr>
            <p:ph type="title"/>
          </p:nvPr>
        </p:nvSpPr>
        <p:spPr/>
        <p:txBody>
          <a:bodyPr/>
          <a:lstStyle/>
          <a:p>
            <a:r>
              <a:rPr lang="en-CA" dirty="0"/>
              <a:t>Spot the Alignment Problem</a:t>
            </a:r>
          </a:p>
        </p:txBody>
      </p:sp>
      <p:pic>
        <p:nvPicPr>
          <p:cNvPr id="8" name="Content Placeholder 6" descr="Poster alignment">
            <a:extLst>
              <a:ext uri="{FF2B5EF4-FFF2-40B4-BE49-F238E27FC236}">
                <a16:creationId xmlns:a16="http://schemas.microsoft.com/office/drawing/2014/main" id="{8F711C43-7557-BA2D-983A-9DE095408DFD}"/>
              </a:ext>
            </a:extLst>
          </p:cNvPr>
          <p:cNvPicPr>
            <a:picLocks noChangeAspect="1"/>
          </p:cNvPicPr>
          <p:nvPr/>
        </p:nvPicPr>
        <p:blipFill>
          <a:blip r:embed="rId3"/>
          <a:srcRect l="6202" r="60390" b="50679"/>
          <a:stretch>
            <a:fillRect/>
          </a:stretch>
        </p:blipFill>
        <p:spPr>
          <a:xfrm>
            <a:off x="4590665" y="2474963"/>
            <a:ext cx="4422714" cy="3672896"/>
          </a:xfrm>
          <a:prstGeom prst="rect">
            <a:avLst/>
          </a:prstGeom>
        </p:spPr>
      </p:pic>
      <p:pic>
        <p:nvPicPr>
          <p:cNvPr id="10" name="Content Placeholder 6" descr="Poster alignment">
            <a:extLst>
              <a:ext uri="{FF2B5EF4-FFF2-40B4-BE49-F238E27FC236}">
                <a16:creationId xmlns:a16="http://schemas.microsoft.com/office/drawing/2014/main" id="{8441D080-8BA5-3870-9B08-2E91D7369D31}"/>
              </a:ext>
            </a:extLst>
          </p:cNvPr>
          <p:cNvPicPr>
            <a:picLocks noChangeAspect="1"/>
          </p:cNvPicPr>
          <p:nvPr/>
        </p:nvPicPr>
        <p:blipFill>
          <a:blip r:embed="rId3"/>
          <a:srcRect l="5919" t="49321" r="60673"/>
          <a:stretch>
            <a:fillRect/>
          </a:stretch>
        </p:blipFill>
        <p:spPr>
          <a:xfrm>
            <a:off x="167951" y="2474963"/>
            <a:ext cx="4422714" cy="3773990"/>
          </a:xfrm>
          <a:prstGeom prst="rect">
            <a:avLst/>
          </a:prstGeom>
        </p:spPr>
      </p:pic>
    </p:spTree>
    <p:extLst>
      <p:ext uri="{BB962C8B-B14F-4D97-AF65-F5344CB8AC3E}">
        <p14:creationId xmlns:p14="http://schemas.microsoft.com/office/powerpoint/2010/main" val="4139767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83501-F865-D250-D6B3-9C1BDA5EF97B}"/>
              </a:ext>
            </a:extLst>
          </p:cNvPr>
          <p:cNvSpPr>
            <a:spLocks noGrp="1"/>
          </p:cNvSpPr>
          <p:nvPr>
            <p:ph type="title"/>
          </p:nvPr>
        </p:nvSpPr>
        <p:spPr>
          <a:xfrm>
            <a:off x="2171700" y="634919"/>
            <a:ext cx="6377940" cy="1293028"/>
          </a:xfrm>
        </p:spPr>
        <p:txBody>
          <a:bodyPr/>
          <a:lstStyle/>
          <a:p>
            <a:r>
              <a:rPr lang="en-CA" dirty="0"/>
              <a:t>Spot the Alignment Problem</a:t>
            </a:r>
          </a:p>
        </p:txBody>
      </p:sp>
      <p:sp>
        <p:nvSpPr>
          <p:cNvPr id="3" name="Content Placeholder 2">
            <a:extLst>
              <a:ext uri="{FF2B5EF4-FFF2-40B4-BE49-F238E27FC236}">
                <a16:creationId xmlns:a16="http://schemas.microsoft.com/office/drawing/2014/main" id="{38CF529F-A355-9B8C-5324-26822B1CC3DB}"/>
              </a:ext>
            </a:extLst>
          </p:cNvPr>
          <p:cNvSpPr>
            <a:spLocks noGrp="1"/>
          </p:cNvSpPr>
          <p:nvPr>
            <p:ph idx="1"/>
          </p:nvPr>
        </p:nvSpPr>
        <p:spPr/>
        <p:txBody>
          <a:bodyPr/>
          <a:lstStyle/>
          <a:p>
            <a:endParaRPr lang="en-CA" dirty="0"/>
          </a:p>
        </p:txBody>
      </p:sp>
      <p:pic>
        <p:nvPicPr>
          <p:cNvPr id="5" name="Picture 4">
            <a:extLst>
              <a:ext uri="{FF2B5EF4-FFF2-40B4-BE49-F238E27FC236}">
                <a16:creationId xmlns:a16="http://schemas.microsoft.com/office/drawing/2014/main" id="{8C69EF1D-0F3C-D51E-D6C4-09316C96CA03}"/>
              </a:ext>
            </a:extLst>
          </p:cNvPr>
          <p:cNvPicPr>
            <a:picLocks noChangeAspect="1"/>
          </p:cNvPicPr>
          <p:nvPr/>
        </p:nvPicPr>
        <p:blipFill>
          <a:blip r:embed="rId3"/>
          <a:stretch>
            <a:fillRect/>
          </a:stretch>
        </p:blipFill>
        <p:spPr>
          <a:xfrm>
            <a:off x="0" y="1927947"/>
            <a:ext cx="9144000" cy="5079492"/>
          </a:xfrm>
          <a:prstGeom prst="rect">
            <a:avLst/>
          </a:prstGeom>
        </p:spPr>
      </p:pic>
      <p:pic>
        <p:nvPicPr>
          <p:cNvPr id="7" name="Picture 6">
            <a:extLst>
              <a:ext uri="{FF2B5EF4-FFF2-40B4-BE49-F238E27FC236}">
                <a16:creationId xmlns:a16="http://schemas.microsoft.com/office/drawing/2014/main" id="{448823E5-37F2-C535-D299-1D2CEE026596}"/>
              </a:ext>
            </a:extLst>
          </p:cNvPr>
          <p:cNvPicPr>
            <a:picLocks noChangeAspect="1"/>
          </p:cNvPicPr>
          <p:nvPr/>
        </p:nvPicPr>
        <p:blipFill>
          <a:blip r:embed="rId3"/>
          <a:srcRect l="43639" r="22483"/>
          <a:stretch>
            <a:fillRect/>
          </a:stretch>
        </p:blipFill>
        <p:spPr>
          <a:xfrm>
            <a:off x="1151865" y="1927947"/>
            <a:ext cx="3097763" cy="5079492"/>
          </a:xfrm>
          <a:prstGeom prst="rect">
            <a:avLst/>
          </a:prstGeom>
        </p:spPr>
      </p:pic>
      <p:pic>
        <p:nvPicPr>
          <p:cNvPr id="9" name="Picture 8">
            <a:extLst>
              <a:ext uri="{FF2B5EF4-FFF2-40B4-BE49-F238E27FC236}">
                <a16:creationId xmlns:a16="http://schemas.microsoft.com/office/drawing/2014/main" id="{7AE02ED7-7EFA-6C86-A8A8-C52188F38FDD}"/>
              </a:ext>
            </a:extLst>
          </p:cNvPr>
          <p:cNvPicPr>
            <a:picLocks noChangeAspect="1"/>
          </p:cNvPicPr>
          <p:nvPr/>
        </p:nvPicPr>
        <p:blipFill>
          <a:blip r:embed="rId3"/>
          <a:srcRect l="17312" r="53504"/>
          <a:stretch>
            <a:fillRect/>
          </a:stretch>
        </p:blipFill>
        <p:spPr>
          <a:xfrm>
            <a:off x="4843988" y="1927947"/>
            <a:ext cx="2668555" cy="5079492"/>
          </a:xfrm>
          <a:prstGeom prst="rect">
            <a:avLst/>
          </a:prstGeom>
        </p:spPr>
      </p:pic>
    </p:spTree>
    <p:extLst>
      <p:ext uri="{BB962C8B-B14F-4D97-AF65-F5344CB8AC3E}">
        <p14:creationId xmlns:p14="http://schemas.microsoft.com/office/powerpoint/2010/main" val="176777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8732-8732-577F-32D4-AEBFB28FB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ABB1B-9D59-D82D-D1AA-5D36B66F1A98}"/>
              </a:ext>
            </a:extLst>
          </p:cNvPr>
          <p:cNvSpPr>
            <a:spLocks noGrp="1"/>
          </p:cNvSpPr>
          <p:nvPr>
            <p:ph type="title"/>
          </p:nvPr>
        </p:nvSpPr>
        <p:spPr>
          <a:xfrm>
            <a:off x="2171700" y="634919"/>
            <a:ext cx="6377940" cy="1293028"/>
          </a:xfrm>
        </p:spPr>
        <p:txBody>
          <a:bodyPr/>
          <a:lstStyle/>
          <a:p>
            <a:r>
              <a:rPr lang="en-CA" dirty="0"/>
              <a:t>Spot the Alignment Problem</a:t>
            </a:r>
          </a:p>
        </p:txBody>
      </p:sp>
      <p:pic>
        <p:nvPicPr>
          <p:cNvPr id="4" name="Content Placeholder 3">
            <a:extLst>
              <a:ext uri="{FF2B5EF4-FFF2-40B4-BE49-F238E27FC236}">
                <a16:creationId xmlns:a16="http://schemas.microsoft.com/office/drawing/2014/main" id="{5627248E-68E3-99AD-D6D9-4CFE293BD8C1}"/>
              </a:ext>
            </a:extLst>
          </p:cNvPr>
          <p:cNvPicPr>
            <a:picLocks noGrp="1" noChangeAspect="1"/>
          </p:cNvPicPr>
          <p:nvPr>
            <p:ph idx="1"/>
          </p:nvPr>
        </p:nvPicPr>
        <p:blipFill>
          <a:blip r:embed="rId3"/>
          <a:stretch>
            <a:fillRect/>
          </a:stretch>
        </p:blipFill>
        <p:spPr>
          <a:xfrm>
            <a:off x="373226" y="1927947"/>
            <a:ext cx="8397548" cy="5141166"/>
          </a:xfrm>
          <a:prstGeom prst="rect">
            <a:avLst/>
          </a:prstGeom>
        </p:spPr>
      </p:pic>
    </p:spTree>
    <p:extLst>
      <p:ext uri="{BB962C8B-B14F-4D97-AF65-F5344CB8AC3E}">
        <p14:creationId xmlns:p14="http://schemas.microsoft.com/office/powerpoint/2010/main" val="958562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518E6-447B-5980-C5DE-BBA2EC37F9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07770D-C5CB-D6B3-204F-3CE06AFFAD6E}"/>
              </a:ext>
            </a:extLst>
          </p:cNvPr>
          <p:cNvSpPr>
            <a:spLocks noGrp="1"/>
          </p:cNvSpPr>
          <p:nvPr>
            <p:ph type="title"/>
          </p:nvPr>
        </p:nvSpPr>
        <p:spPr/>
        <p:txBody>
          <a:bodyPr/>
          <a:lstStyle/>
          <a:p>
            <a:r>
              <a:rPr lang="en-CA" dirty="0"/>
              <a:t>Alignment Pitfall</a:t>
            </a:r>
          </a:p>
        </p:txBody>
      </p:sp>
      <p:sp>
        <p:nvSpPr>
          <p:cNvPr id="3" name="Content Placeholder 2">
            <a:extLst>
              <a:ext uri="{FF2B5EF4-FFF2-40B4-BE49-F238E27FC236}">
                <a16:creationId xmlns:a16="http://schemas.microsoft.com/office/drawing/2014/main" id="{91310CBC-60C1-D23C-44BD-A6012A3FD7E0}"/>
              </a:ext>
            </a:extLst>
          </p:cNvPr>
          <p:cNvSpPr>
            <a:spLocks noGrp="1"/>
          </p:cNvSpPr>
          <p:nvPr>
            <p:ph idx="1"/>
          </p:nvPr>
        </p:nvSpPr>
        <p:spPr/>
        <p:txBody>
          <a:bodyPr/>
          <a:lstStyle/>
          <a:p>
            <a:pPr marL="0" indent="0" algn="ctr">
              <a:buNone/>
            </a:pPr>
            <a:r>
              <a:rPr lang="en-US" sz="4400" dirty="0"/>
              <a:t>Centering everything. </a:t>
            </a:r>
          </a:p>
          <a:p>
            <a:pPr marL="0" indent="0" algn="ctr">
              <a:buNone/>
            </a:pPr>
            <a:r>
              <a:rPr lang="en-US" sz="4400" dirty="0"/>
              <a:t>Center alignment has its place, but overuse equals </a:t>
            </a:r>
            <a:r>
              <a:rPr lang="en-US" sz="4400" b="1" dirty="0"/>
              <a:t>drift</a:t>
            </a:r>
            <a:r>
              <a:rPr lang="en-US" sz="4400" dirty="0"/>
              <a:t> and weak reading flow.</a:t>
            </a:r>
            <a:endParaRPr lang="en-CA" dirty="0"/>
          </a:p>
        </p:txBody>
      </p:sp>
    </p:spTree>
    <p:extLst>
      <p:ext uri="{BB962C8B-B14F-4D97-AF65-F5344CB8AC3E}">
        <p14:creationId xmlns:p14="http://schemas.microsoft.com/office/powerpoint/2010/main" val="2120387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Repetition</a:t>
            </a:r>
          </a:p>
        </p:txBody>
      </p:sp>
      <p:sp>
        <p:nvSpPr>
          <p:cNvPr id="3" name="Content Placeholder 2"/>
          <p:cNvSpPr>
            <a:spLocks noGrp="1"/>
          </p:cNvSpPr>
          <p:nvPr>
            <p:ph idx="1"/>
          </p:nvPr>
        </p:nvSpPr>
        <p:spPr/>
        <p:txBody>
          <a:bodyPr/>
          <a:lstStyle/>
          <a:p>
            <a:pPr marL="0" indent="0">
              <a:buNone/>
            </a:pPr>
            <a:r>
              <a:rPr lang="en-US" b="1" dirty="0"/>
              <a:t>Repetition</a:t>
            </a:r>
            <a:r>
              <a:rPr lang="en-US" dirty="0"/>
              <a:t> is </a:t>
            </a:r>
            <a:r>
              <a:rPr lang="en-US" b="1" dirty="0"/>
              <a:t>reusing</a:t>
            </a:r>
            <a:r>
              <a:rPr lang="en-US" dirty="0"/>
              <a:t> visual elements—typefaces, </a:t>
            </a:r>
            <a:r>
              <a:rPr lang="en-US" dirty="0" err="1"/>
              <a:t>colours</a:t>
            </a:r>
            <a:r>
              <a:rPr lang="en-US" dirty="0"/>
              <a:t>, shapes, spacing—to create </a:t>
            </a:r>
            <a:r>
              <a:rPr lang="en-US" b="1" dirty="0"/>
              <a:t>unity</a:t>
            </a:r>
            <a:r>
              <a:rPr lang="en-US" dirty="0"/>
              <a:t> and a recognizable </a:t>
            </a:r>
            <a:r>
              <a:rPr lang="en-US" b="1" dirty="0"/>
              <a:t>system</a:t>
            </a:r>
            <a:r>
              <a:rPr lang="en-US" dirty="0"/>
              <a:t>.</a:t>
            </a:r>
          </a:p>
          <a:p>
            <a:r>
              <a:rPr dirty="0"/>
              <a:t>Consistency</a:t>
            </a:r>
          </a:p>
          <a:p>
            <a:r>
              <a:rPr dirty="0"/>
              <a:t>Creates unity</a:t>
            </a:r>
          </a:p>
          <a:p>
            <a:r>
              <a:rPr dirty="0"/>
              <a:t>Establishes brand identity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FE39-EC98-60ED-C7C4-753196140338}"/>
              </a:ext>
            </a:extLst>
          </p:cNvPr>
          <p:cNvSpPr>
            <a:spLocks noGrp="1"/>
          </p:cNvSpPr>
          <p:nvPr>
            <p:ph type="title"/>
          </p:nvPr>
        </p:nvSpPr>
        <p:spPr/>
        <p:txBody>
          <a:bodyPr/>
          <a:lstStyle/>
          <a:p>
            <a:r>
              <a:rPr lang="en-CA" dirty="0"/>
              <a:t>Rhythm Through Repetition</a:t>
            </a:r>
          </a:p>
        </p:txBody>
      </p:sp>
      <p:sp>
        <p:nvSpPr>
          <p:cNvPr id="3" name="Content Placeholder 2">
            <a:extLst>
              <a:ext uri="{FF2B5EF4-FFF2-40B4-BE49-F238E27FC236}">
                <a16:creationId xmlns:a16="http://schemas.microsoft.com/office/drawing/2014/main" id="{CA21D26F-4810-B415-9CA5-F0A898594AB9}"/>
              </a:ext>
            </a:extLst>
          </p:cNvPr>
          <p:cNvSpPr>
            <a:spLocks noGrp="1"/>
          </p:cNvSpPr>
          <p:nvPr>
            <p:ph sz="half" idx="1"/>
          </p:nvPr>
        </p:nvSpPr>
        <p:spPr>
          <a:xfrm>
            <a:off x="594360" y="2194560"/>
            <a:ext cx="3473787" cy="4069080"/>
          </a:xfrm>
        </p:spPr>
        <p:txBody>
          <a:bodyPr/>
          <a:lstStyle/>
          <a:p>
            <a:pPr marL="0" indent="0">
              <a:buNone/>
            </a:pPr>
            <a:r>
              <a:rPr lang="en-US" dirty="0"/>
              <a:t>Repetition helps create:</a:t>
            </a:r>
          </a:p>
          <a:p>
            <a:r>
              <a:rPr lang="en-US" dirty="0"/>
              <a:t>Pattern</a:t>
            </a:r>
          </a:p>
          <a:p>
            <a:r>
              <a:rPr lang="en-US" dirty="0"/>
              <a:t>Rhythm</a:t>
            </a:r>
          </a:p>
          <a:p>
            <a:r>
              <a:rPr lang="en-US" dirty="0"/>
              <a:t>Predictability</a:t>
            </a:r>
          </a:p>
          <a:p>
            <a:r>
              <a:rPr lang="en-US" dirty="0"/>
              <a:t>Structure</a:t>
            </a:r>
          </a:p>
          <a:p>
            <a:endParaRPr lang="en-CA" dirty="0"/>
          </a:p>
        </p:txBody>
      </p:sp>
      <p:sp>
        <p:nvSpPr>
          <p:cNvPr id="4" name="Content Placeholder 3">
            <a:extLst>
              <a:ext uri="{FF2B5EF4-FFF2-40B4-BE49-F238E27FC236}">
                <a16:creationId xmlns:a16="http://schemas.microsoft.com/office/drawing/2014/main" id="{FFBAC0F1-40B5-C161-8935-EF467E85F78D}"/>
              </a:ext>
            </a:extLst>
          </p:cNvPr>
          <p:cNvSpPr>
            <a:spLocks noGrp="1"/>
          </p:cNvSpPr>
          <p:nvPr>
            <p:ph sz="half" idx="2"/>
          </p:nvPr>
        </p:nvSpPr>
        <p:spPr>
          <a:xfrm>
            <a:off x="4642099" y="2194560"/>
            <a:ext cx="4240644" cy="4069080"/>
          </a:xfrm>
        </p:spPr>
        <p:txBody>
          <a:bodyPr/>
          <a:lstStyle/>
          <a:p>
            <a:pPr marL="0" indent="0">
              <a:buNone/>
            </a:pPr>
            <a:r>
              <a:rPr lang="en-US" dirty="0"/>
              <a:t>Visual Rhythm Layout</a:t>
            </a:r>
          </a:p>
          <a:p>
            <a:pPr marL="0" indent="0">
              <a:buNone/>
            </a:pPr>
            <a:r>
              <a:rPr lang="en-US" dirty="0"/>
              <a:t>Created through repeating:</a:t>
            </a:r>
          </a:p>
          <a:p>
            <a:r>
              <a:rPr lang="en-US" dirty="0"/>
              <a:t>Headings</a:t>
            </a:r>
          </a:p>
          <a:p>
            <a:r>
              <a:rPr lang="en-US" dirty="0"/>
              <a:t>Images</a:t>
            </a:r>
          </a:p>
          <a:p>
            <a:r>
              <a:rPr lang="en-US" dirty="0"/>
              <a:t>Shapes</a:t>
            </a:r>
          </a:p>
          <a:p>
            <a:r>
              <a:rPr lang="en-US" dirty="0"/>
              <a:t>Columns</a:t>
            </a:r>
          </a:p>
          <a:p>
            <a:r>
              <a:rPr lang="en-US" dirty="0"/>
              <a:t>Spacing</a:t>
            </a:r>
          </a:p>
          <a:p>
            <a:endParaRPr lang="en-CA" dirty="0"/>
          </a:p>
        </p:txBody>
      </p:sp>
    </p:spTree>
    <p:extLst>
      <p:ext uri="{BB962C8B-B14F-4D97-AF65-F5344CB8AC3E}">
        <p14:creationId xmlns:p14="http://schemas.microsoft.com/office/powerpoint/2010/main" val="3748449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5DAD-E37A-C091-4C39-7009A5A3C0A6}"/>
              </a:ext>
            </a:extLst>
          </p:cNvPr>
          <p:cNvSpPr>
            <a:spLocks noGrp="1"/>
          </p:cNvSpPr>
          <p:nvPr>
            <p:ph type="title"/>
          </p:nvPr>
        </p:nvSpPr>
        <p:spPr>
          <a:xfrm>
            <a:off x="2232641" y="51141"/>
            <a:ext cx="6377940" cy="1293028"/>
          </a:xfrm>
        </p:spPr>
        <p:txBody>
          <a:bodyPr/>
          <a:lstStyle/>
          <a:p>
            <a:r>
              <a:rPr lang="en-CA" dirty="0"/>
              <a:t>Repetition in Brand</a:t>
            </a:r>
          </a:p>
        </p:txBody>
      </p:sp>
      <p:sp>
        <p:nvSpPr>
          <p:cNvPr id="3" name="Content Placeholder 2">
            <a:extLst>
              <a:ext uri="{FF2B5EF4-FFF2-40B4-BE49-F238E27FC236}">
                <a16:creationId xmlns:a16="http://schemas.microsoft.com/office/drawing/2014/main" id="{4E54602D-A59D-2D49-8C0E-19A1A0608A82}"/>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7301CA76-1958-37B2-0E19-1119E0CE1593}"/>
              </a:ext>
            </a:extLst>
          </p:cNvPr>
          <p:cNvPicPr>
            <a:picLocks noChangeAspect="1"/>
          </p:cNvPicPr>
          <p:nvPr/>
        </p:nvPicPr>
        <p:blipFill>
          <a:blip r:embed="rId3"/>
          <a:stretch>
            <a:fillRect/>
          </a:stretch>
        </p:blipFill>
        <p:spPr>
          <a:xfrm>
            <a:off x="288348" y="1097279"/>
            <a:ext cx="4212005" cy="5387605"/>
          </a:xfrm>
          <a:prstGeom prst="rect">
            <a:avLst/>
          </a:prstGeom>
        </p:spPr>
      </p:pic>
      <p:pic>
        <p:nvPicPr>
          <p:cNvPr id="7" name="Picture 6">
            <a:extLst>
              <a:ext uri="{FF2B5EF4-FFF2-40B4-BE49-F238E27FC236}">
                <a16:creationId xmlns:a16="http://schemas.microsoft.com/office/drawing/2014/main" id="{C049E3E0-917A-B69E-AB98-0221A1A37A3B}"/>
              </a:ext>
            </a:extLst>
          </p:cNvPr>
          <p:cNvPicPr>
            <a:picLocks noChangeAspect="1"/>
          </p:cNvPicPr>
          <p:nvPr/>
        </p:nvPicPr>
        <p:blipFill>
          <a:blip r:embed="rId4"/>
          <a:stretch>
            <a:fillRect/>
          </a:stretch>
        </p:blipFill>
        <p:spPr>
          <a:xfrm>
            <a:off x="4572000" y="1097279"/>
            <a:ext cx="4413298" cy="5411249"/>
          </a:xfrm>
          <a:prstGeom prst="rect">
            <a:avLst/>
          </a:prstGeom>
        </p:spPr>
      </p:pic>
      <p:pic>
        <p:nvPicPr>
          <p:cNvPr id="9" name="Picture 8">
            <a:extLst>
              <a:ext uri="{FF2B5EF4-FFF2-40B4-BE49-F238E27FC236}">
                <a16:creationId xmlns:a16="http://schemas.microsoft.com/office/drawing/2014/main" id="{A3676EBA-156C-EC37-BA12-B7F8B1F8D928}"/>
              </a:ext>
            </a:extLst>
          </p:cNvPr>
          <p:cNvPicPr>
            <a:picLocks noChangeAspect="1"/>
          </p:cNvPicPr>
          <p:nvPr/>
        </p:nvPicPr>
        <p:blipFill>
          <a:blip r:embed="rId5"/>
          <a:stretch>
            <a:fillRect/>
          </a:stretch>
        </p:blipFill>
        <p:spPr>
          <a:xfrm>
            <a:off x="217070" y="1338550"/>
            <a:ext cx="4776870" cy="5169978"/>
          </a:xfrm>
          <a:prstGeom prst="rect">
            <a:avLst/>
          </a:prstGeom>
        </p:spPr>
      </p:pic>
      <p:pic>
        <p:nvPicPr>
          <p:cNvPr id="11" name="Picture 10">
            <a:extLst>
              <a:ext uri="{FF2B5EF4-FFF2-40B4-BE49-F238E27FC236}">
                <a16:creationId xmlns:a16="http://schemas.microsoft.com/office/drawing/2014/main" id="{E5863391-504E-8769-FB10-FCA0EA5FED6D}"/>
              </a:ext>
            </a:extLst>
          </p:cNvPr>
          <p:cNvPicPr>
            <a:picLocks noChangeAspect="1"/>
          </p:cNvPicPr>
          <p:nvPr/>
        </p:nvPicPr>
        <p:blipFill>
          <a:blip r:embed="rId6"/>
          <a:stretch>
            <a:fillRect/>
          </a:stretch>
        </p:blipFill>
        <p:spPr>
          <a:xfrm>
            <a:off x="4714925" y="1084955"/>
            <a:ext cx="4212005" cy="5435895"/>
          </a:xfrm>
          <a:prstGeom prst="rect">
            <a:avLst/>
          </a:prstGeom>
        </p:spPr>
      </p:pic>
      <p:pic>
        <p:nvPicPr>
          <p:cNvPr id="13" name="Picture 12">
            <a:extLst>
              <a:ext uri="{FF2B5EF4-FFF2-40B4-BE49-F238E27FC236}">
                <a16:creationId xmlns:a16="http://schemas.microsoft.com/office/drawing/2014/main" id="{BD205A16-0A1D-481D-EE0F-05378C4B8C64}"/>
              </a:ext>
            </a:extLst>
          </p:cNvPr>
          <p:cNvPicPr>
            <a:picLocks noChangeAspect="1"/>
          </p:cNvPicPr>
          <p:nvPr/>
        </p:nvPicPr>
        <p:blipFill>
          <a:blip r:embed="rId7"/>
          <a:stretch>
            <a:fillRect/>
          </a:stretch>
        </p:blipFill>
        <p:spPr>
          <a:xfrm>
            <a:off x="289022" y="1050042"/>
            <a:ext cx="4318617" cy="5559070"/>
          </a:xfrm>
          <a:prstGeom prst="rect">
            <a:avLst/>
          </a:prstGeom>
        </p:spPr>
      </p:pic>
      <p:pic>
        <p:nvPicPr>
          <p:cNvPr id="15" name="Picture 14">
            <a:extLst>
              <a:ext uri="{FF2B5EF4-FFF2-40B4-BE49-F238E27FC236}">
                <a16:creationId xmlns:a16="http://schemas.microsoft.com/office/drawing/2014/main" id="{1B3E746F-6454-ED8C-6588-003ADA373355}"/>
              </a:ext>
            </a:extLst>
          </p:cNvPr>
          <p:cNvPicPr>
            <a:picLocks noChangeAspect="1"/>
          </p:cNvPicPr>
          <p:nvPr/>
        </p:nvPicPr>
        <p:blipFill>
          <a:blip r:embed="rId8"/>
          <a:stretch>
            <a:fillRect/>
          </a:stretch>
        </p:blipFill>
        <p:spPr>
          <a:xfrm>
            <a:off x="0" y="1639747"/>
            <a:ext cx="9144000" cy="3578506"/>
          </a:xfrm>
          <a:prstGeom prst="rect">
            <a:avLst/>
          </a:prstGeom>
        </p:spPr>
      </p:pic>
    </p:spTree>
    <p:extLst>
      <p:ext uri="{BB962C8B-B14F-4D97-AF65-F5344CB8AC3E}">
        <p14:creationId xmlns:p14="http://schemas.microsoft.com/office/powerpoint/2010/main" val="312176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01E65-C35E-CA18-E782-3B1F3877E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48BCE1-ADD6-56F1-1B5D-BEFCDE986D69}"/>
              </a:ext>
            </a:extLst>
          </p:cNvPr>
          <p:cNvSpPr>
            <a:spLocks noGrp="1"/>
          </p:cNvSpPr>
          <p:nvPr>
            <p:ph type="title"/>
          </p:nvPr>
        </p:nvSpPr>
        <p:spPr>
          <a:xfrm>
            <a:off x="2232641" y="51141"/>
            <a:ext cx="6377940" cy="1293028"/>
          </a:xfrm>
        </p:spPr>
        <p:txBody>
          <a:bodyPr/>
          <a:lstStyle/>
          <a:p>
            <a:r>
              <a:rPr lang="en-CA" dirty="0"/>
              <a:t>Repetition in Brand</a:t>
            </a:r>
          </a:p>
        </p:txBody>
      </p:sp>
      <p:pic>
        <p:nvPicPr>
          <p:cNvPr id="5" name="Picture 4">
            <a:extLst>
              <a:ext uri="{FF2B5EF4-FFF2-40B4-BE49-F238E27FC236}">
                <a16:creationId xmlns:a16="http://schemas.microsoft.com/office/drawing/2014/main" id="{345C6FB8-0FFD-9828-B476-2E63391FF280}"/>
              </a:ext>
            </a:extLst>
          </p:cNvPr>
          <p:cNvPicPr>
            <a:picLocks noChangeAspect="1"/>
          </p:cNvPicPr>
          <p:nvPr/>
        </p:nvPicPr>
        <p:blipFill>
          <a:blip r:embed="rId3"/>
          <a:stretch>
            <a:fillRect/>
          </a:stretch>
        </p:blipFill>
        <p:spPr>
          <a:xfrm>
            <a:off x="708477" y="2832106"/>
            <a:ext cx="1440000" cy="1841914"/>
          </a:xfrm>
          <a:prstGeom prst="rect">
            <a:avLst/>
          </a:prstGeom>
        </p:spPr>
      </p:pic>
      <p:pic>
        <p:nvPicPr>
          <p:cNvPr id="7" name="Picture 6">
            <a:extLst>
              <a:ext uri="{FF2B5EF4-FFF2-40B4-BE49-F238E27FC236}">
                <a16:creationId xmlns:a16="http://schemas.microsoft.com/office/drawing/2014/main" id="{57ED7D85-C2C4-706E-7CCD-4A8760F251A8}"/>
              </a:ext>
            </a:extLst>
          </p:cNvPr>
          <p:cNvPicPr>
            <a:picLocks noChangeAspect="1"/>
          </p:cNvPicPr>
          <p:nvPr/>
        </p:nvPicPr>
        <p:blipFill>
          <a:blip r:embed="rId4"/>
          <a:stretch>
            <a:fillRect/>
          </a:stretch>
        </p:blipFill>
        <p:spPr>
          <a:xfrm>
            <a:off x="3588477" y="2423179"/>
            <a:ext cx="1440000" cy="1765618"/>
          </a:xfrm>
          <a:prstGeom prst="rect">
            <a:avLst/>
          </a:prstGeom>
        </p:spPr>
      </p:pic>
      <p:pic>
        <p:nvPicPr>
          <p:cNvPr id="9" name="Picture 8">
            <a:extLst>
              <a:ext uri="{FF2B5EF4-FFF2-40B4-BE49-F238E27FC236}">
                <a16:creationId xmlns:a16="http://schemas.microsoft.com/office/drawing/2014/main" id="{0FD0880F-647B-33E6-1B52-66ABFDDB6BBB}"/>
              </a:ext>
            </a:extLst>
          </p:cNvPr>
          <p:cNvPicPr>
            <a:picLocks noChangeAspect="1"/>
          </p:cNvPicPr>
          <p:nvPr/>
        </p:nvPicPr>
        <p:blipFill>
          <a:blip r:embed="rId5"/>
          <a:stretch>
            <a:fillRect/>
          </a:stretch>
        </p:blipFill>
        <p:spPr>
          <a:xfrm>
            <a:off x="1995471" y="1024696"/>
            <a:ext cx="1440000" cy="1558503"/>
          </a:xfrm>
          <a:prstGeom prst="rect">
            <a:avLst/>
          </a:prstGeom>
        </p:spPr>
      </p:pic>
      <p:pic>
        <p:nvPicPr>
          <p:cNvPr id="11" name="Picture 10">
            <a:extLst>
              <a:ext uri="{FF2B5EF4-FFF2-40B4-BE49-F238E27FC236}">
                <a16:creationId xmlns:a16="http://schemas.microsoft.com/office/drawing/2014/main" id="{48802360-5C07-918C-F7BB-760E3ADA73F6}"/>
              </a:ext>
            </a:extLst>
          </p:cNvPr>
          <p:cNvPicPr>
            <a:picLocks noChangeAspect="1"/>
          </p:cNvPicPr>
          <p:nvPr/>
        </p:nvPicPr>
        <p:blipFill>
          <a:blip r:embed="rId6"/>
          <a:stretch>
            <a:fillRect/>
          </a:stretch>
        </p:blipFill>
        <p:spPr>
          <a:xfrm>
            <a:off x="6911359" y="2789001"/>
            <a:ext cx="1440000" cy="1858423"/>
          </a:xfrm>
          <a:prstGeom prst="rect">
            <a:avLst/>
          </a:prstGeom>
        </p:spPr>
      </p:pic>
      <p:pic>
        <p:nvPicPr>
          <p:cNvPr id="13" name="Picture 12">
            <a:extLst>
              <a:ext uri="{FF2B5EF4-FFF2-40B4-BE49-F238E27FC236}">
                <a16:creationId xmlns:a16="http://schemas.microsoft.com/office/drawing/2014/main" id="{75653593-B04C-F8C6-5E22-411A019DC3F3}"/>
              </a:ext>
            </a:extLst>
          </p:cNvPr>
          <p:cNvPicPr>
            <a:picLocks noChangeAspect="1"/>
          </p:cNvPicPr>
          <p:nvPr/>
        </p:nvPicPr>
        <p:blipFill>
          <a:blip r:embed="rId7"/>
          <a:stretch>
            <a:fillRect/>
          </a:stretch>
        </p:blipFill>
        <p:spPr>
          <a:xfrm>
            <a:off x="5471359" y="1025787"/>
            <a:ext cx="1440000" cy="1853616"/>
          </a:xfrm>
          <a:prstGeom prst="rect">
            <a:avLst/>
          </a:prstGeom>
        </p:spPr>
      </p:pic>
      <p:pic>
        <p:nvPicPr>
          <p:cNvPr id="15" name="Picture 14">
            <a:extLst>
              <a:ext uri="{FF2B5EF4-FFF2-40B4-BE49-F238E27FC236}">
                <a16:creationId xmlns:a16="http://schemas.microsoft.com/office/drawing/2014/main" id="{DFC958A8-2E82-78F8-F342-3339B3D3170A}"/>
              </a:ext>
            </a:extLst>
          </p:cNvPr>
          <p:cNvPicPr>
            <a:picLocks noChangeAspect="1"/>
          </p:cNvPicPr>
          <p:nvPr/>
        </p:nvPicPr>
        <p:blipFill>
          <a:blip r:embed="rId8"/>
          <a:stretch>
            <a:fillRect/>
          </a:stretch>
        </p:blipFill>
        <p:spPr>
          <a:xfrm>
            <a:off x="1778227" y="4797223"/>
            <a:ext cx="5301698" cy="2074820"/>
          </a:xfrm>
          <a:prstGeom prst="rect">
            <a:avLst/>
          </a:prstGeom>
        </p:spPr>
      </p:pic>
    </p:spTree>
    <p:extLst>
      <p:ext uri="{BB962C8B-B14F-4D97-AF65-F5344CB8AC3E}">
        <p14:creationId xmlns:p14="http://schemas.microsoft.com/office/powerpoint/2010/main" val="4113375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1533-55B3-806E-1351-4644DD75F2CB}"/>
              </a:ext>
            </a:extLst>
          </p:cNvPr>
          <p:cNvSpPr>
            <a:spLocks noGrp="1"/>
          </p:cNvSpPr>
          <p:nvPr>
            <p:ph type="title"/>
          </p:nvPr>
        </p:nvSpPr>
        <p:spPr/>
        <p:txBody>
          <a:bodyPr/>
          <a:lstStyle/>
          <a:p>
            <a:r>
              <a:rPr lang="en-CA" dirty="0"/>
              <a:t>Repetition Beyond Branding</a:t>
            </a:r>
          </a:p>
        </p:txBody>
      </p:sp>
      <p:sp>
        <p:nvSpPr>
          <p:cNvPr id="3" name="Content Placeholder 2">
            <a:extLst>
              <a:ext uri="{FF2B5EF4-FFF2-40B4-BE49-F238E27FC236}">
                <a16:creationId xmlns:a16="http://schemas.microsoft.com/office/drawing/2014/main" id="{723D2232-3541-CF3C-8743-E7DA4A62B872}"/>
              </a:ext>
            </a:extLst>
          </p:cNvPr>
          <p:cNvSpPr>
            <a:spLocks noGrp="1"/>
          </p:cNvSpPr>
          <p:nvPr>
            <p:ph idx="1"/>
          </p:nvPr>
        </p:nvSpPr>
        <p:spPr/>
        <p:txBody>
          <a:bodyPr/>
          <a:lstStyle/>
          <a:p>
            <a:pPr marL="0" indent="0">
              <a:buNone/>
            </a:pPr>
            <a:r>
              <a:rPr lang="en-US" dirty="0"/>
              <a:t>Repeated design choices help users:</a:t>
            </a:r>
          </a:p>
          <a:p>
            <a:r>
              <a:rPr lang="en-US" dirty="0"/>
              <a:t>Predict </a:t>
            </a:r>
            <a:r>
              <a:rPr lang="en-US" dirty="0" err="1"/>
              <a:t>behaviour</a:t>
            </a:r>
            <a:endParaRPr lang="en-US" dirty="0"/>
          </a:p>
          <a:p>
            <a:r>
              <a:rPr lang="en-US" dirty="0"/>
              <a:t>Learn navigation</a:t>
            </a:r>
          </a:p>
          <a:p>
            <a:r>
              <a:rPr lang="en-US" dirty="0"/>
              <a:t>Find information quickly</a:t>
            </a:r>
          </a:p>
          <a:p>
            <a:r>
              <a:rPr lang="en-US" dirty="0"/>
              <a:t>Build confidence</a:t>
            </a:r>
          </a:p>
          <a:p>
            <a:endParaRPr lang="en-CA" dirty="0"/>
          </a:p>
        </p:txBody>
      </p:sp>
    </p:spTree>
    <p:extLst>
      <p:ext uri="{BB962C8B-B14F-4D97-AF65-F5344CB8AC3E}">
        <p14:creationId xmlns:p14="http://schemas.microsoft.com/office/powerpoint/2010/main" val="3609621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05886-5C47-9B5D-49E3-B15D01B47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9BD72-E52D-19EA-C4B0-C8FB6D865DA1}"/>
              </a:ext>
            </a:extLst>
          </p:cNvPr>
          <p:cNvSpPr>
            <a:spLocks noGrp="1"/>
          </p:cNvSpPr>
          <p:nvPr>
            <p:ph type="title"/>
          </p:nvPr>
        </p:nvSpPr>
        <p:spPr/>
        <p:txBody>
          <a:bodyPr/>
          <a:lstStyle/>
          <a:p>
            <a:r>
              <a:rPr lang="en-CA" dirty="0"/>
              <a:t>Repetition Pitfall</a:t>
            </a:r>
          </a:p>
        </p:txBody>
      </p:sp>
      <p:sp>
        <p:nvSpPr>
          <p:cNvPr id="3" name="Content Placeholder 2">
            <a:extLst>
              <a:ext uri="{FF2B5EF4-FFF2-40B4-BE49-F238E27FC236}">
                <a16:creationId xmlns:a16="http://schemas.microsoft.com/office/drawing/2014/main" id="{6EEB9F89-6150-FFC7-1906-CBEF5A7F3EEB}"/>
              </a:ext>
            </a:extLst>
          </p:cNvPr>
          <p:cNvSpPr>
            <a:spLocks noGrp="1"/>
          </p:cNvSpPr>
          <p:nvPr>
            <p:ph idx="1"/>
          </p:nvPr>
        </p:nvSpPr>
        <p:spPr/>
        <p:txBody>
          <a:bodyPr/>
          <a:lstStyle/>
          <a:p>
            <a:pPr marL="0" indent="0" algn="ctr">
              <a:buNone/>
            </a:pPr>
            <a:r>
              <a:rPr lang="en-US" sz="4400" dirty="0"/>
              <a:t>Over-repetition can feel </a:t>
            </a:r>
            <a:r>
              <a:rPr lang="en-US" sz="4400" b="1" dirty="0"/>
              <a:t>boring</a:t>
            </a:r>
            <a:r>
              <a:rPr lang="en-US" sz="4400" dirty="0"/>
              <a:t>. Keep repetition but vary </a:t>
            </a:r>
            <a:r>
              <a:rPr lang="en-US" sz="4400" b="1" dirty="0"/>
              <a:t>scale, crop, or </a:t>
            </a:r>
            <a:r>
              <a:rPr lang="en-US" sz="4400" b="1" dirty="0" err="1"/>
              <a:t>colour</a:t>
            </a:r>
            <a:r>
              <a:rPr lang="en-US" sz="4400" b="1" dirty="0"/>
              <a:t> value</a:t>
            </a:r>
            <a:r>
              <a:rPr lang="en-US" sz="4400" dirty="0"/>
              <a:t> to add rhythm.</a:t>
            </a:r>
            <a:endParaRPr lang="en-CA" dirty="0"/>
          </a:p>
        </p:txBody>
      </p:sp>
    </p:spTree>
    <p:extLst>
      <p:ext uri="{BB962C8B-B14F-4D97-AF65-F5344CB8AC3E}">
        <p14:creationId xmlns:p14="http://schemas.microsoft.com/office/powerpoint/2010/main" val="2218412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0AB0-72F5-F191-6D08-834DCEB8E73A}"/>
              </a:ext>
            </a:extLst>
          </p:cNvPr>
          <p:cNvSpPr>
            <a:spLocks noGrp="1"/>
          </p:cNvSpPr>
          <p:nvPr>
            <p:ph type="title"/>
          </p:nvPr>
        </p:nvSpPr>
        <p:spPr/>
        <p:txBody>
          <a:bodyPr/>
          <a:lstStyle/>
          <a:p>
            <a:r>
              <a:rPr lang="en-CA" dirty="0"/>
              <a:t>Unity vs. Variety</a:t>
            </a:r>
          </a:p>
        </p:txBody>
      </p:sp>
      <p:sp>
        <p:nvSpPr>
          <p:cNvPr id="4" name="Text Placeholder 3">
            <a:extLst>
              <a:ext uri="{FF2B5EF4-FFF2-40B4-BE49-F238E27FC236}">
                <a16:creationId xmlns:a16="http://schemas.microsoft.com/office/drawing/2014/main" id="{0A5A8151-EEE2-D94F-7103-C816E6C1B7B7}"/>
              </a:ext>
            </a:extLst>
          </p:cNvPr>
          <p:cNvSpPr>
            <a:spLocks noGrp="1"/>
          </p:cNvSpPr>
          <p:nvPr>
            <p:ph type="body" idx="1"/>
          </p:nvPr>
        </p:nvSpPr>
        <p:spPr>
          <a:xfrm>
            <a:off x="392073" y="1771846"/>
            <a:ext cx="3683659" cy="823912"/>
          </a:xfrm>
        </p:spPr>
        <p:txBody>
          <a:bodyPr>
            <a:normAutofit lnSpcReduction="10000"/>
          </a:bodyPr>
          <a:lstStyle/>
          <a:p>
            <a:r>
              <a:rPr lang="en-US" dirty="0"/>
              <a:t>The Design Balancing Act</a:t>
            </a:r>
          </a:p>
        </p:txBody>
      </p:sp>
      <p:sp>
        <p:nvSpPr>
          <p:cNvPr id="3" name="Content Placeholder 2">
            <a:extLst>
              <a:ext uri="{FF2B5EF4-FFF2-40B4-BE49-F238E27FC236}">
                <a16:creationId xmlns:a16="http://schemas.microsoft.com/office/drawing/2014/main" id="{176FD6B9-FEAC-B605-0189-2D3ABE729150}"/>
              </a:ext>
            </a:extLst>
          </p:cNvPr>
          <p:cNvSpPr>
            <a:spLocks noGrp="1"/>
          </p:cNvSpPr>
          <p:nvPr>
            <p:ph sz="half" idx="2"/>
          </p:nvPr>
        </p:nvSpPr>
        <p:spPr>
          <a:xfrm>
            <a:off x="165153" y="2720711"/>
            <a:ext cx="4406847" cy="3130973"/>
          </a:xfrm>
        </p:spPr>
        <p:txBody>
          <a:bodyPr>
            <a:normAutofit fontScale="92500" lnSpcReduction="20000"/>
          </a:bodyPr>
          <a:lstStyle/>
          <a:p>
            <a:r>
              <a:rPr lang="en-US" dirty="0"/>
              <a:t>Too Little Unity → Feels chaotic</a:t>
            </a:r>
          </a:p>
          <a:p>
            <a:r>
              <a:rPr lang="en-US" dirty="0"/>
              <a:t>Too Much Unity → Feels boring</a:t>
            </a:r>
          </a:p>
          <a:p>
            <a:r>
              <a:rPr lang="en-US" dirty="0"/>
              <a:t>Good Design → Unity + Variety</a:t>
            </a:r>
          </a:p>
          <a:p>
            <a:endParaRPr lang="en-CA" dirty="0"/>
          </a:p>
        </p:txBody>
      </p:sp>
      <p:sp>
        <p:nvSpPr>
          <p:cNvPr id="5" name="Text Placeholder 4">
            <a:extLst>
              <a:ext uri="{FF2B5EF4-FFF2-40B4-BE49-F238E27FC236}">
                <a16:creationId xmlns:a16="http://schemas.microsoft.com/office/drawing/2014/main" id="{5F285B28-7506-2492-04E1-0F3BF6B7241B}"/>
              </a:ext>
            </a:extLst>
          </p:cNvPr>
          <p:cNvSpPr>
            <a:spLocks noGrp="1"/>
          </p:cNvSpPr>
          <p:nvPr>
            <p:ph type="body" sz="quarter" idx="3"/>
          </p:nvPr>
        </p:nvSpPr>
        <p:spPr>
          <a:xfrm>
            <a:off x="5298226" y="1771846"/>
            <a:ext cx="3680621" cy="823912"/>
          </a:xfrm>
        </p:spPr>
        <p:txBody>
          <a:bodyPr>
            <a:normAutofit lnSpcReduction="10000"/>
          </a:bodyPr>
          <a:lstStyle/>
          <a:p>
            <a:r>
              <a:rPr lang="en-CA" dirty="0"/>
              <a:t>How to Avoid Boredom</a:t>
            </a:r>
          </a:p>
        </p:txBody>
      </p:sp>
      <p:sp>
        <p:nvSpPr>
          <p:cNvPr id="6" name="Content Placeholder 5">
            <a:extLst>
              <a:ext uri="{FF2B5EF4-FFF2-40B4-BE49-F238E27FC236}">
                <a16:creationId xmlns:a16="http://schemas.microsoft.com/office/drawing/2014/main" id="{0666C611-3285-D6B5-6071-66DDDB8C1DC9}"/>
              </a:ext>
            </a:extLst>
          </p:cNvPr>
          <p:cNvSpPr>
            <a:spLocks noGrp="1"/>
          </p:cNvSpPr>
          <p:nvPr>
            <p:ph sz="quarter" idx="4"/>
          </p:nvPr>
        </p:nvSpPr>
        <p:spPr>
          <a:xfrm>
            <a:off x="5071306" y="2720711"/>
            <a:ext cx="3907541" cy="3130973"/>
          </a:xfrm>
        </p:spPr>
        <p:txBody>
          <a:bodyPr>
            <a:normAutofit fontScale="92500" lnSpcReduction="20000"/>
          </a:bodyPr>
          <a:lstStyle/>
          <a:p>
            <a:pPr marL="0" indent="0">
              <a:buNone/>
            </a:pPr>
            <a:r>
              <a:rPr lang="en-CA" dirty="0"/>
              <a:t>Keep Repetition</a:t>
            </a:r>
          </a:p>
          <a:p>
            <a:endParaRPr lang="en-CA" dirty="0"/>
          </a:p>
          <a:p>
            <a:pPr marL="0" indent="0">
              <a:buNone/>
            </a:pPr>
            <a:r>
              <a:rPr lang="en-CA" dirty="0"/>
              <a:t>Change:</a:t>
            </a:r>
          </a:p>
          <a:p>
            <a:r>
              <a:rPr lang="en-CA" dirty="0"/>
              <a:t>Size</a:t>
            </a:r>
          </a:p>
          <a:p>
            <a:r>
              <a:rPr lang="en-CA" dirty="0"/>
              <a:t>Scale</a:t>
            </a:r>
          </a:p>
          <a:p>
            <a:r>
              <a:rPr lang="en-CA" dirty="0"/>
              <a:t>Crop</a:t>
            </a:r>
          </a:p>
          <a:p>
            <a:r>
              <a:rPr lang="en-CA" dirty="0"/>
              <a:t>Position</a:t>
            </a:r>
          </a:p>
          <a:p>
            <a:r>
              <a:rPr lang="en-CA" dirty="0"/>
              <a:t>Value</a:t>
            </a:r>
          </a:p>
          <a:p>
            <a:r>
              <a:rPr lang="en-CA" dirty="0"/>
              <a:t>Orientation</a:t>
            </a:r>
          </a:p>
        </p:txBody>
      </p:sp>
    </p:spTree>
    <p:extLst>
      <p:ext uri="{BB962C8B-B14F-4D97-AF65-F5344CB8AC3E}">
        <p14:creationId xmlns:p14="http://schemas.microsoft.com/office/powerpoint/2010/main" val="2484551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2674-2850-A4A0-491E-EC7BCADEAA78}"/>
              </a:ext>
            </a:extLst>
          </p:cNvPr>
          <p:cNvSpPr>
            <a:spLocks noGrp="1"/>
          </p:cNvSpPr>
          <p:nvPr>
            <p:ph type="title"/>
          </p:nvPr>
        </p:nvSpPr>
        <p:spPr/>
        <p:txBody>
          <a:bodyPr/>
          <a:lstStyle/>
          <a:p>
            <a:r>
              <a:rPr lang="en-CA" dirty="0"/>
              <a:t>Alignment + Repetition Together</a:t>
            </a:r>
          </a:p>
        </p:txBody>
      </p:sp>
      <p:sp>
        <p:nvSpPr>
          <p:cNvPr id="3" name="Content Placeholder 2">
            <a:extLst>
              <a:ext uri="{FF2B5EF4-FFF2-40B4-BE49-F238E27FC236}">
                <a16:creationId xmlns:a16="http://schemas.microsoft.com/office/drawing/2014/main" id="{016E5CFC-F7CD-77C5-3228-DB16F6592870}"/>
              </a:ext>
            </a:extLst>
          </p:cNvPr>
          <p:cNvSpPr>
            <a:spLocks noGrp="1"/>
          </p:cNvSpPr>
          <p:nvPr>
            <p:ph idx="1"/>
          </p:nvPr>
        </p:nvSpPr>
        <p:spPr/>
        <p:txBody>
          <a:bodyPr/>
          <a:lstStyle/>
          <a:p>
            <a:pPr marL="0" indent="0">
              <a:buNone/>
            </a:pPr>
            <a:r>
              <a:rPr lang="en-US" dirty="0"/>
              <a:t>Strong Design Systems Use Both</a:t>
            </a:r>
          </a:p>
          <a:p>
            <a:pPr marL="0" indent="0">
              <a:buNone/>
            </a:pPr>
            <a:endParaRPr lang="en-US" dirty="0"/>
          </a:p>
          <a:p>
            <a:endParaRPr lang="en-CA" dirty="0"/>
          </a:p>
        </p:txBody>
      </p:sp>
      <p:sp>
        <p:nvSpPr>
          <p:cNvPr id="4" name="Content Placeholder 2">
            <a:extLst>
              <a:ext uri="{FF2B5EF4-FFF2-40B4-BE49-F238E27FC236}">
                <a16:creationId xmlns:a16="http://schemas.microsoft.com/office/drawing/2014/main" id="{0D402EDF-A3F9-D14B-AB25-120143AF386A}"/>
              </a:ext>
            </a:extLst>
          </p:cNvPr>
          <p:cNvSpPr txBox="1">
            <a:spLocks/>
          </p:cNvSpPr>
          <p:nvPr/>
        </p:nvSpPr>
        <p:spPr>
          <a:xfrm>
            <a:off x="1264444" y="4430848"/>
            <a:ext cx="6615112" cy="1746669"/>
          </a:xfrm>
          <a:prstGeom prst="rect">
            <a:avLst/>
          </a:prstGeom>
          <a:ln w="12700">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lgn="ctr">
              <a:buFont typeface="Arial" panose="020B0604020202020204" pitchFamily="34" charset="0"/>
              <a:buNone/>
            </a:pPr>
            <a:r>
              <a:rPr lang="en-US" dirty="0"/>
              <a:t>Together</a:t>
            </a:r>
          </a:p>
          <a:p>
            <a:pPr marL="0" indent="0" algn="ctr">
              <a:buNone/>
            </a:pPr>
            <a:r>
              <a:rPr lang="en-US" dirty="0"/>
              <a:t>Alignment and Repetition help designers create professional, organized, and recognizable visual communication.</a:t>
            </a:r>
            <a:endParaRPr lang="en-CA" dirty="0"/>
          </a:p>
        </p:txBody>
      </p:sp>
      <p:sp>
        <p:nvSpPr>
          <p:cNvPr id="5" name="Content Placeholder 2">
            <a:extLst>
              <a:ext uri="{FF2B5EF4-FFF2-40B4-BE49-F238E27FC236}">
                <a16:creationId xmlns:a16="http://schemas.microsoft.com/office/drawing/2014/main" id="{BEF31538-1ADF-18F3-7BB7-4CB513D4A588}"/>
              </a:ext>
            </a:extLst>
          </p:cNvPr>
          <p:cNvSpPr txBox="1">
            <a:spLocks/>
          </p:cNvSpPr>
          <p:nvPr/>
        </p:nvSpPr>
        <p:spPr>
          <a:xfrm>
            <a:off x="709613" y="2807825"/>
            <a:ext cx="3134678" cy="1883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dirty="0"/>
              <a:t>Alignment </a:t>
            </a:r>
          </a:p>
          <a:p>
            <a:r>
              <a:rPr lang="en-US" dirty="0"/>
              <a:t>Creates order, structure, and visual connections .</a:t>
            </a:r>
          </a:p>
          <a:p>
            <a:pPr marL="0" indent="0">
              <a:buFont typeface="Arial" panose="020B0604020202020204" pitchFamily="34" charset="0"/>
              <a:buNone/>
            </a:pPr>
            <a:endParaRPr lang="en-CA" dirty="0"/>
          </a:p>
        </p:txBody>
      </p:sp>
      <p:sp>
        <p:nvSpPr>
          <p:cNvPr id="6" name="Content Placeholder 2">
            <a:extLst>
              <a:ext uri="{FF2B5EF4-FFF2-40B4-BE49-F238E27FC236}">
                <a16:creationId xmlns:a16="http://schemas.microsoft.com/office/drawing/2014/main" id="{5D014D4D-40AA-EF0C-9A9F-50F2F2304868}"/>
              </a:ext>
            </a:extLst>
          </p:cNvPr>
          <p:cNvSpPr txBox="1">
            <a:spLocks/>
          </p:cNvSpPr>
          <p:nvPr/>
        </p:nvSpPr>
        <p:spPr>
          <a:xfrm>
            <a:off x="4572000" y="2807825"/>
            <a:ext cx="3358516" cy="18830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None/>
            </a:pPr>
            <a:r>
              <a:rPr lang="en-US" dirty="0"/>
              <a:t>Repetition </a:t>
            </a:r>
          </a:p>
          <a:p>
            <a:r>
              <a:rPr lang="en-US" dirty="0"/>
              <a:t>Creates unity, </a:t>
            </a:r>
            <a:r>
              <a:rPr lang="en-CA" dirty="0"/>
              <a:t>consistency, and rhythm.</a:t>
            </a:r>
            <a:r>
              <a:rPr lang="en-US" dirty="0"/>
              <a:t>.</a:t>
            </a:r>
          </a:p>
        </p:txBody>
      </p:sp>
    </p:spTree>
    <p:extLst>
      <p:ext uri="{BB962C8B-B14F-4D97-AF65-F5344CB8AC3E}">
        <p14:creationId xmlns:p14="http://schemas.microsoft.com/office/powerpoint/2010/main" val="429333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C4220D"/>
      </a:accent1>
      <a:accent2>
        <a:srgbClr val="EB7712"/>
      </a:accent2>
      <a:accent3>
        <a:srgbClr val="ECBD31"/>
      </a:accent3>
      <a:accent4>
        <a:srgbClr val="92CE4A"/>
      </a:accent4>
      <a:accent5>
        <a:srgbClr val="50CFB4"/>
      </a:accent5>
      <a:accent6>
        <a:srgbClr val="0D8EC5"/>
      </a:accent6>
      <a:hlink>
        <a:srgbClr val="EA5A0C"/>
      </a:hlink>
      <a:folHlink>
        <a:srgbClr val="F09D3A"/>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FE1EB5C7-81A8-4CBA-AE6E-B3BF73DC38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Vapor Trail</Template>
  <TotalTime>6973</TotalTime>
  <Words>3679</Words>
  <Application>Microsoft Office PowerPoint</Application>
  <PresentationFormat>On-screen Show (4:3)</PresentationFormat>
  <Paragraphs>514</Paragraphs>
  <Slides>29</Slides>
  <Notes>29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Arial</vt:lpstr>
      <vt:lpstr>Century Gothic</vt:lpstr>
      <vt:lpstr>Vapor Trail</vt:lpstr>
      <vt:lpstr>Principles of Design</vt:lpstr>
      <vt:lpstr>Principles of Design</vt:lpstr>
      <vt:lpstr>Alignment</vt:lpstr>
      <vt:lpstr>Why Use a Grid?</vt:lpstr>
      <vt:lpstr>We See Grids Everywhere</vt:lpstr>
      <vt:lpstr>Grid Systems</vt:lpstr>
      <vt:lpstr>Grid Systems</vt:lpstr>
      <vt:lpstr>Grid Systems</vt:lpstr>
      <vt:lpstr>Anatomy of a Grid</vt:lpstr>
      <vt:lpstr>Grid Detective</vt:lpstr>
      <vt:lpstr>PowerPoint Presentation</vt:lpstr>
      <vt:lpstr>Types of Alignment</vt:lpstr>
      <vt:lpstr>Text Alignment</vt:lpstr>
      <vt:lpstr> Justified complication</vt:lpstr>
      <vt:lpstr>Finding the “invisible line”</vt:lpstr>
      <vt:lpstr>Alignment Creates Relationships</vt:lpstr>
      <vt:lpstr>The Cost of Poor Alignment</vt:lpstr>
      <vt:lpstr>Spot the Alignment Problem</vt:lpstr>
      <vt:lpstr>Spot the Alignment Problem</vt:lpstr>
      <vt:lpstr>Spot the Alignment Problem</vt:lpstr>
      <vt:lpstr>Alignment Pitfall</vt:lpstr>
      <vt:lpstr>Repetition</vt:lpstr>
      <vt:lpstr>Rhythm Through Repetition</vt:lpstr>
      <vt:lpstr>Repetition in Brand</vt:lpstr>
      <vt:lpstr>Repetition in Brand</vt:lpstr>
      <vt:lpstr>Repetition Beyond Branding</vt:lpstr>
      <vt:lpstr>Repetition Pitfall</vt:lpstr>
      <vt:lpstr>Unity vs. Variety</vt:lpstr>
      <vt:lpstr>Alignment + Repetition Together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Croney, Aynslie (NBCC)</cp:lastModifiedBy>
  <cp:revision>3</cp:revision>
  <cp:lastPrinted>2025-09-15T15:47:52Z</cp:lastPrinted>
  <dcterms:created xsi:type="dcterms:W3CDTF">2013-01-27T09:14:16Z</dcterms:created>
  <dcterms:modified xsi:type="dcterms:W3CDTF">2026-10-06T11:28:25Z</dcterms:modified>
  <cp:category/>
</cp:coreProperties>
</file>