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63" r:id="rId5"/>
    <p:sldId id="266" r:id="rId6"/>
    <p:sldId id="258" r:id="rId7"/>
    <p:sldId id="259" r:id="rId8"/>
    <p:sldId id="260" r:id="rId9"/>
    <p:sldId id="265" r:id="rId10"/>
    <p:sldId id="261" r:id="rId11"/>
    <p:sldId id="262" r:id="rId12"/>
    <p:sldId id="267" r:id="rId13"/>
  </p:sldIdLst>
  <p:sldSz cx="18288000" cy="10287000"/>
  <p:notesSz cx="6858000" cy="9144000"/>
  <p:embeddedFontLst>
    <p:embeddedFont>
      <p:font typeface="Oswald" pitchFamily="2" charset="0"/>
      <p:regular r:id="rId15"/>
      <p:bold r:id="rId16"/>
    </p:embeddedFont>
    <p:embeddedFont>
      <p:font typeface="Oswald Bold" pitchFamily="2" charset="0"/>
      <p:regular r:id="rId17"/>
      <p:bold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Bold" panose="02000000000000000000" pitchFamily="2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6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9A77D5-37ED-434B-B142-3CB44D697996}" v="20" dt="2026-09-10T13:24:30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59685" autoAdjust="0"/>
  </p:normalViewPr>
  <p:slideViewPr>
    <p:cSldViewPr>
      <p:cViewPr varScale="1">
        <p:scale>
          <a:sx n="31" d="100"/>
          <a:sy n="31" d="100"/>
        </p:scale>
        <p:origin x="13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oney, Aynslie (NBCC)" userId="5b4b8641-5be5-4a22-b80a-b2335657ba3c" providerId="ADAL" clId="{37570E6E-2003-4D91-B5AC-B452EC7E0FA7}"/>
    <pc:docChg chg="undo custSel addSld delSld modSld sldOrd">
      <pc:chgData name="Croney, Aynslie (NBCC)" userId="5b4b8641-5be5-4a22-b80a-b2335657ba3c" providerId="ADAL" clId="{37570E6E-2003-4D91-B5AC-B452EC7E0FA7}" dt="2026-09-10T13:25:47.727" v="1079" actId="20577"/>
      <pc:docMkLst>
        <pc:docMk/>
      </pc:docMkLst>
      <pc:sldChg chg="modSp mod">
        <pc:chgData name="Croney, Aynslie (NBCC)" userId="5b4b8641-5be5-4a22-b80a-b2335657ba3c" providerId="ADAL" clId="{37570E6E-2003-4D91-B5AC-B452EC7E0FA7}" dt="2026-09-10T10:36:17.189" v="22" actId="20577"/>
        <pc:sldMkLst>
          <pc:docMk/>
          <pc:sldMk cId="0" sldId="256"/>
        </pc:sldMkLst>
        <pc:spChg chg="mod">
          <ac:chgData name="Croney, Aynslie (NBCC)" userId="5b4b8641-5be5-4a22-b80a-b2335657ba3c" providerId="ADAL" clId="{37570E6E-2003-4D91-B5AC-B452EC7E0FA7}" dt="2026-09-10T10:36:04.321" v="13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6:17.189" v="22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Croney, Aynslie (NBCC)" userId="5b4b8641-5be5-4a22-b80a-b2335657ba3c" providerId="ADAL" clId="{37570E6E-2003-4D91-B5AC-B452EC7E0FA7}" dt="2026-09-10T10:42:15.629" v="256" actId="14100"/>
        <pc:sldMkLst>
          <pc:docMk/>
          <pc:sldMk cId="0" sldId="257"/>
        </pc:sldMkLst>
        <pc:spChg chg="mod">
          <ac:chgData name="Croney, Aynslie (NBCC)" userId="5b4b8641-5be5-4a22-b80a-b2335657ba3c" providerId="ADAL" clId="{37570E6E-2003-4D91-B5AC-B452EC7E0FA7}" dt="2026-09-10T10:36:41.148" v="23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6:41.148" v="23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6:41.148" v="23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6:41.148" v="23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42:15.629" v="256" actId="14100"/>
          <ac:spMkLst>
            <pc:docMk/>
            <pc:sldMk cId="0" sldId="257"/>
            <ac:spMk id="17" creationId="{00000000-0000-0000-0000-000000000000}"/>
          </ac:spMkLst>
        </pc:spChg>
      </pc:sldChg>
      <pc:sldChg chg="modNotesTx">
        <pc:chgData name="Croney, Aynslie (NBCC)" userId="5b4b8641-5be5-4a22-b80a-b2335657ba3c" providerId="ADAL" clId="{37570E6E-2003-4D91-B5AC-B452EC7E0FA7}" dt="2026-09-10T11:04:10.366" v="690" actId="6549"/>
        <pc:sldMkLst>
          <pc:docMk/>
          <pc:sldMk cId="0" sldId="258"/>
        </pc:sldMkLst>
      </pc:sldChg>
      <pc:sldChg chg="modSp mod">
        <pc:chgData name="Croney, Aynslie (NBCC)" userId="5b4b8641-5be5-4a22-b80a-b2335657ba3c" providerId="ADAL" clId="{37570E6E-2003-4D91-B5AC-B452EC7E0FA7}" dt="2026-09-10T10:40:33.527" v="86" actId="14100"/>
        <pc:sldMkLst>
          <pc:docMk/>
          <pc:sldMk cId="0" sldId="259"/>
        </pc:sldMkLst>
        <pc:spChg chg="mod">
          <ac:chgData name="Croney, Aynslie (NBCC)" userId="5b4b8641-5be5-4a22-b80a-b2335657ba3c" providerId="ADAL" clId="{37570E6E-2003-4D91-B5AC-B452EC7E0FA7}" dt="2026-09-10T10:36:59.637" v="24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40:33.527" v="86" actId="14100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Croney, Aynslie (NBCC)" userId="5b4b8641-5be5-4a22-b80a-b2335657ba3c" providerId="ADAL" clId="{37570E6E-2003-4D91-B5AC-B452EC7E0FA7}" dt="2026-09-10T11:05:23.960" v="705" actId="1076"/>
        <pc:sldMkLst>
          <pc:docMk/>
          <pc:sldMk cId="0" sldId="260"/>
        </pc:sldMkLst>
        <pc:spChg chg="mod">
          <ac:chgData name="Croney, Aynslie (NBCC)" userId="5b4b8641-5be5-4a22-b80a-b2335657ba3c" providerId="ADAL" clId="{37570E6E-2003-4D91-B5AC-B452EC7E0FA7}" dt="2026-09-10T11:04:49.250" v="693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1:05:23.960" v="70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1:05:19.643" v="704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1:05:17.813" v="703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43:59.926" v="261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7:23.325" v="28" actId="1035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Croney, Aynslie (NBCC)" userId="5b4b8641-5be5-4a22-b80a-b2335657ba3c" providerId="ADAL" clId="{37570E6E-2003-4D91-B5AC-B452EC7E0FA7}" dt="2026-09-10T10:37:38.779" v="31" actId="14100"/>
        <pc:sldMkLst>
          <pc:docMk/>
          <pc:sldMk cId="0" sldId="261"/>
        </pc:sldMkLst>
        <pc:spChg chg="mod">
          <ac:chgData name="Croney, Aynslie (NBCC)" userId="5b4b8641-5be5-4a22-b80a-b2335657ba3c" providerId="ADAL" clId="{37570E6E-2003-4D91-B5AC-B452EC7E0FA7}" dt="2026-09-10T10:37:33.682" v="29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7:36.315" v="30" actId="1410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Croney, Aynslie (NBCC)" userId="5b4b8641-5be5-4a22-b80a-b2335657ba3c" providerId="ADAL" clId="{37570E6E-2003-4D91-B5AC-B452EC7E0FA7}" dt="2026-09-10T10:37:38.779" v="31" actId="14100"/>
          <ac:spMkLst>
            <pc:docMk/>
            <pc:sldMk cId="0" sldId="261"/>
            <ac:spMk id="29" creationId="{00000000-0000-0000-0000-000000000000}"/>
          </ac:spMkLst>
        </pc:spChg>
      </pc:sldChg>
      <pc:sldChg chg="addSp delSp modSp add mod modNotesTx">
        <pc:chgData name="Croney, Aynslie (NBCC)" userId="5b4b8641-5be5-4a22-b80a-b2335657ba3c" providerId="ADAL" clId="{37570E6E-2003-4D91-B5AC-B452EC7E0FA7}" dt="2026-09-10T10:55:05.603" v="628" actId="1076"/>
        <pc:sldMkLst>
          <pc:docMk/>
          <pc:sldMk cId="128342865" sldId="263"/>
        </pc:sldMkLst>
        <pc:spChg chg="add del mod">
          <ac:chgData name="Croney, Aynslie (NBCC)" userId="5b4b8641-5be5-4a22-b80a-b2335657ba3c" providerId="ADAL" clId="{37570E6E-2003-4D91-B5AC-B452EC7E0FA7}" dt="2026-09-10T10:51:37.800" v="410" actId="21"/>
          <ac:spMkLst>
            <pc:docMk/>
            <pc:sldMk cId="128342865" sldId="263"/>
            <ac:spMk id="2" creationId="{F2ECAC01-C812-BB56-8EE2-C5093038E69A}"/>
          </ac:spMkLst>
        </pc:spChg>
        <pc:spChg chg="del">
          <ac:chgData name="Croney, Aynslie (NBCC)" userId="5b4b8641-5be5-4a22-b80a-b2335657ba3c" providerId="ADAL" clId="{37570E6E-2003-4D91-B5AC-B452EC7E0FA7}" dt="2026-09-10T10:44:45.793" v="272" actId="478"/>
          <ac:spMkLst>
            <pc:docMk/>
            <pc:sldMk cId="128342865" sldId="263"/>
            <ac:spMk id="3" creationId="{84CFC61F-3D70-A05A-069B-637550005450}"/>
          </ac:spMkLst>
        </pc:spChg>
        <pc:spChg chg="mod">
          <ac:chgData name="Croney, Aynslie (NBCC)" userId="5b4b8641-5be5-4a22-b80a-b2335657ba3c" providerId="ADAL" clId="{37570E6E-2003-4D91-B5AC-B452EC7E0FA7}" dt="2026-09-10T10:39:06.549" v="66" actId="207"/>
          <ac:spMkLst>
            <pc:docMk/>
            <pc:sldMk cId="128342865" sldId="263"/>
            <ac:spMk id="5" creationId="{DD8A8FC3-380C-20C4-F517-23C4867A34DD}"/>
          </ac:spMkLst>
        </pc:spChg>
        <pc:spChg chg="del">
          <ac:chgData name="Croney, Aynslie (NBCC)" userId="5b4b8641-5be5-4a22-b80a-b2335657ba3c" providerId="ADAL" clId="{37570E6E-2003-4D91-B5AC-B452EC7E0FA7}" dt="2026-09-10T10:39:26.022" v="68" actId="478"/>
          <ac:spMkLst>
            <pc:docMk/>
            <pc:sldMk cId="128342865" sldId="263"/>
            <ac:spMk id="6" creationId="{F8135346-1EF9-D676-3324-7108EBA0F7FF}"/>
          </ac:spMkLst>
        </pc:spChg>
        <pc:spChg chg="del">
          <ac:chgData name="Croney, Aynslie (NBCC)" userId="5b4b8641-5be5-4a22-b80a-b2335657ba3c" providerId="ADAL" clId="{37570E6E-2003-4D91-B5AC-B452EC7E0FA7}" dt="2026-09-10T10:39:56.407" v="84" actId="478"/>
          <ac:spMkLst>
            <pc:docMk/>
            <pc:sldMk cId="128342865" sldId="263"/>
            <ac:spMk id="7" creationId="{EFE1554D-A46A-D93E-D4C6-0C606086AEAA}"/>
          </ac:spMkLst>
        </pc:spChg>
        <pc:spChg chg="del">
          <ac:chgData name="Croney, Aynslie (NBCC)" userId="5b4b8641-5be5-4a22-b80a-b2335657ba3c" providerId="ADAL" clId="{37570E6E-2003-4D91-B5AC-B452EC7E0FA7}" dt="2026-09-10T10:39:37.113" v="73" actId="478"/>
          <ac:spMkLst>
            <pc:docMk/>
            <pc:sldMk cId="128342865" sldId="263"/>
            <ac:spMk id="8" creationId="{EC09B007-3DE2-87E1-5048-6FA9F88CBEA7}"/>
          </ac:spMkLst>
        </pc:spChg>
        <pc:spChg chg="del mod">
          <ac:chgData name="Croney, Aynslie (NBCC)" userId="5b4b8641-5be5-4a22-b80a-b2335657ba3c" providerId="ADAL" clId="{37570E6E-2003-4D91-B5AC-B452EC7E0FA7}" dt="2026-09-10T10:39:34.542" v="72" actId="478"/>
          <ac:spMkLst>
            <pc:docMk/>
            <pc:sldMk cId="128342865" sldId="263"/>
            <ac:spMk id="9" creationId="{05D21751-642D-DF56-554A-4B636A54C037}"/>
          </ac:spMkLst>
        </pc:spChg>
        <pc:spChg chg="del">
          <ac:chgData name="Croney, Aynslie (NBCC)" userId="5b4b8641-5be5-4a22-b80a-b2335657ba3c" providerId="ADAL" clId="{37570E6E-2003-4D91-B5AC-B452EC7E0FA7}" dt="2026-09-10T10:39:54.398" v="83" actId="478"/>
          <ac:spMkLst>
            <pc:docMk/>
            <pc:sldMk cId="128342865" sldId="263"/>
            <ac:spMk id="10" creationId="{20C4697F-892C-6D82-81D7-27E69F279A40}"/>
          </ac:spMkLst>
        </pc:spChg>
        <pc:spChg chg="del">
          <ac:chgData name="Croney, Aynslie (NBCC)" userId="5b4b8641-5be5-4a22-b80a-b2335657ba3c" providerId="ADAL" clId="{37570E6E-2003-4D91-B5AC-B452EC7E0FA7}" dt="2026-09-10T10:39:38.637" v="74" actId="478"/>
          <ac:spMkLst>
            <pc:docMk/>
            <pc:sldMk cId="128342865" sldId="263"/>
            <ac:spMk id="11" creationId="{FD4CD1E3-C6FA-BB29-8B68-50413C90EB99}"/>
          </ac:spMkLst>
        </pc:spChg>
        <pc:spChg chg="del mod">
          <ac:chgData name="Croney, Aynslie (NBCC)" userId="5b4b8641-5be5-4a22-b80a-b2335657ba3c" providerId="ADAL" clId="{37570E6E-2003-4D91-B5AC-B452EC7E0FA7}" dt="2026-09-10T10:39:45.797" v="78" actId="478"/>
          <ac:spMkLst>
            <pc:docMk/>
            <pc:sldMk cId="128342865" sldId="263"/>
            <ac:spMk id="12" creationId="{DE1DEA63-3247-98B0-D747-63E0BE355EBA}"/>
          </ac:spMkLst>
        </pc:spChg>
        <pc:spChg chg="del">
          <ac:chgData name="Croney, Aynslie (NBCC)" userId="5b4b8641-5be5-4a22-b80a-b2335657ba3c" providerId="ADAL" clId="{37570E6E-2003-4D91-B5AC-B452EC7E0FA7}" dt="2026-09-10T10:39:52.165" v="82" actId="478"/>
          <ac:spMkLst>
            <pc:docMk/>
            <pc:sldMk cId="128342865" sldId="263"/>
            <ac:spMk id="13" creationId="{C44A0BCF-1320-494A-4668-E55179BF7A72}"/>
          </ac:spMkLst>
        </pc:spChg>
        <pc:spChg chg="del">
          <ac:chgData name="Croney, Aynslie (NBCC)" userId="5b4b8641-5be5-4a22-b80a-b2335657ba3c" providerId="ADAL" clId="{37570E6E-2003-4D91-B5AC-B452EC7E0FA7}" dt="2026-09-10T10:39:48.925" v="80" actId="478"/>
          <ac:spMkLst>
            <pc:docMk/>
            <pc:sldMk cId="128342865" sldId="263"/>
            <ac:spMk id="14" creationId="{2E92466E-1B1C-E3D7-3777-D4432E750924}"/>
          </ac:spMkLst>
        </pc:spChg>
        <pc:spChg chg="del">
          <ac:chgData name="Croney, Aynslie (NBCC)" userId="5b4b8641-5be5-4a22-b80a-b2335657ba3c" providerId="ADAL" clId="{37570E6E-2003-4D91-B5AC-B452EC7E0FA7}" dt="2026-09-10T10:39:47.949" v="79" actId="478"/>
          <ac:spMkLst>
            <pc:docMk/>
            <pc:sldMk cId="128342865" sldId="263"/>
            <ac:spMk id="15" creationId="{EFF7903D-26DE-C2A2-A879-D45F6ABAC272}"/>
          </ac:spMkLst>
        </pc:spChg>
        <pc:spChg chg="del">
          <ac:chgData name="Croney, Aynslie (NBCC)" userId="5b4b8641-5be5-4a22-b80a-b2335657ba3c" providerId="ADAL" clId="{37570E6E-2003-4D91-B5AC-B452EC7E0FA7}" dt="2026-09-10T10:39:50.422" v="81" actId="478"/>
          <ac:spMkLst>
            <pc:docMk/>
            <pc:sldMk cId="128342865" sldId="263"/>
            <ac:spMk id="16" creationId="{86D86DEE-F21D-C38B-B912-B687DBB61415}"/>
          </ac:spMkLst>
        </pc:spChg>
        <pc:spChg chg="del">
          <ac:chgData name="Croney, Aynslie (NBCC)" userId="5b4b8641-5be5-4a22-b80a-b2335657ba3c" providerId="ADAL" clId="{37570E6E-2003-4D91-B5AC-B452EC7E0FA7}" dt="2026-09-10T10:39:19.788" v="67" actId="478"/>
          <ac:spMkLst>
            <pc:docMk/>
            <pc:sldMk cId="128342865" sldId="263"/>
            <ac:spMk id="17" creationId="{337EA7AF-8F25-4D93-F9D8-4090E74A383B}"/>
          </ac:spMkLst>
        </pc:spChg>
        <pc:spChg chg="add mod">
          <ac:chgData name="Croney, Aynslie (NBCC)" userId="5b4b8641-5be5-4a22-b80a-b2335657ba3c" providerId="ADAL" clId="{37570E6E-2003-4D91-B5AC-B452EC7E0FA7}" dt="2026-09-10T10:44:37.905" v="271" actId="14100"/>
          <ac:spMkLst>
            <pc:docMk/>
            <pc:sldMk cId="128342865" sldId="263"/>
            <ac:spMk id="19" creationId="{5A46BD0D-969D-3A37-AAF3-7D2B2C640C03}"/>
          </ac:spMkLst>
        </pc:spChg>
        <pc:spChg chg="add mod">
          <ac:chgData name="Croney, Aynslie (NBCC)" userId="5b4b8641-5be5-4a22-b80a-b2335657ba3c" providerId="ADAL" clId="{37570E6E-2003-4D91-B5AC-B452EC7E0FA7}" dt="2026-09-10T10:54:57.548" v="626" actId="1076"/>
          <ac:spMkLst>
            <pc:docMk/>
            <pc:sldMk cId="128342865" sldId="263"/>
            <ac:spMk id="22" creationId="{C5AA0EF7-71A9-70BE-AA02-2DBFD678D992}"/>
          </ac:spMkLst>
        </pc:spChg>
        <pc:picChg chg="add mod">
          <ac:chgData name="Croney, Aynslie (NBCC)" userId="5b4b8641-5be5-4a22-b80a-b2335657ba3c" providerId="ADAL" clId="{37570E6E-2003-4D91-B5AC-B452EC7E0FA7}" dt="2026-09-10T10:55:05.603" v="628" actId="1076"/>
          <ac:picMkLst>
            <pc:docMk/>
            <pc:sldMk cId="128342865" sldId="263"/>
            <ac:picMk id="20" creationId="{D1428307-DB8D-998C-7001-D0FB2EB34FC9}"/>
          </ac:picMkLst>
        </pc:picChg>
      </pc:sldChg>
      <pc:sldChg chg="new del">
        <pc:chgData name="Croney, Aynslie (NBCC)" userId="5b4b8641-5be5-4a22-b80a-b2335657ba3c" providerId="ADAL" clId="{37570E6E-2003-4D91-B5AC-B452EC7E0FA7}" dt="2026-09-10T10:38:22.148" v="33" actId="47"/>
        <pc:sldMkLst>
          <pc:docMk/>
          <pc:sldMk cId="2653382475" sldId="263"/>
        </pc:sldMkLst>
      </pc:sldChg>
      <pc:sldChg chg="addSp delSp modSp add mod ord modNotesTx">
        <pc:chgData name="Croney, Aynslie (NBCC)" userId="5b4b8641-5be5-4a22-b80a-b2335657ba3c" providerId="ADAL" clId="{37570E6E-2003-4D91-B5AC-B452EC7E0FA7}" dt="2026-09-10T11:08:29.729" v="864"/>
        <pc:sldMkLst>
          <pc:docMk/>
          <pc:sldMk cId="3784850997" sldId="264"/>
        </pc:sldMkLst>
        <pc:spChg chg="mod">
          <ac:chgData name="Croney, Aynslie (NBCC)" userId="5b4b8641-5be5-4a22-b80a-b2335657ba3c" providerId="ADAL" clId="{37570E6E-2003-4D91-B5AC-B452EC7E0FA7}" dt="2026-09-10T10:49:48.622" v="399" actId="14100"/>
          <ac:spMkLst>
            <pc:docMk/>
            <pc:sldMk cId="3784850997" sldId="264"/>
            <ac:spMk id="5" creationId="{FC3F7C92-F13E-F1DF-9745-11EF429FDC09}"/>
          </ac:spMkLst>
        </pc:spChg>
        <pc:spChg chg="mod">
          <ac:chgData name="Croney, Aynslie (NBCC)" userId="5b4b8641-5be5-4a22-b80a-b2335657ba3c" providerId="ADAL" clId="{37570E6E-2003-4D91-B5AC-B452EC7E0FA7}" dt="2026-09-10T10:54:22.784" v="623" actId="20577"/>
          <ac:spMkLst>
            <pc:docMk/>
            <pc:sldMk cId="3784850997" sldId="264"/>
            <ac:spMk id="19" creationId="{2482761D-88ED-8678-E747-A79760A002F9}"/>
          </ac:spMkLst>
        </pc:spChg>
        <pc:spChg chg="mod">
          <ac:chgData name="Croney, Aynslie (NBCC)" userId="5b4b8641-5be5-4a22-b80a-b2335657ba3c" providerId="ADAL" clId="{37570E6E-2003-4D91-B5AC-B452EC7E0FA7}" dt="2026-09-10T11:01:02.428" v="680" actId="1076"/>
          <ac:spMkLst>
            <pc:docMk/>
            <pc:sldMk cId="3784850997" sldId="264"/>
            <ac:spMk id="22" creationId="{A3877BEE-1FF6-E728-9EDE-3C0643F99BC4}"/>
          </ac:spMkLst>
        </pc:spChg>
        <pc:picChg chg="add mod">
          <ac:chgData name="Croney, Aynslie (NBCC)" userId="5b4b8641-5be5-4a22-b80a-b2335657ba3c" providerId="ADAL" clId="{37570E6E-2003-4D91-B5AC-B452EC7E0FA7}" dt="2026-09-10T11:00:49.697" v="676" actId="1076"/>
          <ac:picMkLst>
            <pc:docMk/>
            <pc:sldMk cId="3784850997" sldId="264"/>
            <ac:picMk id="3" creationId="{D108D6FA-3BBB-D302-8E1A-B95FF0A687E4}"/>
          </ac:picMkLst>
        </pc:picChg>
        <pc:picChg chg="add mod">
          <ac:chgData name="Croney, Aynslie (NBCC)" userId="5b4b8641-5be5-4a22-b80a-b2335657ba3c" providerId="ADAL" clId="{37570E6E-2003-4D91-B5AC-B452EC7E0FA7}" dt="2026-09-10T11:00:57.171" v="679" actId="1076"/>
          <ac:picMkLst>
            <pc:docMk/>
            <pc:sldMk cId="3784850997" sldId="264"/>
            <ac:picMk id="6" creationId="{6D28D543-7AB9-8687-8196-73113466433A}"/>
          </ac:picMkLst>
        </pc:picChg>
        <pc:picChg chg="del">
          <ac:chgData name="Croney, Aynslie (NBCC)" userId="5b4b8641-5be5-4a22-b80a-b2335657ba3c" providerId="ADAL" clId="{37570E6E-2003-4D91-B5AC-B452EC7E0FA7}" dt="2026-09-10T10:49:50.175" v="400" actId="478"/>
          <ac:picMkLst>
            <pc:docMk/>
            <pc:sldMk cId="3784850997" sldId="264"/>
            <ac:picMk id="20" creationId="{899C21C6-A239-19CD-9021-9D8303F52F18}"/>
          </ac:picMkLst>
        </pc:picChg>
      </pc:sldChg>
      <pc:sldChg chg="addSp delSp modSp add mod">
        <pc:chgData name="Croney, Aynslie (NBCC)" userId="5b4b8641-5be5-4a22-b80a-b2335657ba3c" providerId="ADAL" clId="{37570E6E-2003-4D91-B5AC-B452EC7E0FA7}" dt="2026-09-10T11:08:13.612" v="862" actId="20577"/>
        <pc:sldMkLst>
          <pc:docMk/>
          <pc:sldMk cId="517616432" sldId="265"/>
        </pc:sldMkLst>
        <pc:spChg chg="add del mod">
          <ac:chgData name="Croney, Aynslie (NBCC)" userId="5b4b8641-5be5-4a22-b80a-b2335657ba3c" providerId="ADAL" clId="{37570E6E-2003-4D91-B5AC-B452EC7E0FA7}" dt="2026-09-10T11:06:45.965" v="755" actId="1076"/>
          <ac:spMkLst>
            <pc:docMk/>
            <pc:sldMk cId="517616432" sldId="265"/>
            <ac:spMk id="2" creationId="{8E1B4EB7-3FD5-356E-1849-C2D362107AAC}"/>
          </ac:spMkLst>
        </pc:spChg>
        <pc:spChg chg="mod">
          <ac:chgData name="Croney, Aynslie (NBCC)" userId="5b4b8641-5be5-4a22-b80a-b2335657ba3c" providerId="ADAL" clId="{37570E6E-2003-4D91-B5AC-B452EC7E0FA7}" dt="2026-09-10T11:06:03.373" v="734" actId="20577"/>
          <ac:spMkLst>
            <pc:docMk/>
            <pc:sldMk cId="517616432" sldId="265"/>
            <ac:spMk id="4" creationId="{0B4268CD-4809-BB64-4ABA-817DAB6A37B8}"/>
          </ac:spMkLst>
        </pc:spChg>
        <pc:spChg chg="del">
          <ac:chgData name="Croney, Aynslie (NBCC)" userId="5b4b8641-5be5-4a22-b80a-b2335657ba3c" providerId="ADAL" clId="{37570E6E-2003-4D91-B5AC-B452EC7E0FA7}" dt="2026-09-10T11:06:08.350" v="735" actId="478"/>
          <ac:spMkLst>
            <pc:docMk/>
            <pc:sldMk cId="517616432" sldId="265"/>
            <ac:spMk id="5" creationId="{C0E03E5E-22CA-D8AB-801D-61290B40FD16}"/>
          </ac:spMkLst>
        </pc:spChg>
        <pc:spChg chg="del">
          <ac:chgData name="Croney, Aynslie (NBCC)" userId="5b4b8641-5be5-4a22-b80a-b2335657ba3c" providerId="ADAL" clId="{37570E6E-2003-4D91-B5AC-B452EC7E0FA7}" dt="2026-09-10T11:06:14.423" v="738" actId="478"/>
          <ac:spMkLst>
            <pc:docMk/>
            <pc:sldMk cId="517616432" sldId="265"/>
            <ac:spMk id="6" creationId="{A6973040-A739-A911-22D2-858010C8B9E5}"/>
          </ac:spMkLst>
        </pc:spChg>
        <pc:spChg chg="del">
          <ac:chgData name="Croney, Aynslie (NBCC)" userId="5b4b8641-5be5-4a22-b80a-b2335657ba3c" providerId="ADAL" clId="{37570E6E-2003-4D91-B5AC-B452EC7E0FA7}" dt="2026-09-10T11:06:16.218" v="739" actId="478"/>
          <ac:spMkLst>
            <pc:docMk/>
            <pc:sldMk cId="517616432" sldId="265"/>
            <ac:spMk id="7" creationId="{D1D4B555-19EC-7D4B-0D20-CEB09224EF35}"/>
          </ac:spMkLst>
        </pc:spChg>
        <pc:spChg chg="del">
          <ac:chgData name="Croney, Aynslie (NBCC)" userId="5b4b8641-5be5-4a22-b80a-b2335657ba3c" providerId="ADAL" clId="{37570E6E-2003-4D91-B5AC-B452EC7E0FA7}" dt="2026-09-10T11:06:18.143" v="740" actId="478"/>
          <ac:spMkLst>
            <pc:docMk/>
            <pc:sldMk cId="517616432" sldId="265"/>
            <ac:spMk id="8" creationId="{FD2EDB7E-B648-143D-5731-E1FA7901AA80}"/>
          </ac:spMkLst>
        </pc:spChg>
        <pc:spChg chg="del">
          <ac:chgData name="Croney, Aynslie (NBCC)" userId="5b4b8641-5be5-4a22-b80a-b2335657ba3c" providerId="ADAL" clId="{37570E6E-2003-4D91-B5AC-B452EC7E0FA7}" dt="2026-09-10T11:06:20.966" v="743" actId="478"/>
          <ac:spMkLst>
            <pc:docMk/>
            <pc:sldMk cId="517616432" sldId="265"/>
            <ac:spMk id="9" creationId="{54B051C4-C914-FE5B-AD0C-4C76F505D3F9}"/>
          </ac:spMkLst>
        </pc:spChg>
        <pc:spChg chg="del">
          <ac:chgData name="Croney, Aynslie (NBCC)" userId="5b4b8641-5be5-4a22-b80a-b2335657ba3c" providerId="ADAL" clId="{37570E6E-2003-4D91-B5AC-B452EC7E0FA7}" dt="2026-09-10T11:06:24.889" v="745" actId="478"/>
          <ac:spMkLst>
            <pc:docMk/>
            <pc:sldMk cId="517616432" sldId="265"/>
            <ac:spMk id="10" creationId="{6E8380FD-F1A4-443D-8A0A-F34575FEFE72}"/>
          </ac:spMkLst>
        </pc:spChg>
        <pc:spChg chg="del">
          <ac:chgData name="Croney, Aynslie (NBCC)" userId="5b4b8641-5be5-4a22-b80a-b2335657ba3c" providerId="ADAL" clId="{37570E6E-2003-4D91-B5AC-B452EC7E0FA7}" dt="2026-09-10T11:07:16.079" v="764" actId="478"/>
          <ac:spMkLst>
            <pc:docMk/>
            <pc:sldMk cId="517616432" sldId="265"/>
            <ac:spMk id="11" creationId="{34CCD6FE-F751-20C0-A7D1-94BED008BD0F}"/>
          </ac:spMkLst>
        </pc:spChg>
        <pc:spChg chg="del">
          <ac:chgData name="Croney, Aynslie (NBCC)" userId="5b4b8641-5be5-4a22-b80a-b2335657ba3c" providerId="ADAL" clId="{37570E6E-2003-4D91-B5AC-B452EC7E0FA7}" dt="2026-09-10T11:06:19.104" v="741" actId="478"/>
          <ac:spMkLst>
            <pc:docMk/>
            <pc:sldMk cId="517616432" sldId="265"/>
            <ac:spMk id="12" creationId="{4B070D79-6930-EE79-EE87-7F8872614129}"/>
          </ac:spMkLst>
        </pc:spChg>
        <pc:spChg chg="del">
          <ac:chgData name="Croney, Aynslie (NBCC)" userId="5b4b8641-5be5-4a22-b80a-b2335657ba3c" providerId="ADAL" clId="{37570E6E-2003-4D91-B5AC-B452EC7E0FA7}" dt="2026-09-10T11:06:22.426" v="744" actId="478"/>
          <ac:spMkLst>
            <pc:docMk/>
            <pc:sldMk cId="517616432" sldId="265"/>
            <ac:spMk id="13" creationId="{13398B3C-0A8A-2F1D-4D16-5836771438BE}"/>
          </ac:spMkLst>
        </pc:spChg>
        <pc:spChg chg="del">
          <ac:chgData name="Croney, Aynslie (NBCC)" userId="5b4b8641-5be5-4a22-b80a-b2335657ba3c" providerId="ADAL" clId="{37570E6E-2003-4D91-B5AC-B452EC7E0FA7}" dt="2026-09-10T11:07:14.467" v="763" actId="478"/>
          <ac:spMkLst>
            <pc:docMk/>
            <pc:sldMk cId="517616432" sldId="265"/>
            <ac:spMk id="14" creationId="{54F84425-6D12-9BDB-6EB2-71D3D97DBF2B}"/>
          </ac:spMkLst>
        </pc:spChg>
        <pc:spChg chg="del">
          <ac:chgData name="Croney, Aynslie (NBCC)" userId="5b4b8641-5be5-4a22-b80a-b2335657ba3c" providerId="ADAL" clId="{37570E6E-2003-4D91-B5AC-B452EC7E0FA7}" dt="2026-09-10T11:07:12.900" v="762" actId="478"/>
          <ac:spMkLst>
            <pc:docMk/>
            <pc:sldMk cId="517616432" sldId="265"/>
            <ac:spMk id="15" creationId="{DC244E16-612A-09C8-B364-4463F3966D17}"/>
          </ac:spMkLst>
        </pc:spChg>
        <pc:spChg chg="del">
          <ac:chgData name="Croney, Aynslie (NBCC)" userId="5b4b8641-5be5-4a22-b80a-b2335657ba3c" providerId="ADAL" clId="{37570E6E-2003-4D91-B5AC-B452EC7E0FA7}" dt="2026-09-10T11:06:20.200" v="742" actId="478"/>
          <ac:spMkLst>
            <pc:docMk/>
            <pc:sldMk cId="517616432" sldId="265"/>
            <ac:spMk id="16" creationId="{6F0A75E8-C174-10EF-84D9-9CA1A78743E4}"/>
          </ac:spMkLst>
        </pc:spChg>
        <pc:spChg chg="del">
          <ac:chgData name="Croney, Aynslie (NBCC)" userId="5b4b8641-5be5-4a22-b80a-b2335657ba3c" providerId="ADAL" clId="{37570E6E-2003-4D91-B5AC-B452EC7E0FA7}" dt="2026-09-10T11:06:38.642" v="751" actId="478"/>
          <ac:spMkLst>
            <pc:docMk/>
            <pc:sldMk cId="517616432" sldId="265"/>
            <ac:spMk id="17" creationId="{AABE4B1E-EF4E-10F7-E46A-EEC2D5282309}"/>
          </ac:spMkLst>
        </pc:spChg>
        <pc:spChg chg="del mod">
          <ac:chgData name="Croney, Aynslie (NBCC)" userId="5b4b8641-5be5-4a22-b80a-b2335657ba3c" providerId="ADAL" clId="{37570E6E-2003-4D91-B5AC-B452EC7E0FA7}" dt="2026-09-10T11:06:40.772" v="753" actId="478"/>
          <ac:spMkLst>
            <pc:docMk/>
            <pc:sldMk cId="517616432" sldId="265"/>
            <ac:spMk id="18" creationId="{0A99B7B1-B1AC-A429-6484-FD481AA6B481}"/>
          </ac:spMkLst>
        </pc:spChg>
        <pc:spChg chg="del">
          <ac:chgData name="Croney, Aynslie (NBCC)" userId="5b4b8641-5be5-4a22-b80a-b2335657ba3c" providerId="ADAL" clId="{37570E6E-2003-4D91-B5AC-B452EC7E0FA7}" dt="2026-09-10T11:06:54.773" v="758" actId="478"/>
          <ac:spMkLst>
            <pc:docMk/>
            <pc:sldMk cId="517616432" sldId="265"/>
            <ac:spMk id="19" creationId="{1FF55881-304A-1E73-B1B9-6BCEC3E2E74E}"/>
          </ac:spMkLst>
        </pc:spChg>
        <pc:spChg chg="del">
          <ac:chgData name="Croney, Aynslie (NBCC)" userId="5b4b8641-5be5-4a22-b80a-b2335657ba3c" providerId="ADAL" clId="{37570E6E-2003-4D91-B5AC-B452EC7E0FA7}" dt="2026-09-10T11:06:49.688" v="756" actId="478"/>
          <ac:spMkLst>
            <pc:docMk/>
            <pc:sldMk cId="517616432" sldId="265"/>
            <ac:spMk id="20" creationId="{349F2D67-AA7C-BE2E-6A14-E8CC14C31542}"/>
          </ac:spMkLst>
        </pc:spChg>
        <pc:spChg chg="del">
          <ac:chgData name="Croney, Aynslie (NBCC)" userId="5b4b8641-5be5-4a22-b80a-b2335657ba3c" providerId="ADAL" clId="{37570E6E-2003-4D91-B5AC-B452EC7E0FA7}" dt="2026-09-10T11:06:34.966" v="750" actId="478"/>
          <ac:spMkLst>
            <pc:docMk/>
            <pc:sldMk cId="517616432" sldId="265"/>
            <ac:spMk id="21" creationId="{481AFAF1-0DF6-9C95-3D1B-C87161B09C8E}"/>
          </ac:spMkLst>
        </pc:spChg>
        <pc:spChg chg="del">
          <ac:chgData name="Croney, Aynslie (NBCC)" userId="5b4b8641-5be5-4a22-b80a-b2335657ba3c" providerId="ADAL" clId="{37570E6E-2003-4D91-B5AC-B452EC7E0FA7}" dt="2026-09-10T11:06:58.330" v="759" actId="478"/>
          <ac:spMkLst>
            <pc:docMk/>
            <pc:sldMk cId="517616432" sldId="265"/>
            <ac:spMk id="23" creationId="{4879B80A-7F8F-F64F-F5A8-61A2043611C7}"/>
          </ac:spMkLst>
        </pc:spChg>
        <pc:spChg chg="del">
          <ac:chgData name="Croney, Aynslie (NBCC)" userId="5b4b8641-5be5-4a22-b80a-b2335657ba3c" providerId="ADAL" clId="{37570E6E-2003-4D91-B5AC-B452EC7E0FA7}" dt="2026-09-10T11:07:09.870" v="761" actId="478"/>
          <ac:spMkLst>
            <pc:docMk/>
            <pc:sldMk cId="517616432" sldId="265"/>
            <ac:spMk id="24" creationId="{B1BCB107-E819-5FAF-EF00-95356F649ACE}"/>
          </ac:spMkLst>
        </pc:spChg>
        <pc:spChg chg="del">
          <ac:chgData name="Croney, Aynslie (NBCC)" userId="5b4b8641-5be5-4a22-b80a-b2335657ba3c" providerId="ADAL" clId="{37570E6E-2003-4D91-B5AC-B452EC7E0FA7}" dt="2026-09-10T11:06:52.175" v="757" actId="478"/>
          <ac:spMkLst>
            <pc:docMk/>
            <pc:sldMk cId="517616432" sldId="265"/>
            <ac:spMk id="25" creationId="{6288DD83-88F7-26AA-478D-76F7832D073A}"/>
          </ac:spMkLst>
        </pc:spChg>
        <pc:spChg chg="del">
          <ac:chgData name="Croney, Aynslie (NBCC)" userId="5b4b8641-5be5-4a22-b80a-b2335657ba3c" providerId="ADAL" clId="{37570E6E-2003-4D91-B5AC-B452EC7E0FA7}" dt="2026-09-10T11:07:08.181" v="760" actId="478"/>
          <ac:spMkLst>
            <pc:docMk/>
            <pc:sldMk cId="517616432" sldId="265"/>
            <ac:spMk id="26" creationId="{E46FA393-DDA5-D519-9222-FD63D5246283}"/>
          </ac:spMkLst>
        </pc:spChg>
        <pc:spChg chg="del">
          <ac:chgData name="Croney, Aynslie (NBCC)" userId="5b4b8641-5be5-4a22-b80a-b2335657ba3c" providerId="ADAL" clId="{37570E6E-2003-4D91-B5AC-B452EC7E0FA7}" dt="2026-09-10T11:06:27.438" v="746" actId="478"/>
          <ac:spMkLst>
            <pc:docMk/>
            <pc:sldMk cId="517616432" sldId="265"/>
            <ac:spMk id="27" creationId="{E6144C2F-1288-8911-D4C2-7E6499759613}"/>
          </ac:spMkLst>
        </pc:spChg>
        <pc:spChg chg="del">
          <ac:chgData name="Croney, Aynslie (NBCC)" userId="5b4b8641-5be5-4a22-b80a-b2335657ba3c" providerId="ADAL" clId="{37570E6E-2003-4D91-B5AC-B452EC7E0FA7}" dt="2026-09-10T11:06:29.299" v="747" actId="478"/>
          <ac:spMkLst>
            <pc:docMk/>
            <pc:sldMk cId="517616432" sldId="265"/>
            <ac:spMk id="28" creationId="{4F9CA3E3-19E1-3CA4-4B3D-91291E3053A8}"/>
          </ac:spMkLst>
        </pc:spChg>
        <pc:spChg chg="del">
          <ac:chgData name="Croney, Aynslie (NBCC)" userId="5b4b8641-5be5-4a22-b80a-b2335657ba3c" providerId="ADAL" clId="{37570E6E-2003-4D91-B5AC-B452EC7E0FA7}" dt="2026-09-10T11:06:30.849" v="748" actId="478"/>
          <ac:spMkLst>
            <pc:docMk/>
            <pc:sldMk cId="517616432" sldId="265"/>
            <ac:spMk id="29" creationId="{82E9C7CB-B8C4-4826-D46D-0F5E7D74DA59}"/>
          </ac:spMkLst>
        </pc:spChg>
        <pc:spChg chg="del">
          <ac:chgData name="Croney, Aynslie (NBCC)" userId="5b4b8641-5be5-4a22-b80a-b2335657ba3c" providerId="ADAL" clId="{37570E6E-2003-4D91-B5AC-B452EC7E0FA7}" dt="2026-09-10T11:06:32.395" v="749" actId="478"/>
          <ac:spMkLst>
            <pc:docMk/>
            <pc:sldMk cId="517616432" sldId="265"/>
            <ac:spMk id="30" creationId="{6FE6EBBA-3298-25AE-C9E1-6CA037BDA54C}"/>
          </ac:spMkLst>
        </pc:spChg>
        <pc:spChg chg="add mod">
          <ac:chgData name="Croney, Aynslie (NBCC)" userId="5b4b8641-5be5-4a22-b80a-b2335657ba3c" providerId="ADAL" clId="{37570E6E-2003-4D91-B5AC-B452EC7E0FA7}" dt="2026-09-10T11:08:13.612" v="862" actId="20577"/>
          <ac:spMkLst>
            <pc:docMk/>
            <pc:sldMk cId="517616432" sldId="265"/>
            <ac:spMk id="31" creationId="{1E7BA053-8DD5-9553-45DD-62562284710F}"/>
          </ac:spMkLst>
        </pc:spChg>
      </pc:sldChg>
      <pc:sldChg chg="addSp delSp modSp add mod ord">
        <pc:chgData name="Croney, Aynslie (NBCC)" userId="5b4b8641-5be5-4a22-b80a-b2335657ba3c" providerId="ADAL" clId="{37570E6E-2003-4D91-B5AC-B452EC7E0FA7}" dt="2026-09-10T11:09:57.733" v="977" actId="20577"/>
        <pc:sldMkLst>
          <pc:docMk/>
          <pc:sldMk cId="3487291663" sldId="266"/>
        </pc:sldMkLst>
        <pc:spChg chg="del">
          <ac:chgData name="Croney, Aynslie (NBCC)" userId="5b4b8641-5be5-4a22-b80a-b2335657ba3c" providerId="ADAL" clId="{37570E6E-2003-4D91-B5AC-B452EC7E0FA7}" dt="2026-09-10T11:09:12.789" v="870" actId="478"/>
          <ac:spMkLst>
            <pc:docMk/>
            <pc:sldMk cId="3487291663" sldId="266"/>
            <ac:spMk id="4" creationId="{00EC117A-4F6D-43CC-D15F-2C4061681E74}"/>
          </ac:spMkLst>
        </pc:spChg>
        <pc:spChg chg="add">
          <ac:chgData name="Croney, Aynslie (NBCC)" userId="5b4b8641-5be5-4a22-b80a-b2335657ba3c" providerId="ADAL" clId="{37570E6E-2003-4D91-B5AC-B452EC7E0FA7}" dt="2026-09-10T11:09:04.920" v="868" actId="22"/>
          <ac:spMkLst>
            <pc:docMk/>
            <pc:sldMk cId="3487291663" sldId="266"/>
            <ac:spMk id="6" creationId="{CBECA039-A6FE-BDB9-C580-319037F92CB2}"/>
          </ac:spMkLst>
        </pc:spChg>
        <pc:spChg chg="del">
          <ac:chgData name="Croney, Aynslie (NBCC)" userId="5b4b8641-5be5-4a22-b80a-b2335657ba3c" providerId="ADAL" clId="{37570E6E-2003-4D91-B5AC-B452EC7E0FA7}" dt="2026-09-10T11:09:11.407" v="869" actId="478"/>
          <ac:spMkLst>
            <pc:docMk/>
            <pc:sldMk cId="3487291663" sldId="266"/>
            <ac:spMk id="22" creationId="{1FF74FED-EED3-6B43-1E85-2812AB37DC6C}"/>
          </ac:spMkLst>
        </pc:spChg>
        <pc:spChg chg="mod">
          <ac:chgData name="Croney, Aynslie (NBCC)" userId="5b4b8641-5be5-4a22-b80a-b2335657ba3c" providerId="ADAL" clId="{37570E6E-2003-4D91-B5AC-B452EC7E0FA7}" dt="2026-09-10T11:09:57.733" v="977" actId="20577"/>
          <ac:spMkLst>
            <pc:docMk/>
            <pc:sldMk cId="3487291663" sldId="266"/>
            <ac:spMk id="31" creationId="{16CBB7FC-60F9-03F8-8448-04362578B812}"/>
          </ac:spMkLst>
        </pc:spChg>
      </pc:sldChg>
      <pc:sldChg chg="addSp delSp modSp add mod ord modNotesTx">
        <pc:chgData name="Croney, Aynslie (NBCC)" userId="5b4b8641-5be5-4a22-b80a-b2335657ba3c" providerId="ADAL" clId="{37570E6E-2003-4D91-B5AC-B452EC7E0FA7}" dt="2026-09-10T13:25:47.727" v="1079" actId="20577"/>
        <pc:sldMkLst>
          <pc:docMk/>
          <pc:sldMk cId="3652400825" sldId="267"/>
        </pc:sldMkLst>
        <pc:spChg chg="del">
          <ac:chgData name="Croney, Aynslie (NBCC)" userId="5b4b8641-5be5-4a22-b80a-b2335657ba3c" providerId="ADAL" clId="{37570E6E-2003-4D91-B5AC-B452EC7E0FA7}" dt="2026-09-10T11:11:03.380" v="984" actId="478"/>
          <ac:spMkLst>
            <pc:docMk/>
            <pc:sldMk cId="3652400825" sldId="267"/>
            <ac:spMk id="4" creationId="{C98E5FC5-D852-02F1-0B02-40432F5A3905}"/>
          </ac:spMkLst>
        </pc:spChg>
        <pc:spChg chg="add mod">
          <ac:chgData name="Croney, Aynslie (NBCC)" userId="5b4b8641-5be5-4a22-b80a-b2335657ba3c" providerId="ADAL" clId="{37570E6E-2003-4D91-B5AC-B452EC7E0FA7}" dt="2026-09-10T11:11:26.107" v="1010" actId="20577"/>
          <ac:spMkLst>
            <pc:docMk/>
            <pc:sldMk cId="3652400825" sldId="267"/>
            <ac:spMk id="6" creationId="{98BBE2E4-2BDB-99F2-2683-4F6FE35B976B}"/>
          </ac:spMkLst>
        </pc:spChg>
        <pc:spChg chg="add mod">
          <ac:chgData name="Croney, Aynslie (NBCC)" userId="5b4b8641-5be5-4a22-b80a-b2335657ba3c" providerId="ADAL" clId="{37570E6E-2003-4D91-B5AC-B452EC7E0FA7}" dt="2026-09-10T13:25:47.727" v="1079" actId="20577"/>
          <ac:spMkLst>
            <pc:docMk/>
            <pc:sldMk cId="3652400825" sldId="267"/>
            <ac:spMk id="10" creationId="{EED57EF9-4704-3B6B-2081-EBBAF408EE49}"/>
          </ac:spMkLst>
        </pc:spChg>
        <pc:spChg chg="del mod">
          <ac:chgData name="Croney, Aynslie (NBCC)" userId="5b4b8641-5be5-4a22-b80a-b2335657ba3c" providerId="ADAL" clId="{37570E6E-2003-4D91-B5AC-B452EC7E0FA7}" dt="2026-09-10T11:10:57.974" v="982" actId="478"/>
          <ac:spMkLst>
            <pc:docMk/>
            <pc:sldMk cId="3652400825" sldId="267"/>
            <ac:spMk id="22" creationId="{D0F8D9DC-3A65-FA00-1E91-D992DD5BAD11}"/>
          </ac:spMkLst>
        </pc:spChg>
        <pc:spChg chg="del mod">
          <ac:chgData name="Croney, Aynslie (NBCC)" userId="5b4b8641-5be5-4a22-b80a-b2335657ba3c" providerId="ADAL" clId="{37570E6E-2003-4D91-B5AC-B452EC7E0FA7}" dt="2026-09-10T13:22:32.523" v="1013" actId="478"/>
          <ac:spMkLst>
            <pc:docMk/>
            <pc:sldMk cId="3652400825" sldId="267"/>
            <ac:spMk id="31" creationId="{2C67E6A3-76D9-D8CB-7AA6-0AA0B32730AC}"/>
          </ac:spMkLst>
        </pc:spChg>
        <pc:picChg chg="add mod">
          <ac:chgData name="Croney, Aynslie (NBCC)" userId="5b4b8641-5be5-4a22-b80a-b2335657ba3c" providerId="ADAL" clId="{37570E6E-2003-4D91-B5AC-B452EC7E0FA7}" dt="2026-09-10T13:23:58.677" v="1020" actId="1035"/>
          <ac:picMkLst>
            <pc:docMk/>
            <pc:sldMk cId="3652400825" sldId="267"/>
            <ac:picMk id="8" creationId="{D7409C4F-08E8-B381-C985-B3E8C1F9FE1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16CF9-BD71-49FC-BC70-CDF95C45281D}" type="datetimeFigureOut">
              <a:rPr lang="en-CA" smtClean="0"/>
              <a:t>2026-09-10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77B36-630E-482F-8F62-7BC68D58AD93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936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icryl.com/media/some-emojis-which-are-used-in-whatsapp-a67148" TargetMode="External"/><Relationship Id="rId3" Type="http://schemas.openxmlformats.org/officeDocument/2006/relationships/hyperlink" Target="https://www.worldhistory.org/Lascaux_Cave/" TargetMode="External"/><Relationship Id="rId7" Type="http://schemas.openxmlformats.org/officeDocument/2006/relationships/hyperlink" Target="https://creativecommons.org/licenses/by-nc-sa/4.0/deed.en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worldhistory.org/user/violatti/" TargetMode="External"/><Relationship Id="rId5" Type="http://schemas.openxmlformats.org/officeDocument/2006/relationships/hyperlink" Target="http://it.wikipedia.org/wiki/Pittura_rupestre#mediaviewer/File:Lascaux_painting.jpg" TargetMode="External"/><Relationship Id="rId4" Type="http://schemas.openxmlformats.org/officeDocument/2006/relationships/hyperlink" Target="https://www.worldhistory.org/image/3539/cave-painting-in-lascaux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goto?url=CAESYgHrOzAV3M2uL3FTLxaBlEZngtsEaSQMPm6XQ331N-ron2YPwkfvEwhXEaHRfOcPJDA15wxOxr_JC9mstDOxRMNQ53Z4HlqMsSzMpYTxtRXOkM1QfVlE4x4GzIhtHpmnoav5" TargetMode="External"/><Relationship Id="rId3" Type="http://schemas.openxmlformats.org/officeDocument/2006/relationships/hyperlink" Target="https://www.google.com/goto?url=CAESpQEB6zswFapSo59Df_YHu-iE46sfE77gAJeKKB5_VmFigEkQYtlNj4xpZ2MwkeGTg6hZ-sq4KlcKNG2TMJEX_EXgg9Q4zOodDw7Y0-ZuYeiQ6yBSaBRjiKVB0gx3MdBEOl0MppnOpktLkJoggxPp4D4pp0fyiS6_LiOKZ1gE5sDtpG5bNJHz-WON_GhXwJEYOyKQ8joDza_3hFpovhM1uLz4CEnmFK8" TargetMode="External"/><Relationship Id="rId7" Type="http://schemas.openxmlformats.org/officeDocument/2006/relationships/hyperlink" Target="https://www.google.com/goto?url=CAESZAHrOzAVjV55BrKlzU3pTHIp3bJS7o_q2IQPrvNmwFVFEARYhJMF_6Z6TN-cTHwXN-eMVU6LAk1Zj4uvxuf17dpT-8Fxx_PCS38ZfMdVZFnJ2g_9aktqMy_AdnILMNmJhc0Pec8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google.com/goto?url=CAESewHrOzAVHr0etD6u1yB-The3VWis-yQ-2hUflrCmJj7XeWIb_P-HUvsNxmo-QNJlonvEPNQcQsBKhaPCRVa_Py9jGDcdV4oLdN9R39cXoNUYHEeXoagK1HP0onfJxpfhJgdFpaZebH43to6YfYY39KJoeZQBTD8BX7IWTw" TargetMode="External"/><Relationship Id="rId5" Type="http://schemas.openxmlformats.org/officeDocument/2006/relationships/hyperlink" Target="https://www.google.com/goto?url=CAESaAHrOzAV5dVif-iygINIoWNR7y87LMjwk9oHEN8DcI08NkJ0OB2w2T-M_jrPzRpk48Gc1p6mkTY1pSvjv_acfvkyi-7RlgWPiliLHFrdBRVU4TIx5mJlmokxitRIoU3mnZRL5Bb6M925" TargetMode="External"/><Relationship Id="rId4" Type="http://schemas.openxmlformats.org/officeDocument/2006/relationships/hyperlink" Target="https://www.google.com/goto?url=CAESYgHrOzAVb6b-Wp15nqbfvMQS4j8MhTgfgRXdY8WpH5Bx8hF7LqKf9GLjReomJSuPzO74QYyUJNnf5pSRguHyfZAsLXMG5tWqbWA8xf6J2d8e2EGp05nxS-Jpwd67lZ7R03V1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intmag.com/design-inspiration/10-beautiful-promo-driven-poster-designs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of the several Palaeolithic cave paintings found at 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Lascaux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network of caves in southwestern France.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Image from: https://www.worldhistory.org/image/3539/cave-painting-in-lascaux/</a:t>
            </a:r>
          </a:p>
          <a:p>
            <a:r>
              <a:rPr lang="en-CA" dirty="0">
                <a:hlinkClick r:id="rId4"/>
              </a:rPr>
              <a:t>Cave Painting in Lascaux - World History Encyclopedia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License &amp; Copyright</a:t>
            </a:r>
          </a:p>
          <a:p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Original image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 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Prof </a:t>
            </a:r>
            <a:r>
              <a:rPr lang="en-CA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saxx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Uploaded by 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User Page: Cristian Violatti"/>
              </a:rPr>
              <a:t>Cristian </a:t>
            </a:r>
            <a:r>
              <a:rPr lang="en-CA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User Page: Cristian Violatti"/>
              </a:rPr>
              <a:t>Violatti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published on 07 January 2015. The copyright holder has published this content under the following license: 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Creative Commons Attribution-</a:t>
            </a:r>
            <a:r>
              <a:rPr lang="en-CA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NonCommercial</a:t>
            </a:r>
            <a:r>
              <a:rPr lang="en-CA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-</a:t>
            </a:r>
            <a:r>
              <a:rPr lang="en-CA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ShareAlike</a:t>
            </a:r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license lets others remix, tweak, and build upon this content non-commercially, as long as they credit the author and license their new creations under the identical terms. When republishing on the web a hyperlink back to the original content source URL must be included. Please note that content linked from this page may have different licensing terms.</a:t>
            </a:r>
          </a:p>
          <a:p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from: https://picryl.com/media/some-emojis-which-are-used-in-whatsapp-a67148</a:t>
            </a:r>
          </a:p>
          <a:p>
            <a:r>
              <a:rPr lang="en-CA" dirty="0">
                <a:hlinkClick r:id="rId8"/>
              </a:rPr>
              <a:t>Some Emojis which are used in WhatsApp — PICRYL - Public Domain Media Search Engine</a:t>
            </a: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918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Image from </a:t>
            </a:r>
            <a:r>
              <a:rPr lang="en-CA" sz="1200" dirty="0">
                <a:solidFill>
                  <a:schemeClr val="bg1"/>
                </a:solidFill>
              </a:rPr>
              <a:t>https://www.pickpik.com/phone-screen-technology-mobile-internet-telephone-123828#google_vignette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52963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D5B5-4A49-E70B-944D-5D933EEB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9989D-0CE3-9B27-4B8C-4798F1ED1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EFB5D-4C6C-9987-775D-39FF5D8B0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7A0D-7B7F-C773-B9BD-AA266DE4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5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03573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Timeline: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Art Nouveau emerged about thirty years later, peaking between 1890 and 1910 across Europe and the United States. [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2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pPr lvl="0"/>
            <a:r>
              <a:rPr lang="en-CA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Style: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Art Nouveau embraced long, sinuous, asymmetrical "whiplash" curves and modern industrial materials like iron and glass. [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2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3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pPr lvl="0"/>
            <a:r>
              <a:rPr lang="en-CA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Shared Ideals: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Movement rejected rigid 19th-century academic traditions and sought to erase the barrier between fine arts and applied decorative arts. [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1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2</a:t>
            </a:r>
            <a:r>
              <a:rPr lang="en-CA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42583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954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DF00-197B-6502-D704-0648B114C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83A82-C4AE-C840-539D-EEFC034B9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BD530-A17D-E66A-9207-1BA028FCB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E4761-B42A-807B-4D3E-761B85964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69752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11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73082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180F4-F5B8-8B1E-724A-FC1C3386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73E46-01DA-57F4-351C-25ADBA9B2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E21E6-4C3F-58C3-38D2-24744AEE8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Image from: </a:t>
            </a:r>
            <a:r>
              <a:rPr lang="en-CA" dirty="0">
                <a:hlinkClick r:id="rId3"/>
              </a:rPr>
              <a:t>10 Beautiful, Promo-Driven Poster Designs – PRINT Magazine</a:t>
            </a:r>
            <a:endParaRPr lang="en-CA" dirty="0"/>
          </a:p>
          <a:p>
            <a:r>
              <a:rPr lang="en-CA" dirty="0"/>
              <a:t>https://www.printmag.com/design-inspiration/10-beautiful-promo-driven-poster-designs/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22431-AFE6-6B8F-B4E1-819341EF0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77B36-630E-482F-8F62-7BC68D58AD93}" type="slidenum">
              <a:rPr lang="en-CA" smtClean="0"/>
              <a:t>12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4012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Freeform 4"/>
          <p:cNvSpPr/>
          <p:nvPr/>
        </p:nvSpPr>
        <p:spPr>
          <a:xfrm>
            <a:off x="9572625" y="0"/>
            <a:ext cx="3276600" cy="4076700"/>
          </a:xfrm>
          <a:custGeom>
            <a:avLst/>
            <a:gdLst/>
            <a:ahLst/>
            <a:cxnLst/>
            <a:rect l="l" t="t" r="r" b="b"/>
            <a:pathLst>
              <a:path w="3276600" h="4076700">
                <a:moveTo>
                  <a:pt x="0" y="0"/>
                </a:moveTo>
                <a:lnTo>
                  <a:pt x="3276600" y="0"/>
                </a:lnTo>
                <a:lnTo>
                  <a:pt x="32766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Freeform 5"/>
          <p:cNvSpPr/>
          <p:nvPr/>
        </p:nvSpPr>
        <p:spPr>
          <a:xfrm>
            <a:off x="12620625" y="7286625"/>
            <a:ext cx="5667375" cy="2571750"/>
          </a:xfrm>
          <a:custGeom>
            <a:avLst/>
            <a:gdLst/>
            <a:ahLst/>
            <a:cxnLst/>
            <a:rect l="l" t="t" r="r" b="b"/>
            <a:pathLst>
              <a:path w="5667375" h="2571750">
                <a:moveTo>
                  <a:pt x="0" y="0"/>
                </a:moveTo>
                <a:lnTo>
                  <a:pt x="5667375" y="0"/>
                </a:lnTo>
                <a:lnTo>
                  <a:pt x="566737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6" name="Freeform 6"/>
          <p:cNvSpPr/>
          <p:nvPr/>
        </p:nvSpPr>
        <p:spPr>
          <a:xfrm>
            <a:off x="13716000" y="0"/>
            <a:ext cx="4572000" cy="4714875"/>
          </a:xfrm>
          <a:custGeom>
            <a:avLst/>
            <a:gdLst/>
            <a:ahLst/>
            <a:cxnLst/>
            <a:rect l="l" t="t" r="r" b="b"/>
            <a:pathLst>
              <a:path w="4572000" h="4714875">
                <a:moveTo>
                  <a:pt x="0" y="0"/>
                </a:moveTo>
                <a:lnTo>
                  <a:pt x="4572000" y="0"/>
                </a:lnTo>
                <a:lnTo>
                  <a:pt x="45720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7" name="Freeform 7"/>
          <p:cNvSpPr/>
          <p:nvPr/>
        </p:nvSpPr>
        <p:spPr>
          <a:xfrm>
            <a:off x="8705850" y="3209925"/>
            <a:ext cx="4800600" cy="5791200"/>
          </a:xfrm>
          <a:custGeom>
            <a:avLst/>
            <a:gdLst/>
            <a:ahLst/>
            <a:cxnLst/>
            <a:rect l="l" t="t" r="r" b="b"/>
            <a:pathLst>
              <a:path w="4800600" h="5791200">
                <a:moveTo>
                  <a:pt x="0" y="0"/>
                </a:moveTo>
                <a:lnTo>
                  <a:pt x="4800600" y="0"/>
                </a:lnTo>
                <a:lnTo>
                  <a:pt x="480060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8" name="Freeform 8"/>
          <p:cNvSpPr/>
          <p:nvPr/>
        </p:nvSpPr>
        <p:spPr>
          <a:xfrm>
            <a:off x="11753850" y="3000375"/>
            <a:ext cx="6534150" cy="5791200"/>
          </a:xfrm>
          <a:custGeom>
            <a:avLst/>
            <a:gdLst/>
            <a:ahLst/>
            <a:cxnLst/>
            <a:rect l="l" t="t" r="r" b="b"/>
            <a:pathLst>
              <a:path w="6534150" h="5791200">
                <a:moveTo>
                  <a:pt x="0" y="0"/>
                </a:moveTo>
                <a:lnTo>
                  <a:pt x="6534150" y="0"/>
                </a:lnTo>
                <a:lnTo>
                  <a:pt x="65341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9" name="TextBox 9"/>
          <p:cNvSpPr txBox="1"/>
          <p:nvPr/>
        </p:nvSpPr>
        <p:spPr>
          <a:xfrm>
            <a:off x="384048" y="1671379"/>
            <a:ext cx="8394192" cy="480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06"/>
              </a:lnSpc>
            </a:pPr>
            <a:r>
              <a:rPr lang="en-US" sz="9796" b="1" spc="-195" dirty="0">
                <a:solidFill>
                  <a:srgbClr val="F6F1E9"/>
                </a:solidFill>
                <a:latin typeface="Oswald Bold"/>
                <a:ea typeface="Oswald Bold"/>
                <a:cs typeface="Oswald Bold"/>
                <a:sym typeface="Oswald Bold"/>
              </a:rPr>
              <a:t>THE HISTORY OF GRAPHIC DESIGN AND INFLUENTIAL </a:t>
            </a:r>
            <a:r>
              <a:rPr lang="en-US" sz="9796" b="1" spc="-195" dirty="0">
                <a:solidFill>
                  <a:srgbClr val="D15317"/>
                </a:solidFill>
                <a:latin typeface="Oswald Bold"/>
                <a:ea typeface="Oswald Bold"/>
                <a:cs typeface="Oswald Bold"/>
                <a:sym typeface="Oswald Bold"/>
              </a:rPr>
              <a:t>ART MOVEMENTS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4048" y="6901720"/>
            <a:ext cx="7607808" cy="49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812" dirty="0">
                <a:solidFill>
                  <a:srgbClr val="F6F1E9"/>
                </a:solidFill>
                <a:latin typeface="Roboto"/>
                <a:ea typeface="Roboto"/>
                <a:cs typeface="Roboto"/>
                <a:sym typeface="Roboto"/>
              </a:rPr>
              <a:t>Exploring the past to understand today's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4048" y="8142161"/>
            <a:ext cx="4224528" cy="47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 dirty="0">
                <a:solidFill>
                  <a:srgbClr val="D15317"/>
                </a:solidFill>
                <a:latin typeface="Roboto Bold"/>
                <a:ea typeface="Roboto Bold"/>
                <a:cs typeface="Roboto Bold"/>
                <a:sym typeface="Roboto Bold"/>
              </a:rPr>
              <a:t>Graphic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4048" y="8675370"/>
            <a:ext cx="3493008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4"/>
              </a:lnSpc>
            </a:pPr>
            <a:r>
              <a:rPr lang="en-US" sz="2775" b="1" dirty="0">
                <a:solidFill>
                  <a:srgbClr val="F6F1E9"/>
                </a:solidFill>
                <a:latin typeface="Roboto Bold"/>
                <a:ea typeface="Roboto Bold"/>
                <a:cs typeface="Roboto Bold"/>
                <a:sym typeface="Roboto Bold"/>
              </a:rPr>
              <a:t>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D8EA3-BFA7-838B-F7A3-26189E1C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8E7864-D320-59BA-8644-2B94916123D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509C6FE-AB5C-63EA-7996-C86E83B25729}"/>
              </a:ext>
            </a:extLst>
          </p:cNvPr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C3F7C92-F13E-F1DF-9745-11EF429FDC09}"/>
              </a:ext>
            </a:extLst>
          </p:cNvPr>
          <p:cNvSpPr txBox="1"/>
          <p:nvPr/>
        </p:nvSpPr>
        <p:spPr>
          <a:xfrm>
            <a:off x="804672" y="959602"/>
            <a:ext cx="8415528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THE ORIGINS OF </a:t>
            </a:r>
            <a:r>
              <a:rPr lang="en-US" sz="8425" b="1" dirty="0">
                <a:solidFill>
                  <a:srgbClr val="E2632A"/>
                </a:solidFill>
                <a:latin typeface="Oswald Bold"/>
                <a:ea typeface="Oswald Bold"/>
                <a:cs typeface="Oswald Bold"/>
                <a:sym typeface="Oswald Bold"/>
              </a:rPr>
              <a:t>COMMUNICATIONS.</a:t>
            </a:r>
            <a:endParaRPr lang="en-US" sz="8425" b="1" dirty="0">
              <a:solidFill>
                <a:srgbClr val="E06B2E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2482761D-88ED-8678-E747-A79760A002F9}"/>
              </a:ext>
            </a:extLst>
          </p:cNvPr>
          <p:cNvSpPr txBox="1"/>
          <p:nvPr/>
        </p:nvSpPr>
        <p:spPr>
          <a:xfrm>
            <a:off x="804672" y="4423202"/>
            <a:ext cx="7882128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32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Visual Beginnings</a:t>
            </a: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Human communication started with symbols</a:t>
            </a:r>
          </a:p>
          <a:p>
            <a:pPr algn="l">
              <a:lnSpc>
                <a:spcPts val="2833"/>
              </a:lnSpc>
            </a:pP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33"/>
              </a:lnSpc>
            </a:pPr>
            <a:r>
              <a:rPr lang="en-US" sz="32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Historical Roots</a:t>
            </a: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Deeply tied to art, craft, and architectural practice</a:t>
            </a:r>
          </a:p>
          <a:p>
            <a:pPr algn="l">
              <a:lnSpc>
                <a:spcPts val="2833"/>
              </a:lnSpc>
            </a:pP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33"/>
              </a:lnSpc>
            </a:pPr>
            <a:r>
              <a:rPr lang="en-US" sz="32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The Goal</a:t>
            </a: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Spreading information between components of society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A3877BEE-1FF6-E728-9EDE-3C0643F99BC4}"/>
              </a:ext>
            </a:extLst>
          </p:cNvPr>
          <p:cNvSpPr txBox="1"/>
          <p:nvPr/>
        </p:nvSpPr>
        <p:spPr>
          <a:xfrm>
            <a:off x="14886432" y="4639825"/>
            <a:ext cx="4206240" cy="265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2"/>
              </a:lnSpc>
            </a:pPr>
            <a:r>
              <a:rPr lang="en-US" sz="1544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Lascaux Cave Pictographs</a:t>
            </a:r>
          </a:p>
        </p:txBody>
      </p:sp>
      <p:pic>
        <p:nvPicPr>
          <p:cNvPr id="3" name="Picture 2" descr="Cave Painting in Lascaux - World History Encyclopedia">
            <a:extLst>
              <a:ext uri="{FF2B5EF4-FFF2-40B4-BE49-F238E27FC236}">
                <a16:creationId xmlns:a16="http://schemas.microsoft.com/office/drawing/2014/main" id="{D108D6FA-3BBB-D302-8E1A-B95FF0A68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00" y="628519"/>
            <a:ext cx="5950668" cy="3905125"/>
          </a:xfrm>
          <a:prstGeom prst="rect">
            <a:avLst/>
          </a:prstGeom>
        </p:spPr>
      </p:pic>
      <p:pic>
        <p:nvPicPr>
          <p:cNvPr id="6" name="Picture 5" descr="Some Emojis which are used in WhatsApp — PICRYL - Public Domain Media  Search Engine">
            <a:extLst>
              <a:ext uri="{FF2B5EF4-FFF2-40B4-BE49-F238E27FC236}">
                <a16:creationId xmlns:a16="http://schemas.microsoft.com/office/drawing/2014/main" id="{6D28D543-7AB9-8687-8196-7311346643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0280" y="5288013"/>
            <a:ext cx="5950668" cy="401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5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8924925" y="0"/>
            <a:ext cx="9363075" cy="7715250"/>
          </a:xfrm>
          <a:custGeom>
            <a:avLst/>
            <a:gdLst/>
            <a:ahLst/>
            <a:cxnLst/>
            <a:rect l="l" t="t" r="r" b="b"/>
            <a:pathLst>
              <a:path w="9363075" h="7715250">
                <a:moveTo>
                  <a:pt x="0" y="0"/>
                </a:moveTo>
                <a:lnTo>
                  <a:pt x="9363075" y="0"/>
                </a:lnTo>
                <a:lnTo>
                  <a:pt x="9363075" y="7715250"/>
                </a:lnTo>
                <a:lnTo>
                  <a:pt x="0" y="771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Freeform 4"/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TextBox 5"/>
          <p:cNvSpPr txBox="1"/>
          <p:nvPr/>
        </p:nvSpPr>
        <p:spPr>
          <a:xfrm>
            <a:off x="804672" y="959602"/>
            <a:ext cx="7424928" cy="325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THE ROOTS.</a:t>
            </a:r>
          </a:p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THE MOVEMENTS.</a:t>
            </a:r>
          </a:p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THE </a:t>
            </a:r>
            <a:r>
              <a:rPr lang="en-US" sz="8425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IMPACT.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8038784"/>
            <a:ext cx="2377440" cy="366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814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EARLY PRINTING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4672" y="8661260"/>
            <a:ext cx="2633472" cy="68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958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the power of the printed word takes shape</a:t>
            </a:r>
          </a:p>
        </p:txBody>
      </p:sp>
      <p:sp>
        <p:nvSpPr>
          <p:cNvPr id="8" name="Freeform 8"/>
          <p:cNvSpPr/>
          <p:nvPr/>
        </p:nvSpPr>
        <p:spPr>
          <a:xfrm>
            <a:off x="3257550" y="7924800"/>
            <a:ext cx="1533525" cy="438150"/>
          </a:xfrm>
          <a:custGeom>
            <a:avLst/>
            <a:gdLst/>
            <a:ahLst/>
            <a:cxnLst/>
            <a:rect l="l" t="t" r="r" b="b"/>
            <a:pathLst>
              <a:path w="1533525" h="438150">
                <a:moveTo>
                  <a:pt x="0" y="0"/>
                </a:moveTo>
                <a:lnTo>
                  <a:pt x="1533525" y="0"/>
                </a:lnTo>
                <a:lnTo>
                  <a:pt x="1533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9" name="TextBox 9"/>
          <p:cNvSpPr txBox="1"/>
          <p:nvPr/>
        </p:nvSpPr>
        <p:spPr>
          <a:xfrm>
            <a:off x="5047488" y="8048756"/>
            <a:ext cx="2377440" cy="356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9"/>
              </a:lnSpc>
            </a:pPr>
            <a:r>
              <a:rPr lang="en-US" sz="2779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INDUSTRIAL 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47488" y="8670220"/>
            <a:ext cx="2578608" cy="66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9"/>
              </a:lnSpc>
            </a:pPr>
            <a:r>
              <a:rPr lang="en-US" sz="1913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new media and mass communication emerge</a:t>
            </a:r>
          </a:p>
        </p:txBody>
      </p:sp>
      <p:sp>
        <p:nvSpPr>
          <p:cNvPr id="11" name="Freeform 11"/>
          <p:cNvSpPr/>
          <p:nvPr/>
        </p:nvSpPr>
        <p:spPr>
          <a:xfrm>
            <a:off x="7620000" y="7924800"/>
            <a:ext cx="1524000" cy="438150"/>
          </a:xfrm>
          <a:custGeom>
            <a:avLst/>
            <a:gdLst/>
            <a:ahLst/>
            <a:cxnLst/>
            <a:rect l="l" t="t" r="r" b="b"/>
            <a:pathLst>
              <a:path w="1524000" h="438150">
                <a:moveTo>
                  <a:pt x="0" y="0"/>
                </a:moveTo>
                <a:lnTo>
                  <a:pt x="1524000" y="0"/>
                </a:lnTo>
                <a:lnTo>
                  <a:pt x="15240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2" name="TextBox 12"/>
          <p:cNvSpPr txBox="1"/>
          <p:nvPr/>
        </p:nvSpPr>
        <p:spPr>
          <a:xfrm>
            <a:off x="9381744" y="8038784"/>
            <a:ext cx="3108960" cy="366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814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MODERN MOVEMENTS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1744" y="8642776"/>
            <a:ext cx="2706624" cy="711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2002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form, function, and ideas redefine design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620625" y="7924800"/>
            <a:ext cx="1314450" cy="438150"/>
          </a:xfrm>
          <a:custGeom>
            <a:avLst/>
            <a:gdLst/>
            <a:ahLst/>
            <a:cxnLst/>
            <a:rect l="l" t="t" r="r" b="b"/>
            <a:pathLst>
              <a:path w="1314450" h="438150">
                <a:moveTo>
                  <a:pt x="0" y="0"/>
                </a:moveTo>
                <a:lnTo>
                  <a:pt x="1314450" y="0"/>
                </a:lnTo>
                <a:lnTo>
                  <a:pt x="1314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5" name="TextBox 15"/>
          <p:cNvSpPr txBox="1"/>
          <p:nvPr/>
        </p:nvSpPr>
        <p:spPr>
          <a:xfrm>
            <a:off x="14136624" y="8034915"/>
            <a:ext cx="1755648" cy="364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4"/>
              </a:lnSpc>
            </a:pPr>
            <a:r>
              <a:rPr lang="en-US" sz="2744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DIGITAL ERA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36624" y="8669937"/>
            <a:ext cx="2194560" cy="666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7"/>
              </a:lnSpc>
            </a:pPr>
            <a:r>
              <a:rPr lang="en-US" sz="1891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technology expands creative possibilities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4672" y="4423202"/>
            <a:ext cx="6967728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Graphic design is the art of visual communication—shaping ideas through type, image, and layout.</a:t>
            </a:r>
          </a:p>
          <a:p>
            <a:pPr algn="l">
              <a:lnSpc>
                <a:spcPts val="2833"/>
              </a:lnSpc>
            </a:pP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From early printing to today's digital tools,</a:t>
            </a:r>
          </a:p>
          <a:p>
            <a:pPr algn="l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it has evolved with culture and technology.</a:t>
            </a:r>
          </a:p>
          <a:p>
            <a:pPr algn="l">
              <a:lnSpc>
                <a:spcPts val="2833"/>
              </a:lnSpc>
            </a:pP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Understanding its past reveals why great</a:t>
            </a:r>
          </a:p>
          <a:p>
            <a:pPr algn="l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design still resonates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53EF-4C5E-DC29-C8CE-0951043C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ECAC01-C812-BB56-8EE2-C5093038E69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sz="1200" dirty="0">
              <a:solidFill>
                <a:schemeClr val="bg1"/>
              </a:solidFill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E38E6E2-D462-F055-E621-D1671ADBA836}"/>
              </a:ext>
            </a:extLst>
          </p:cNvPr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D8A8FC3-380C-20C4-F517-23C4867A34DD}"/>
              </a:ext>
            </a:extLst>
          </p:cNvPr>
          <p:cNvSpPr txBox="1"/>
          <p:nvPr/>
        </p:nvSpPr>
        <p:spPr>
          <a:xfrm>
            <a:off x="804672" y="959602"/>
            <a:ext cx="7424928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WHY HISTORY</a:t>
            </a:r>
          </a:p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E2632A"/>
                </a:solidFill>
                <a:latin typeface="Oswald Bold"/>
                <a:ea typeface="Oswald Bold"/>
                <a:cs typeface="Oswald Bold"/>
                <a:sym typeface="Oswald Bold"/>
              </a:rPr>
              <a:t>MATTERS</a:t>
            </a:r>
            <a:r>
              <a:rPr lang="en-US" sz="8425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.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5A46BD0D-969D-3A37-AAF3-7D2B2C640C03}"/>
              </a:ext>
            </a:extLst>
          </p:cNvPr>
          <p:cNvSpPr txBox="1"/>
          <p:nvPr/>
        </p:nvSpPr>
        <p:spPr>
          <a:xfrm>
            <a:off x="804672" y="4423202"/>
            <a:ext cx="7882128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32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Context and Meaning</a:t>
            </a: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Design responds to culture</a:t>
            </a:r>
          </a:p>
          <a:p>
            <a:pPr algn="l">
              <a:lnSpc>
                <a:spcPts val="2833"/>
              </a:lnSpc>
            </a:pP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33"/>
              </a:lnSpc>
            </a:pPr>
            <a:r>
              <a:rPr lang="en-US" sz="32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Visual Trends</a:t>
            </a: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Understanding where styles originate</a:t>
            </a:r>
          </a:p>
          <a:p>
            <a:pPr algn="l">
              <a:lnSpc>
                <a:spcPts val="2833"/>
              </a:lnSpc>
            </a:pP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833"/>
              </a:lnSpc>
            </a:pPr>
            <a:r>
              <a:rPr lang="en-US" sz="32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Efficiency</a:t>
            </a:r>
            <a:endParaRPr lang="en-US" sz="2400" spc="-37" dirty="0">
              <a:solidFill>
                <a:srgbClr val="F6F1E0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1">
              <a:lnSpc>
                <a:spcPts val="2833"/>
              </a:lnSpc>
            </a:pPr>
            <a:r>
              <a:rPr lang="en-US" sz="2400" spc="-37" dirty="0">
                <a:solidFill>
                  <a:srgbClr val="F6F1E0"/>
                </a:solidFill>
                <a:latin typeface="Roboto"/>
                <a:ea typeface="Roboto"/>
                <a:cs typeface="Roboto"/>
                <a:sym typeface="Roboto"/>
              </a:rPr>
              <a:t>Learning from the past to avoid “reinventing the wheel”</a:t>
            </a:r>
          </a:p>
        </p:txBody>
      </p:sp>
      <p:pic>
        <p:nvPicPr>
          <p:cNvPr id="20" name="Picture 19" descr="Royalty-Free photo: Flat lay photography of space gray iPhone 6 on top of  hardbound book beside black framed eyeglasses | PickPik">
            <a:extLst>
              <a:ext uri="{FF2B5EF4-FFF2-40B4-BE49-F238E27FC236}">
                <a16:creationId xmlns:a16="http://schemas.microsoft.com/office/drawing/2014/main" id="{D1428307-DB8D-998C-7001-D0FB2EB34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323657"/>
            <a:ext cx="8814649" cy="6610987"/>
          </a:xfrm>
          <a:prstGeom prst="rect">
            <a:avLst/>
          </a:prstGeom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C5AA0EF7-71A9-70BE-AA02-2DBFD678D992}"/>
              </a:ext>
            </a:extLst>
          </p:cNvPr>
          <p:cNvSpPr txBox="1"/>
          <p:nvPr/>
        </p:nvSpPr>
        <p:spPr>
          <a:xfrm>
            <a:off x="13106400" y="9258300"/>
            <a:ext cx="4206240" cy="265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544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From the printing </a:t>
            </a:r>
            <a:r>
              <a:rPr lang="en-US" sz="1544" i="1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press to electronic </a:t>
            </a:r>
            <a:r>
              <a:rPr lang="en-US" sz="1544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media</a:t>
            </a:r>
          </a:p>
        </p:txBody>
      </p:sp>
    </p:spTree>
    <p:extLst>
      <p:ext uri="{BB962C8B-B14F-4D97-AF65-F5344CB8AC3E}">
        <p14:creationId xmlns:p14="http://schemas.microsoft.com/office/powerpoint/2010/main" val="12834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8370-B70A-2272-ABC8-05368EB53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59B60E-0A6E-7D85-E36B-50951164C5C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0AD314-8456-18CD-2B12-332D3D651F5A}"/>
              </a:ext>
            </a:extLst>
          </p:cNvPr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CBB7FC-60F9-03F8-8448-04362578B812}"/>
              </a:ext>
            </a:extLst>
          </p:cNvPr>
          <p:cNvSpPr txBox="1"/>
          <p:nvPr/>
        </p:nvSpPr>
        <p:spPr>
          <a:xfrm>
            <a:off x="5181600" y="3899980"/>
            <a:ext cx="1089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dirty="0">
                <a:solidFill>
                  <a:schemeClr val="bg1"/>
                </a:solidFill>
              </a:rPr>
              <a:t>Can you think of more reasons why knowing about the past will make you a better graphic designer?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CA039-A6FE-BDB9-C580-319037F92CB2}"/>
              </a:ext>
            </a:extLst>
          </p:cNvPr>
          <p:cNvSpPr txBox="1"/>
          <p:nvPr/>
        </p:nvSpPr>
        <p:spPr>
          <a:xfrm>
            <a:off x="804672" y="959602"/>
            <a:ext cx="7424928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WHY HISTORY</a:t>
            </a:r>
          </a:p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E2632A"/>
                </a:solidFill>
                <a:latin typeface="Oswald Bold"/>
                <a:ea typeface="Oswald Bold"/>
                <a:cs typeface="Oswald Bold"/>
                <a:sym typeface="Oswald Bold"/>
              </a:rPr>
              <a:t>MATTERS</a:t>
            </a:r>
            <a:r>
              <a:rPr lang="en-US" sz="8425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729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647700" y="3857625"/>
            <a:ext cx="3276600" cy="219075"/>
          </a:xfrm>
          <a:custGeom>
            <a:avLst/>
            <a:gdLst/>
            <a:ahLst/>
            <a:cxnLst/>
            <a:rect l="l" t="t" r="r" b="b"/>
            <a:pathLst>
              <a:path w="3276600" h="219075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TextBox 4"/>
          <p:cNvSpPr txBox="1"/>
          <p:nvPr/>
        </p:nvSpPr>
        <p:spPr>
          <a:xfrm>
            <a:off x="804672" y="4474744"/>
            <a:ext cx="5084064" cy="94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Art Nouveau shaped the look and language of early graphic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4672" y="5632243"/>
            <a:ext cx="4919472" cy="100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Organic lines, floral motifs, and decorative typography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4672" y="7239375"/>
            <a:ext cx="4206240" cy="265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2"/>
              </a:lnSpc>
            </a:pPr>
            <a:r>
              <a:rPr lang="en-US" sz="1544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Alphonse Mucha and Henri de Toulouse-Lautrec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4672" y="8080549"/>
            <a:ext cx="4352544" cy="1002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 dirty="0">
                <a:solidFill>
                  <a:srgbClr val="E3D9C8"/>
                </a:solidFill>
                <a:latin typeface="Roboto"/>
                <a:ea typeface="Roboto"/>
                <a:cs typeface="Roboto"/>
                <a:sym typeface="Roboto"/>
              </a:rPr>
              <a:t>A lasting impact on posters and advertising</a:t>
            </a:r>
          </a:p>
        </p:txBody>
      </p:sp>
      <p:sp>
        <p:nvSpPr>
          <p:cNvPr id="8" name="Freeform 8"/>
          <p:cNvSpPr/>
          <p:nvPr/>
        </p:nvSpPr>
        <p:spPr>
          <a:xfrm>
            <a:off x="10010775" y="428625"/>
            <a:ext cx="6972300" cy="9429750"/>
          </a:xfrm>
          <a:custGeom>
            <a:avLst/>
            <a:gdLst/>
            <a:ahLst/>
            <a:cxnLst/>
            <a:rect l="l" t="t" r="r" b="b"/>
            <a:pathLst>
              <a:path w="6972300" h="9429750">
                <a:moveTo>
                  <a:pt x="0" y="0"/>
                </a:moveTo>
                <a:lnTo>
                  <a:pt x="6972300" y="0"/>
                </a:lnTo>
                <a:lnTo>
                  <a:pt x="6972300" y="9429750"/>
                </a:lnTo>
                <a:lnTo>
                  <a:pt x="0" y="942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9" name="TextBox 9"/>
          <p:cNvSpPr txBox="1"/>
          <p:nvPr/>
        </p:nvSpPr>
        <p:spPr>
          <a:xfrm>
            <a:off x="749808" y="1095007"/>
            <a:ext cx="6656832" cy="2683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7"/>
              </a:lnSpc>
            </a:pPr>
            <a:r>
              <a:rPr lang="en-US" sz="12104" dirty="0">
                <a:solidFill>
                  <a:srgbClr val="E3D9C8"/>
                </a:solidFill>
                <a:latin typeface="Oswald"/>
                <a:ea typeface="Oswald"/>
                <a:cs typeface="Oswald"/>
                <a:sym typeface="Oswald"/>
              </a:rPr>
              <a:t>Early </a:t>
            </a:r>
            <a:r>
              <a:rPr lang="en-US" sz="12104" dirty="0">
                <a:solidFill>
                  <a:srgbClr val="D06938"/>
                </a:solidFill>
                <a:latin typeface="Oswald"/>
                <a:ea typeface="Oswald"/>
                <a:cs typeface="Oswald"/>
                <a:sym typeface="Oswald"/>
              </a:rPr>
              <a:t>Influences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TextBox 4"/>
          <p:cNvSpPr txBox="1"/>
          <p:nvPr/>
        </p:nvSpPr>
        <p:spPr>
          <a:xfrm>
            <a:off x="786384" y="1036654"/>
            <a:ext cx="5004816" cy="2235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80"/>
              </a:lnSpc>
            </a:pPr>
            <a:r>
              <a:rPr lang="en-US" sz="9422" b="1" dirty="0">
                <a:solidFill>
                  <a:srgbClr val="F6E7D8"/>
                </a:solidFill>
                <a:latin typeface="Oswald Bold"/>
                <a:ea typeface="Oswald Bold"/>
                <a:cs typeface="Oswald Bold"/>
                <a:sym typeface="Oswald Bold"/>
              </a:rPr>
              <a:t>BAUHAUS 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6384" y="3257825"/>
            <a:ext cx="6528816" cy="1089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47"/>
              </a:lnSpc>
            </a:pPr>
            <a:r>
              <a:rPr lang="en-US" sz="9385" b="1" dirty="0">
                <a:solidFill>
                  <a:srgbClr val="E16527"/>
                </a:solidFill>
                <a:latin typeface="Oswald Bold"/>
                <a:ea typeface="Oswald Bold"/>
                <a:cs typeface="Oswald Bold"/>
                <a:sym typeface="Oswald Bold"/>
              </a:rPr>
              <a:t>MODERNISM.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4604028"/>
            <a:ext cx="3291840" cy="82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A shift toward functional, minimalist design.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5684163"/>
            <a:ext cx="5047488" cy="82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Form follows function.</a:t>
            </a:r>
          </a:p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Simplicity. Art and technology together.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6774585"/>
            <a:ext cx="3913632" cy="82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Clarity and geometry</a:t>
            </a:r>
          </a:p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define a new visual language.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7865007"/>
            <a:ext cx="5376672" cy="82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Bauhaus school founded in </a:t>
            </a:r>
            <a:r>
              <a:rPr lang="en-US" sz="2371" b="1" dirty="0">
                <a:solidFill>
                  <a:srgbClr val="E16527"/>
                </a:solidFill>
                <a:latin typeface="Oswald Bold"/>
                <a:ea typeface="Oswald Bold"/>
                <a:cs typeface="Oswald Bold"/>
                <a:sym typeface="Oswald Bold"/>
              </a:rPr>
              <a:t>1919</a:t>
            </a:r>
          </a:p>
          <a:p>
            <a:pPr algn="l">
              <a:lnSpc>
                <a:spcPts val="3320"/>
              </a:lnSpc>
            </a:pPr>
            <a:r>
              <a:rPr lang="en-US" sz="2371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still shaping design education worldwide.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29850" y="209550"/>
            <a:ext cx="6972300" cy="9220200"/>
          </a:xfrm>
          <a:custGeom>
            <a:avLst/>
            <a:gdLst/>
            <a:ahLst/>
            <a:cxnLst/>
            <a:rect l="l" t="t" r="r" b="b"/>
            <a:pathLst>
              <a:path w="6972300" h="9220200">
                <a:moveTo>
                  <a:pt x="0" y="0"/>
                </a:moveTo>
                <a:lnTo>
                  <a:pt x="6972300" y="0"/>
                </a:lnTo>
                <a:lnTo>
                  <a:pt x="697230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1" name="TextBox 11"/>
          <p:cNvSpPr txBox="1"/>
          <p:nvPr/>
        </p:nvSpPr>
        <p:spPr>
          <a:xfrm rot="-194400">
            <a:off x="10701371" y="981404"/>
            <a:ext cx="4023360" cy="86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8"/>
              </a:lnSpc>
            </a:pPr>
            <a:r>
              <a:rPr lang="en-US" sz="6865" b="1" dirty="0">
                <a:solidFill>
                  <a:srgbClr val="1B1B1B"/>
                </a:solidFill>
                <a:latin typeface="Roboto Bold"/>
                <a:ea typeface="Roboto Bold"/>
                <a:cs typeface="Roboto Bold"/>
                <a:sym typeface="Roboto Bold"/>
              </a:rPr>
              <a:t>BAUHAUS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716000" y="1495425"/>
            <a:ext cx="2619375" cy="2790825"/>
          </a:xfrm>
          <a:custGeom>
            <a:avLst/>
            <a:gdLst/>
            <a:ahLst/>
            <a:cxnLst/>
            <a:rect l="l" t="t" r="r" b="b"/>
            <a:pathLst>
              <a:path w="2619375" h="2790825">
                <a:moveTo>
                  <a:pt x="0" y="0"/>
                </a:moveTo>
                <a:lnTo>
                  <a:pt x="2619375" y="0"/>
                </a:lnTo>
                <a:lnTo>
                  <a:pt x="2619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3" name="Freeform 13"/>
          <p:cNvSpPr/>
          <p:nvPr/>
        </p:nvSpPr>
        <p:spPr>
          <a:xfrm>
            <a:off x="10877550" y="1714500"/>
            <a:ext cx="3933825" cy="5143500"/>
          </a:xfrm>
          <a:custGeom>
            <a:avLst/>
            <a:gdLst/>
            <a:ahLst/>
            <a:cxnLst/>
            <a:rect l="l" t="t" r="r" b="b"/>
            <a:pathLst>
              <a:path w="3933825" h="5143500">
                <a:moveTo>
                  <a:pt x="0" y="0"/>
                </a:moveTo>
                <a:lnTo>
                  <a:pt x="3933825" y="0"/>
                </a:lnTo>
                <a:lnTo>
                  <a:pt x="39338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4" name="Freeform 14"/>
          <p:cNvSpPr/>
          <p:nvPr/>
        </p:nvSpPr>
        <p:spPr>
          <a:xfrm>
            <a:off x="11753850" y="6429375"/>
            <a:ext cx="4581525" cy="2571750"/>
          </a:xfrm>
          <a:custGeom>
            <a:avLst/>
            <a:gdLst/>
            <a:ahLst/>
            <a:cxnLst/>
            <a:rect l="l" t="t" r="r" b="b"/>
            <a:pathLst>
              <a:path w="4581525" h="2571750">
                <a:moveTo>
                  <a:pt x="0" y="0"/>
                </a:moveTo>
                <a:lnTo>
                  <a:pt x="4581525" y="0"/>
                </a:lnTo>
                <a:lnTo>
                  <a:pt x="458152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5" name="Freeform 15"/>
          <p:cNvSpPr/>
          <p:nvPr/>
        </p:nvSpPr>
        <p:spPr>
          <a:xfrm>
            <a:off x="13716000" y="4495800"/>
            <a:ext cx="3048000" cy="4295775"/>
          </a:xfrm>
          <a:custGeom>
            <a:avLst/>
            <a:gdLst/>
            <a:ahLst/>
            <a:cxnLst/>
            <a:rect l="l" t="t" r="r" b="b"/>
            <a:pathLst>
              <a:path w="3048000" h="4295775">
                <a:moveTo>
                  <a:pt x="0" y="0"/>
                </a:moveTo>
                <a:lnTo>
                  <a:pt x="3048000" y="0"/>
                </a:lnTo>
                <a:lnTo>
                  <a:pt x="304800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6" name="TextBox 16"/>
          <p:cNvSpPr txBox="1"/>
          <p:nvPr/>
        </p:nvSpPr>
        <p:spPr>
          <a:xfrm rot="-194400">
            <a:off x="15252870" y="4760557"/>
            <a:ext cx="1207008" cy="19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650" b="1" dirty="0">
                <a:solidFill>
                  <a:srgbClr val="1B1B1B"/>
                </a:solidFill>
                <a:latin typeface="Oswald Bold"/>
                <a:ea typeface="Oswald Bold"/>
                <a:cs typeface="Oswald Bold"/>
                <a:sym typeface="Oswald Bold"/>
              </a:rPr>
              <a:t>AUSSTELLUNG</a:t>
            </a:r>
          </a:p>
        </p:txBody>
      </p:sp>
      <p:sp>
        <p:nvSpPr>
          <p:cNvPr id="17" name="TextBox 17"/>
          <p:cNvSpPr txBox="1"/>
          <p:nvPr/>
        </p:nvSpPr>
        <p:spPr>
          <a:xfrm rot="-194400">
            <a:off x="15250812" y="4931916"/>
            <a:ext cx="1207008" cy="40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 dirty="0">
                <a:solidFill>
                  <a:srgbClr val="1B1B1B"/>
                </a:solidFill>
                <a:latin typeface="Oswald Bold"/>
                <a:ea typeface="Oswald Bold"/>
                <a:cs typeface="Oswald Bold"/>
                <a:sym typeface="Oswald Bold"/>
              </a:rPr>
              <a:t>WEIMAR</a:t>
            </a:r>
          </a:p>
        </p:txBody>
      </p:sp>
      <p:sp>
        <p:nvSpPr>
          <p:cNvPr id="18" name="TextBox 18"/>
          <p:cNvSpPr txBox="1"/>
          <p:nvPr/>
        </p:nvSpPr>
        <p:spPr>
          <a:xfrm rot="-194400">
            <a:off x="15286931" y="5320632"/>
            <a:ext cx="1207008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259" b="1" dirty="0">
                <a:solidFill>
                  <a:srgbClr val="1B1B1B"/>
                </a:solidFill>
                <a:latin typeface="Oswald Bold"/>
                <a:ea typeface="Oswald Bold"/>
                <a:cs typeface="Oswald Bold"/>
                <a:sym typeface="Oswald Bold"/>
              </a:rPr>
              <a:t>JULI–SEPT</a:t>
            </a:r>
          </a:p>
        </p:txBody>
      </p:sp>
      <p:sp>
        <p:nvSpPr>
          <p:cNvPr id="19" name="TextBox 19"/>
          <p:cNvSpPr txBox="1"/>
          <p:nvPr/>
        </p:nvSpPr>
        <p:spPr>
          <a:xfrm rot="-194400">
            <a:off x="15323964" y="5693154"/>
            <a:ext cx="621792" cy="406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1" b="1" dirty="0">
                <a:solidFill>
                  <a:srgbClr val="1B1B1B"/>
                </a:solidFill>
                <a:latin typeface="Oswald Bold"/>
                <a:ea typeface="Oswald Bold"/>
                <a:cs typeface="Oswald Bold"/>
                <a:sym typeface="Oswald Bold"/>
              </a:rPr>
              <a:t>1923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TextBox 4"/>
          <p:cNvSpPr txBox="1"/>
          <p:nvPr/>
        </p:nvSpPr>
        <p:spPr>
          <a:xfrm>
            <a:off x="566928" y="1201126"/>
            <a:ext cx="7059168" cy="1530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9"/>
              </a:lnSpc>
            </a:pPr>
            <a:r>
              <a:rPr lang="en-US" sz="6787" b="1" spc="-203" dirty="0">
                <a:solidFill>
                  <a:srgbClr val="E1D6C9"/>
                </a:solidFill>
                <a:latin typeface="Oswald Bold"/>
                <a:ea typeface="Oswald Bold"/>
                <a:cs typeface="Oswald Bold"/>
                <a:sym typeface="Oswald Bold"/>
              </a:rPr>
              <a:t>POSTMODERNISM AND CONTEMPORARY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3504" y="4417204"/>
            <a:ext cx="541629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800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Postmodernism embraces eclecticism, irony, and historical 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3984" y="5471625"/>
            <a:ext cx="4616196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800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Breaks the rules modernism 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504" y="6172358"/>
            <a:ext cx="5030343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800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Contemporary design draws freely from the past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" y="7235166"/>
            <a:ext cx="461619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36"/>
              </a:lnSpc>
            </a:pPr>
            <a:r>
              <a:rPr lang="en-US" sz="2800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Context, meaning, and play shape the message</a:t>
            </a:r>
          </a:p>
        </p:txBody>
      </p:sp>
      <p:sp>
        <p:nvSpPr>
          <p:cNvPr id="9" name="Freeform 9"/>
          <p:cNvSpPr/>
          <p:nvPr/>
        </p:nvSpPr>
        <p:spPr>
          <a:xfrm>
            <a:off x="8267700" y="638175"/>
            <a:ext cx="4362450" cy="6438900"/>
          </a:xfrm>
          <a:custGeom>
            <a:avLst/>
            <a:gdLst/>
            <a:ahLst/>
            <a:cxnLst/>
            <a:rect l="l" t="t" r="r" b="b"/>
            <a:pathLst>
              <a:path w="4362450" h="6438900">
                <a:moveTo>
                  <a:pt x="0" y="0"/>
                </a:moveTo>
                <a:lnTo>
                  <a:pt x="4362450" y="0"/>
                </a:lnTo>
                <a:lnTo>
                  <a:pt x="436245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0" name="TextBox 10"/>
          <p:cNvSpPr txBox="1"/>
          <p:nvPr/>
        </p:nvSpPr>
        <p:spPr>
          <a:xfrm>
            <a:off x="8668512" y="1170397"/>
            <a:ext cx="3328416" cy="72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5"/>
              </a:lnSpc>
            </a:pPr>
            <a:r>
              <a:rPr lang="en-US" sz="5924" b="1" spc="-177" dirty="0">
                <a:solidFill>
                  <a:srgbClr val="1D1D1D"/>
                </a:solidFill>
                <a:latin typeface="Roboto Bold"/>
                <a:ea typeface="Roboto Bold"/>
                <a:cs typeface="Roboto Bold"/>
                <a:sym typeface="Roboto Bold"/>
              </a:rPr>
              <a:t>BAUHAUS</a:t>
            </a:r>
          </a:p>
        </p:txBody>
      </p:sp>
      <p:sp>
        <p:nvSpPr>
          <p:cNvPr id="11" name="Freeform 11"/>
          <p:cNvSpPr/>
          <p:nvPr/>
        </p:nvSpPr>
        <p:spPr>
          <a:xfrm>
            <a:off x="8486775" y="2352675"/>
            <a:ext cx="657225" cy="4295775"/>
          </a:xfrm>
          <a:custGeom>
            <a:avLst/>
            <a:gdLst/>
            <a:ahLst/>
            <a:cxnLst/>
            <a:rect l="l" t="t" r="r" b="b"/>
            <a:pathLst>
              <a:path w="657225" h="4295775">
                <a:moveTo>
                  <a:pt x="0" y="0"/>
                </a:moveTo>
                <a:lnTo>
                  <a:pt x="657225" y="0"/>
                </a:lnTo>
                <a:lnTo>
                  <a:pt x="657225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2" name="Freeform 12"/>
          <p:cNvSpPr/>
          <p:nvPr/>
        </p:nvSpPr>
        <p:spPr>
          <a:xfrm>
            <a:off x="9144000" y="2352675"/>
            <a:ext cx="3048000" cy="2790825"/>
          </a:xfrm>
          <a:custGeom>
            <a:avLst/>
            <a:gdLst/>
            <a:ahLst/>
            <a:cxnLst/>
            <a:rect l="l" t="t" r="r" b="b"/>
            <a:pathLst>
              <a:path w="3048000" h="2790825">
                <a:moveTo>
                  <a:pt x="0" y="0"/>
                </a:moveTo>
                <a:lnTo>
                  <a:pt x="3048000" y="0"/>
                </a:lnTo>
                <a:lnTo>
                  <a:pt x="30480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3" name="Freeform 13"/>
          <p:cNvSpPr/>
          <p:nvPr/>
        </p:nvSpPr>
        <p:spPr>
          <a:xfrm>
            <a:off x="12839700" y="638175"/>
            <a:ext cx="4800600" cy="6438900"/>
          </a:xfrm>
          <a:custGeom>
            <a:avLst/>
            <a:gdLst/>
            <a:ahLst/>
            <a:cxnLst/>
            <a:rect l="l" t="t" r="r" b="b"/>
            <a:pathLst>
              <a:path w="4800600" h="6438900">
                <a:moveTo>
                  <a:pt x="0" y="0"/>
                </a:moveTo>
                <a:lnTo>
                  <a:pt x="4800600" y="0"/>
                </a:lnTo>
                <a:lnTo>
                  <a:pt x="48006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4" name="TextBox 14"/>
          <p:cNvSpPr txBox="1"/>
          <p:nvPr/>
        </p:nvSpPr>
        <p:spPr>
          <a:xfrm>
            <a:off x="13222224" y="1055025"/>
            <a:ext cx="4078224" cy="212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sz="1617" b="1" spc="-48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The Museum of Contemporary Art, Los Angeles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65424" y="6250007"/>
            <a:ext cx="1335024" cy="56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98"/>
              </a:lnSpc>
            </a:pPr>
            <a:r>
              <a:rPr lang="en-US" sz="2198" b="1" spc="-65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Art &amp; Design</a:t>
            </a:r>
          </a:p>
          <a:p>
            <a:pPr algn="r">
              <a:lnSpc>
                <a:spcPts val="2198"/>
              </a:lnSpc>
            </a:pPr>
            <a:r>
              <a:rPr lang="en-US" sz="2198" b="1" spc="-65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1984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058775" y="1066800"/>
            <a:ext cx="4362450" cy="5791200"/>
          </a:xfrm>
          <a:custGeom>
            <a:avLst/>
            <a:gdLst/>
            <a:ahLst/>
            <a:cxnLst/>
            <a:rect l="l" t="t" r="r" b="b"/>
            <a:pathLst>
              <a:path w="4362450" h="5791200">
                <a:moveTo>
                  <a:pt x="0" y="0"/>
                </a:moveTo>
                <a:lnTo>
                  <a:pt x="4362450" y="0"/>
                </a:lnTo>
                <a:lnTo>
                  <a:pt x="4362450" y="5791200"/>
                </a:lnTo>
                <a:lnTo>
                  <a:pt x="0" y="5791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7" name="Freeform 17"/>
          <p:cNvSpPr/>
          <p:nvPr/>
        </p:nvSpPr>
        <p:spPr>
          <a:xfrm>
            <a:off x="8267700" y="7286625"/>
            <a:ext cx="9372600" cy="219075"/>
          </a:xfrm>
          <a:custGeom>
            <a:avLst/>
            <a:gdLst/>
            <a:ahLst/>
            <a:cxnLst/>
            <a:rect l="l" t="t" r="r" b="b"/>
            <a:pathLst>
              <a:path w="9372600" h="219075">
                <a:moveTo>
                  <a:pt x="0" y="0"/>
                </a:moveTo>
                <a:lnTo>
                  <a:pt x="9372600" y="0"/>
                </a:lnTo>
                <a:lnTo>
                  <a:pt x="937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8" name="TextBox 18"/>
          <p:cNvSpPr txBox="1"/>
          <p:nvPr/>
        </p:nvSpPr>
        <p:spPr>
          <a:xfrm>
            <a:off x="8339328" y="7606263"/>
            <a:ext cx="1847088" cy="364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3060" b="1" spc="-91" dirty="0">
                <a:solidFill>
                  <a:srgbClr val="E15D24"/>
                </a:solidFill>
                <a:latin typeface="Oswald Bold"/>
                <a:ea typeface="Oswald Bold"/>
                <a:cs typeface="Oswald Bold"/>
                <a:sym typeface="Oswald Bold"/>
              </a:rPr>
              <a:t>MODERNISM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24943" y="7626028"/>
            <a:ext cx="933831" cy="538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097"/>
              </a:lnSpc>
            </a:pPr>
            <a:r>
              <a:rPr lang="en-US" sz="4820" b="1" spc="-144" dirty="0">
                <a:solidFill>
                  <a:srgbClr val="E15D24"/>
                </a:solidFill>
                <a:latin typeface="Oswald Bold"/>
                <a:ea typeface="Oswald Bold"/>
                <a:cs typeface="Oswald Bold"/>
                <a:sym typeface="Oswald Bold"/>
              </a:rPr>
              <a:t>VS.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87984" y="7605742"/>
            <a:ext cx="2651760" cy="36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3084" b="1" spc="-92" dirty="0">
                <a:solidFill>
                  <a:srgbClr val="E15D24"/>
                </a:solidFill>
                <a:latin typeface="Oswald Bold"/>
                <a:ea typeface="Oswald Bold"/>
                <a:cs typeface="Oswald Bold"/>
                <a:sym typeface="Oswald Bold"/>
              </a:rPr>
              <a:t>POSTMODERNISM</a:t>
            </a:r>
          </a:p>
        </p:txBody>
      </p:sp>
      <p:sp>
        <p:nvSpPr>
          <p:cNvPr id="21" name="TextBox 21"/>
          <p:cNvSpPr txBox="1"/>
          <p:nvPr/>
        </p:nvSpPr>
        <p:spPr>
          <a:xfrm rot="-5400000">
            <a:off x="14686437" y="2782413"/>
            <a:ext cx="3840480" cy="94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3"/>
              </a:lnSpc>
            </a:pPr>
            <a:r>
              <a:rPr lang="en-US" sz="8015" b="1" dirty="0">
                <a:solidFill>
                  <a:srgbClr val="E15D24"/>
                </a:solidFill>
                <a:latin typeface="Oswald Bold"/>
                <a:ea typeface="Oswald Bold"/>
                <a:cs typeface="Oswald Bold"/>
                <a:sym typeface="Oswald Bold"/>
              </a:rPr>
              <a:t>IMARTINI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781300"/>
            <a:ext cx="2962656" cy="84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7293" b="1" spc="-218" dirty="0">
                <a:solidFill>
                  <a:srgbClr val="E15D24"/>
                </a:solidFill>
                <a:latin typeface="Oswald Bold"/>
                <a:ea typeface="Oswald Bold"/>
                <a:cs typeface="Oswald Bold"/>
                <a:sym typeface="Oswald Bold"/>
              </a:rPr>
              <a:t>TRENDS.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39328" y="8081552"/>
            <a:ext cx="2852928" cy="3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198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clarity through simplicity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39328" y="8513606"/>
            <a:ext cx="2414016" cy="3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198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form follows function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87984" y="8081552"/>
            <a:ext cx="2523744" cy="3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198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meaning through mix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87984" y="8513606"/>
            <a:ext cx="2779776" cy="3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198" dirty="0">
                <a:solidFill>
                  <a:srgbClr val="E1D6C9"/>
                </a:solidFill>
                <a:latin typeface="Oswald"/>
                <a:ea typeface="Oswald"/>
                <a:cs typeface="Oswald"/>
                <a:sym typeface="Oswald"/>
              </a:rPr>
              <a:t>form follows expression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68512" y="1872392"/>
            <a:ext cx="3328416" cy="57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4767" b="1" spc="-143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AUSSTELLUNG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17152" y="5236206"/>
            <a:ext cx="1773936" cy="48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4023" b="1" spc="-120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WEIMAR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17152" y="5754327"/>
            <a:ext cx="1572768" cy="31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2593" b="1" spc="-77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JULI–SEPT.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17152" y="6172358"/>
            <a:ext cx="1298448" cy="57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sz="4767" b="1" spc="-143" dirty="0">
                <a:solidFill>
                  <a:srgbClr val="1D1D1D"/>
                </a:solidFill>
                <a:latin typeface="Oswald Bold"/>
                <a:ea typeface="Oswald Bold"/>
                <a:cs typeface="Oswald Bold"/>
                <a:sym typeface="Oswald Bold"/>
              </a:rPr>
              <a:t>1923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0B12-AFCB-CA1A-47E0-1595A516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1B4EB7-3FD5-356E-1849-C2D362107AA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827F00E-6FDF-16CD-37B0-B1398D9417C8}"/>
              </a:ext>
            </a:extLst>
          </p:cNvPr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B4268CD-4809-BB64-4ABA-817DAB6A37B8}"/>
              </a:ext>
            </a:extLst>
          </p:cNvPr>
          <p:cNvSpPr txBox="1"/>
          <p:nvPr/>
        </p:nvSpPr>
        <p:spPr>
          <a:xfrm>
            <a:off x="566928" y="1201126"/>
            <a:ext cx="7059168" cy="15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9"/>
              </a:lnSpc>
            </a:pPr>
            <a:r>
              <a:rPr lang="en-US" sz="6787" b="1" spc="-203" dirty="0">
                <a:solidFill>
                  <a:srgbClr val="E1D6C9"/>
                </a:solidFill>
                <a:latin typeface="Oswald Bold"/>
                <a:ea typeface="Oswald Bold"/>
                <a:cs typeface="Oswald Bold"/>
                <a:sym typeface="Oswald Bold"/>
              </a:rPr>
              <a:t>OTHER ART MOVEMENT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DEFE278-8A10-6DD7-30C3-C41B51A9F037}"/>
              </a:ext>
            </a:extLst>
          </p:cNvPr>
          <p:cNvSpPr txBox="1"/>
          <p:nvPr/>
        </p:nvSpPr>
        <p:spPr>
          <a:xfrm>
            <a:off x="566928" y="2781300"/>
            <a:ext cx="2962656" cy="84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99"/>
              </a:lnSpc>
            </a:pPr>
            <a:r>
              <a:rPr lang="en-US" sz="7293" b="1" spc="-218" dirty="0">
                <a:solidFill>
                  <a:srgbClr val="E15D24"/>
                </a:solidFill>
                <a:latin typeface="Oswald Bold"/>
                <a:ea typeface="Oswald Bold"/>
                <a:cs typeface="Oswald Bold"/>
                <a:sym typeface="Oswald Bold"/>
              </a:rPr>
              <a:t>TRENDS.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BA053-8DD5-9553-45DD-62562284710F}"/>
              </a:ext>
            </a:extLst>
          </p:cNvPr>
          <p:cNvSpPr txBox="1"/>
          <p:nvPr/>
        </p:nvSpPr>
        <p:spPr>
          <a:xfrm>
            <a:off x="5181600" y="3899980"/>
            <a:ext cx="10896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dirty="0">
                <a:solidFill>
                  <a:schemeClr val="bg1"/>
                </a:solidFill>
              </a:rPr>
              <a:t>Do a quick search to find other art movements that influence modern graphic design.</a:t>
            </a:r>
          </a:p>
        </p:txBody>
      </p:sp>
    </p:spTree>
    <p:extLst>
      <p:ext uri="{BB962C8B-B14F-4D97-AF65-F5344CB8AC3E}">
        <p14:creationId xmlns:p14="http://schemas.microsoft.com/office/powerpoint/2010/main" val="51761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10668000" y="8572500"/>
            <a:ext cx="3486150" cy="1714500"/>
          </a:xfrm>
          <a:custGeom>
            <a:avLst/>
            <a:gdLst/>
            <a:ahLst/>
            <a:cxnLst/>
            <a:rect l="l" t="t" r="r" b="b"/>
            <a:pathLst>
              <a:path w="3486150" h="1714500">
                <a:moveTo>
                  <a:pt x="0" y="0"/>
                </a:moveTo>
                <a:lnTo>
                  <a:pt x="3486150" y="0"/>
                </a:lnTo>
                <a:lnTo>
                  <a:pt x="3486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Freeform 4"/>
          <p:cNvSpPr/>
          <p:nvPr/>
        </p:nvSpPr>
        <p:spPr>
          <a:xfrm>
            <a:off x="13058775" y="6429375"/>
            <a:ext cx="5229225" cy="3857625"/>
          </a:xfrm>
          <a:custGeom>
            <a:avLst/>
            <a:gdLst/>
            <a:ahLst/>
            <a:cxnLst/>
            <a:rect l="l" t="t" r="r" b="b"/>
            <a:pathLst>
              <a:path w="5229225" h="3857625">
                <a:moveTo>
                  <a:pt x="0" y="0"/>
                </a:moveTo>
                <a:lnTo>
                  <a:pt x="5229225" y="0"/>
                </a:lnTo>
                <a:lnTo>
                  <a:pt x="5229225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Freeform 5"/>
          <p:cNvSpPr/>
          <p:nvPr/>
        </p:nvSpPr>
        <p:spPr>
          <a:xfrm>
            <a:off x="13716000" y="7496175"/>
            <a:ext cx="2400300" cy="2790825"/>
          </a:xfrm>
          <a:custGeom>
            <a:avLst/>
            <a:gdLst/>
            <a:ahLst/>
            <a:cxnLst/>
            <a:rect l="l" t="t" r="r" b="b"/>
            <a:pathLst>
              <a:path w="2400300" h="2790825">
                <a:moveTo>
                  <a:pt x="0" y="0"/>
                </a:moveTo>
                <a:lnTo>
                  <a:pt x="2400300" y="0"/>
                </a:lnTo>
                <a:lnTo>
                  <a:pt x="24003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6" name="TextBox 6"/>
          <p:cNvSpPr txBox="1"/>
          <p:nvPr/>
        </p:nvSpPr>
        <p:spPr>
          <a:xfrm rot="-1166400">
            <a:off x="15612131" y="7454435"/>
            <a:ext cx="2249424" cy="2335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3"/>
              </a:lnSpc>
            </a:pPr>
            <a:r>
              <a:rPr lang="en-US" sz="11004" b="1" spc="-1100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DES</a:t>
            </a:r>
          </a:p>
          <a:p>
            <a:pPr algn="ctr">
              <a:lnSpc>
                <a:spcPts val="8693"/>
              </a:lnSpc>
            </a:pPr>
            <a:r>
              <a:rPr lang="en-US" sz="11004" b="1" spc="-1100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GN</a:t>
            </a:r>
          </a:p>
        </p:txBody>
      </p:sp>
      <p:sp>
        <p:nvSpPr>
          <p:cNvPr id="7" name="Freeform 7"/>
          <p:cNvSpPr/>
          <p:nvPr/>
        </p:nvSpPr>
        <p:spPr>
          <a:xfrm>
            <a:off x="7829550" y="2781300"/>
            <a:ext cx="5676900" cy="7077075"/>
          </a:xfrm>
          <a:custGeom>
            <a:avLst/>
            <a:gdLst/>
            <a:ahLst/>
            <a:cxnLst/>
            <a:rect l="l" t="t" r="r" b="b"/>
            <a:pathLst>
              <a:path w="5676900" h="7077075">
                <a:moveTo>
                  <a:pt x="0" y="0"/>
                </a:moveTo>
                <a:lnTo>
                  <a:pt x="5676900" y="0"/>
                </a:lnTo>
                <a:lnTo>
                  <a:pt x="56769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8" name="Freeform 8"/>
          <p:cNvSpPr/>
          <p:nvPr/>
        </p:nvSpPr>
        <p:spPr>
          <a:xfrm>
            <a:off x="8048625" y="3209925"/>
            <a:ext cx="4800600" cy="6010275"/>
          </a:xfrm>
          <a:custGeom>
            <a:avLst/>
            <a:gdLst/>
            <a:ahLst/>
            <a:cxnLst/>
            <a:rect l="l" t="t" r="r" b="b"/>
            <a:pathLst>
              <a:path w="4800600" h="6010275">
                <a:moveTo>
                  <a:pt x="0" y="0"/>
                </a:moveTo>
                <a:lnTo>
                  <a:pt x="4800600" y="0"/>
                </a:lnTo>
                <a:lnTo>
                  <a:pt x="4800600" y="6010275"/>
                </a:lnTo>
                <a:lnTo>
                  <a:pt x="0" y="60102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9" name="Freeform 9"/>
          <p:cNvSpPr/>
          <p:nvPr/>
        </p:nvSpPr>
        <p:spPr>
          <a:xfrm>
            <a:off x="10010775" y="0"/>
            <a:ext cx="8277225" cy="8143875"/>
          </a:xfrm>
          <a:custGeom>
            <a:avLst/>
            <a:gdLst/>
            <a:ahLst/>
            <a:cxnLst/>
            <a:rect l="l" t="t" r="r" b="b"/>
            <a:pathLst>
              <a:path w="8277225" h="8143875">
                <a:moveTo>
                  <a:pt x="0" y="0"/>
                </a:moveTo>
                <a:lnTo>
                  <a:pt x="8277225" y="0"/>
                </a:lnTo>
                <a:lnTo>
                  <a:pt x="8277225" y="8143875"/>
                </a:lnTo>
                <a:lnTo>
                  <a:pt x="0" y="8143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0" name="TextBox 10"/>
          <p:cNvSpPr txBox="1"/>
          <p:nvPr/>
        </p:nvSpPr>
        <p:spPr>
          <a:xfrm rot="-972000">
            <a:off x="14074839" y="816519"/>
            <a:ext cx="1170432" cy="177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"/>
              </a:lnSpc>
            </a:pPr>
            <a:r>
              <a:rPr lang="en-US" sz="1762" b="1" spc="-52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1919 – 1933</a:t>
            </a:r>
          </a:p>
        </p:txBody>
      </p:sp>
      <p:sp>
        <p:nvSpPr>
          <p:cNvPr id="11" name="TextBox 11"/>
          <p:cNvSpPr txBox="1"/>
          <p:nvPr/>
        </p:nvSpPr>
        <p:spPr>
          <a:xfrm rot="-972000">
            <a:off x="10943661" y="1794533"/>
            <a:ext cx="2596896" cy="564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2"/>
              </a:lnSpc>
            </a:pPr>
            <a:r>
              <a:rPr lang="en-US" sz="4990" b="1" spc="-149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bauhaus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925550" y="1285875"/>
            <a:ext cx="2190750" cy="1714500"/>
          </a:xfrm>
          <a:custGeom>
            <a:avLst/>
            <a:gdLst/>
            <a:ahLst/>
            <a:cxnLst/>
            <a:rect l="l" t="t" r="r" b="b"/>
            <a:pathLst>
              <a:path w="2190750" h="1714500">
                <a:moveTo>
                  <a:pt x="0" y="0"/>
                </a:moveTo>
                <a:lnTo>
                  <a:pt x="2190750" y="0"/>
                </a:lnTo>
                <a:lnTo>
                  <a:pt x="21907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3" name="Freeform 13"/>
          <p:cNvSpPr/>
          <p:nvPr/>
        </p:nvSpPr>
        <p:spPr>
          <a:xfrm>
            <a:off x="12192000" y="3638550"/>
            <a:ext cx="2400300" cy="2152650"/>
          </a:xfrm>
          <a:custGeom>
            <a:avLst/>
            <a:gdLst/>
            <a:ahLst/>
            <a:cxnLst/>
            <a:rect l="l" t="t" r="r" b="b"/>
            <a:pathLst>
              <a:path w="2400300" h="2152650">
                <a:moveTo>
                  <a:pt x="0" y="0"/>
                </a:moveTo>
                <a:lnTo>
                  <a:pt x="2400300" y="0"/>
                </a:lnTo>
                <a:lnTo>
                  <a:pt x="2400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4" name="Freeform 14"/>
          <p:cNvSpPr/>
          <p:nvPr/>
        </p:nvSpPr>
        <p:spPr>
          <a:xfrm>
            <a:off x="12401550" y="4714875"/>
            <a:ext cx="4362450" cy="3000375"/>
          </a:xfrm>
          <a:custGeom>
            <a:avLst/>
            <a:gdLst/>
            <a:ahLst/>
            <a:cxnLst/>
            <a:rect l="l" t="t" r="r" b="b"/>
            <a:pathLst>
              <a:path w="4362450" h="3000375">
                <a:moveTo>
                  <a:pt x="0" y="0"/>
                </a:moveTo>
                <a:lnTo>
                  <a:pt x="4362450" y="0"/>
                </a:lnTo>
                <a:lnTo>
                  <a:pt x="436245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5" name="TextBox 15"/>
          <p:cNvSpPr txBox="1"/>
          <p:nvPr/>
        </p:nvSpPr>
        <p:spPr>
          <a:xfrm rot="-972000">
            <a:off x="16555237" y="5067594"/>
            <a:ext cx="1536192" cy="113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62" b="1" spc="-88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form</a:t>
            </a:r>
          </a:p>
          <a:p>
            <a:pPr algn="l">
              <a:lnSpc>
                <a:spcPts val="2962"/>
              </a:lnSpc>
            </a:pPr>
            <a:r>
              <a:rPr lang="en-US" sz="2962" b="1" spc="-88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and</a:t>
            </a:r>
          </a:p>
          <a:p>
            <a:pPr algn="l">
              <a:lnSpc>
                <a:spcPts val="2962"/>
              </a:lnSpc>
            </a:pPr>
            <a:r>
              <a:rPr lang="en-US" sz="2962" b="1" spc="-88" dirty="0">
                <a:solidFill>
                  <a:srgbClr val="171717"/>
                </a:solidFill>
                <a:latin typeface="Oswald Bold"/>
                <a:ea typeface="Oswald Bold"/>
                <a:cs typeface="Oswald Bold"/>
                <a:sym typeface="Oswald Bold"/>
              </a:rPr>
              <a:t>function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1792" y="905669"/>
            <a:ext cx="4242816" cy="206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58"/>
              </a:lnSpc>
            </a:pPr>
            <a:r>
              <a:rPr lang="en-US" sz="9127" b="1" dirty="0">
                <a:solidFill>
                  <a:srgbClr val="F1F1F1"/>
                </a:solidFill>
                <a:latin typeface="Oswald Bold"/>
                <a:ea typeface="Oswald Bold"/>
                <a:cs typeface="Oswald Bold"/>
                <a:sym typeface="Oswald Bold"/>
              </a:rPr>
              <a:t>LASTING</a:t>
            </a:r>
          </a:p>
          <a:p>
            <a:pPr algn="l">
              <a:lnSpc>
                <a:spcPts val="7758"/>
              </a:lnSpc>
            </a:pPr>
            <a:r>
              <a:rPr lang="en-US" sz="9127" b="1" dirty="0">
                <a:solidFill>
                  <a:srgbClr val="F1F1F1"/>
                </a:solidFill>
                <a:latin typeface="Oswald Bold"/>
                <a:ea typeface="Oswald Bold"/>
                <a:cs typeface="Oswald Bold"/>
                <a:sym typeface="Oswald Bold"/>
              </a:rPr>
              <a:t>IMPACTS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1792" y="3114619"/>
            <a:ext cx="6675120" cy="14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9"/>
              </a:lnSpc>
            </a:pPr>
            <a:r>
              <a:rPr lang="en-US" sz="6516" b="1" dirty="0">
                <a:solidFill>
                  <a:srgbClr val="D86A23"/>
                </a:solidFill>
                <a:latin typeface="Roboto Bold"/>
                <a:ea typeface="Roboto Bold"/>
                <a:cs typeface="Roboto Bold"/>
                <a:sym typeface="Roboto Bold"/>
              </a:rPr>
              <a:t>ON TODAY'S</a:t>
            </a:r>
          </a:p>
          <a:p>
            <a:pPr algn="l">
              <a:lnSpc>
                <a:spcPts val="5539"/>
              </a:lnSpc>
            </a:pPr>
            <a:r>
              <a:rPr lang="en-US" sz="6516" b="1" dirty="0">
                <a:solidFill>
                  <a:srgbClr val="D86A23"/>
                </a:solidFill>
                <a:latin typeface="Roboto Bold"/>
                <a:ea typeface="Roboto Bold"/>
                <a:cs typeface="Roboto Bold"/>
                <a:sym typeface="Roboto Bold"/>
              </a:rPr>
              <a:t>GRAPHIC DESIGN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8625" y="4714875"/>
            <a:ext cx="7191375" cy="219075"/>
          </a:xfrm>
          <a:custGeom>
            <a:avLst/>
            <a:gdLst/>
            <a:ahLst/>
            <a:cxnLst/>
            <a:rect l="l" t="t" r="r" b="b"/>
            <a:pathLst>
              <a:path w="7191375" h="2190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19" name="TextBox 19"/>
          <p:cNvSpPr txBox="1"/>
          <p:nvPr/>
        </p:nvSpPr>
        <p:spPr>
          <a:xfrm>
            <a:off x="658368" y="5187249"/>
            <a:ext cx="865632" cy="684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1"/>
              </a:lnSpc>
            </a:pPr>
            <a:r>
              <a:rPr lang="en-US" sz="6131" b="1" dirty="0">
                <a:solidFill>
                  <a:srgbClr val="D86A23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id="20" name="Freeform 20"/>
          <p:cNvSpPr/>
          <p:nvPr/>
        </p:nvSpPr>
        <p:spPr>
          <a:xfrm>
            <a:off x="1733550" y="492442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21" name="TextBox 21"/>
          <p:cNvSpPr txBox="1"/>
          <p:nvPr/>
        </p:nvSpPr>
        <p:spPr>
          <a:xfrm>
            <a:off x="2231136" y="5044916"/>
            <a:ext cx="3474720" cy="296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7"/>
              </a:lnSpc>
            </a:pPr>
            <a:r>
              <a:rPr lang="en-US" sz="2287" b="1" spc="114" dirty="0">
                <a:solidFill>
                  <a:srgbClr val="F1F1F1"/>
                </a:solidFill>
                <a:latin typeface="Oswald Bold"/>
                <a:ea typeface="Oswald Bold"/>
                <a:cs typeface="Oswald Bold"/>
                <a:sym typeface="Oswald Bold"/>
              </a:rPr>
              <a:t>TYPOGRAPHY INNOVATION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31136" y="5392674"/>
            <a:ext cx="426110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dirty="0">
                <a:solidFill>
                  <a:srgbClr val="F1F1F1"/>
                </a:solidFill>
                <a:latin typeface="Oswald"/>
                <a:ea typeface="Oswald"/>
                <a:cs typeface="Oswald"/>
                <a:sym typeface="Oswald"/>
              </a:rPr>
              <a:t>art nouveau's decorative letterforms and bauhaus typography continue to inspire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8625" y="6000750"/>
            <a:ext cx="7191375" cy="219075"/>
          </a:xfrm>
          <a:custGeom>
            <a:avLst/>
            <a:gdLst/>
            <a:ahLst/>
            <a:cxnLst/>
            <a:rect l="l" t="t" r="r" b="b"/>
            <a:pathLst>
              <a:path w="7191375" h="2190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24" name="TextBox 24"/>
          <p:cNvSpPr txBox="1"/>
          <p:nvPr/>
        </p:nvSpPr>
        <p:spPr>
          <a:xfrm>
            <a:off x="658368" y="6529456"/>
            <a:ext cx="865632" cy="604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sz="5414" b="1" dirty="0">
                <a:solidFill>
                  <a:srgbClr val="D86A23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id="25" name="Freeform 25"/>
          <p:cNvSpPr/>
          <p:nvPr/>
        </p:nvSpPr>
        <p:spPr>
          <a:xfrm>
            <a:off x="1733550" y="621030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26" name="TextBox 26"/>
          <p:cNvSpPr txBox="1"/>
          <p:nvPr/>
        </p:nvSpPr>
        <p:spPr>
          <a:xfrm>
            <a:off x="2231136" y="6332000"/>
            <a:ext cx="3529584" cy="30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2252" b="1" spc="112" dirty="0">
                <a:solidFill>
                  <a:srgbClr val="F1F1F1"/>
                </a:solidFill>
                <a:latin typeface="Oswald Bold"/>
                <a:ea typeface="Oswald Bold"/>
                <a:cs typeface="Oswald Bold"/>
                <a:sym typeface="Oswald Bold"/>
              </a:rPr>
              <a:t>GRID &amp; MODULAR LAYOUTS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31136" y="6678549"/>
            <a:ext cx="4535424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dirty="0">
                <a:solidFill>
                  <a:srgbClr val="F1F1F1"/>
                </a:solidFill>
                <a:latin typeface="Oswald"/>
                <a:ea typeface="Oswald"/>
                <a:cs typeface="Oswald"/>
                <a:sym typeface="Oswald"/>
              </a:rPr>
              <a:t>modernist principles of order and structure shape how we organize information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428625" y="7286625"/>
            <a:ext cx="7191375" cy="219075"/>
          </a:xfrm>
          <a:custGeom>
            <a:avLst/>
            <a:gdLst/>
            <a:ahLst/>
            <a:cxnLst/>
            <a:rect l="l" t="t" r="r" b="b"/>
            <a:pathLst>
              <a:path w="7191375" h="2190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29" name="TextBox 29"/>
          <p:cNvSpPr txBox="1"/>
          <p:nvPr/>
        </p:nvSpPr>
        <p:spPr>
          <a:xfrm>
            <a:off x="658368" y="7784470"/>
            <a:ext cx="806196" cy="604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01"/>
              </a:lnSpc>
            </a:pPr>
            <a:r>
              <a:rPr lang="en-US" sz="5414" b="1" dirty="0">
                <a:solidFill>
                  <a:srgbClr val="D86A23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id="30" name="Freeform 30"/>
          <p:cNvSpPr/>
          <p:nvPr/>
        </p:nvSpPr>
        <p:spPr>
          <a:xfrm>
            <a:off x="1733550" y="749617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1" name="TextBox 31"/>
          <p:cNvSpPr txBox="1"/>
          <p:nvPr/>
        </p:nvSpPr>
        <p:spPr>
          <a:xfrm>
            <a:off x="2231136" y="7612797"/>
            <a:ext cx="5193792" cy="29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7"/>
              </a:lnSpc>
            </a:pPr>
            <a:r>
              <a:rPr lang="en-US" sz="2217" b="1" spc="110" dirty="0">
                <a:solidFill>
                  <a:srgbClr val="F1F1F1"/>
                </a:solidFill>
                <a:latin typeface="Oswald Bold"/>
                <a:ea typeface="Oswald Bold"/>
                <a:cs typeface="Oswald Bold"/>
                <a:sym typeface="Oswald Bold"/>
              </a:rPr>
              <a:t>VISUAL STORYTELLING &amp; ECLECTIC STYLE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31136" y="8013573"/>
            <a:ext cx="422452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1"/>
              </a:lnSpc>
            </a:pPr>
            <a:r>
              <a:rPr lang="en-US" sz="1717" dirty="0">
                <a:solidFill>
                  <a:srgbClr val="F1F1F1"/>
                </a:solidFill>
                <a:latin typeface="Oswald"/>
                <a:ea typeface="Oswald"/>
                <a:cs typeface="Oswald"/>
                <a:sym typeface="Oswald"/>
              </a:rPr>
              <a:t>postmodernism's mix of references and narrative-rich visuals remains influential</a:t>
            </a:r>
          </a:p>
        </p:txBody>
      </p:sp>
      <p:sp>
        <p:nvSpPr>
          <p:cNvPr id="33" name="Freeform 33"/>
          <p:cNvSpPr/>
          <p:nvPr/>
        </p:nvSpPr>
        <p:spPr>
          <a:xfrm>
            <a:off x="428625" y="8572500"/>
            <a:ext cx="7191375" cy="219075"/>
          </a:xfrm>
          <a:custGeom>
            <a:avLst/>
            <a:gdLst/>
            <a:ahLst/>
            <a:cxnLst/>
            <a:rect l="l" t="t" r="r" b="b"/>
            <a:pathLst>
              <a:path w="7191375" h="219075">
                <a:moveTo>
                  <a:pt x="0" y="0"/>
                </a:moveTo>
                <a:lnTo>
                  <a:pt x="7191375" y="0"/>
                </a:lnTo>
                <a:lnTo>
                  <a:pt x="7191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4" name="TextBox 34"/>
          <p:cNvSpPr txBox="1"/>
          <p:nvPr/>
        </p:nvSpPr>
        <p:spPr>
          <a:xfrm>
            <a:off x="658368" y="9025216"/>
            <a:ext cx="731520" cy="637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2"/>
              </a:lnSpc>
            </a:pPr>
            <a:r>
              <a:rPr lang="en-US" sz="5344" b="1" dirty="0">
                <a:solidFill>
                  <a:srgbClr val="D86A23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id="35" name="Freeform 35"/>
          <p:cNvSpPr/>
          <p:nvPr/>
        </p:nvSpPr>
        <p:spPr>
          <a:xfrm>
            <a:off x="1733550" y="8782050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6" name="TextBox 36"/>
          <p:cNvSpPr txBox="1"/>
          <p:nvPr/>
        </p:nvSpPr>
        <p:spPr>
          <a:xfrm>
            <a:off x="2231136" y="8944898"/>
            <a:ext cx="4352544" cy="30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2"/>
              </a:lnSpc>
            </a:pPr>
            <a:r>
              <a:rPr lang="en-US" sz="2252" b="1" spc="112" dirty="0">
                <a:solidFill>
                  <a:srgbClr val="F1F1F1"/>
                </a:solidFill>
                <a:latin typeface="Oswald Bold"/>
                <a:ea typeface="Oswald Bold"/>
                <a:cs typeface="Oswald Bold"/>
                <a:sym typeface="Oswald Bold"/>
              </a:rPr>
              <a:t>ART &amp; TECHNOLOGY INTEGRATION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31136" y="9281160"/>
            <a:ext cx="4242816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928" dirty="0">
                <a:solidFill>
                  <a:srgbClr val="F1F1F1"/>
                </a:solidFill>
                <a:latin typeface="Oswald"/>
                <a:ea typeface="Oswald"/>
                <a:cs typeface="Oswald"/>
                <a:sym typeface="Oswald"/>
              </a:rPr>
              <a:t>pauhaus ideals of uniting art, craft, and technology inform digital design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>
            <a:off x="0" y="9639300"/>
            <a:ext cx="18288000" cy="647700"/>
          </a:xfrm>
          <a:custGeom>
            <a:avLst/>
            <a:gdLst/>
            <a:ahLst/>
            <a:cxnLst/>
            <a:rect l="l" t="t" r="r" b="b"/>
            <a:pathLst>
              <a:path w="18288000" h="647700">
                <a:moveTo>
                  <a:pt x="0" y="0"/>
                </a:moveTo>
                <a:lnTo>
                  <a:pt x="18288000" y="0"/>
                </a:lnTo>
                <a:lnTo>
                  <a:pt x="182880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4" name="Freeform 4"/>
          <p:cNvSpPr/>
          <p:nvPr/>
        </p:nvSpPr>
        <p:spPr>
          <a:xfrm>
            <a:off x="8486775" y="1495425"/>
            <a:ext cx="9591675" cy="7934325"/>
          </a:xfrm>
          <a:custGeom>
            <a:avLst/>
            <a:gdLst/>
            <a:ahLst/>
            <a:cxnLst/>
            <a:rect l="l" t="t" r="r" b="b"/>
            <a:pathLst>
              <a:path w="9591675" h="7934325">
                <a:moveTo>
                  <a:pt x="0" y="0"/>
                </a:moveTo>
                <a:lnTo>
                  <a:pt x="9591675" y="0"/>
                </a:lnTo>
                <a:lnTo>
                  <a:pt x="9591675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5" name="TextBox 5"/>
          <p:cNvSpPr txBox="1"/>
          <p:nvPr/>
        </p:nvSpPr>
        <p:spPr>
          <a:xfrm>
            <a:off x="841248" y="3958209"/>
            <a:ext cx="577900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110" dirty="0">
                <a:solidFill>
                  <a:srgbClr val="F6E7D8"/>
                </a:solidFill>
                <a:latin typeface="Roboto"/>
                <a:ea typeface="Roboto"/>
                <a:cs typeface="Roboto"/>
                <a:sym typeface="Roboto"/>
              </a:rPr>
              <a:t>Art movements continue to shape how we communicate.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" y="5192649"/>
            <a:ext cx="5632704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110" dirty="0">
                <a:solidFill>
                  <a:srgbClr val="F6E7D8"/>
                </a:solidFill>
                <a:latin typeface="Roboto"/>
                <a:ea typeface="Roboto"/>
                <a:cs typeface="Roboto"/>
                <a:sym typeface="Roboto"/>
              </a:rPr>
              <a:t>Explore historical works for ideas that inspire.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1248" y="6437376"/>
            <a:ext cx="5815584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110" dirty="0">
                <a:solidFill>
                  <a:srgbClr val="F6E7D8"/>
                </a:solidFill>
                <a:latin typeface="Roboto"/>
                <a:ea typeface="Roboto"/>
                <a:cs typeface="Roboto"/>
                <a:sym typeface="Roboto"/>
              </a:rPr>
              <a:t>Dive deeper with books, archives, and exhibitions.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1248" y="7671816"/>
            <a:ext cx="5815584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2"/>
              </a:lnSpc>
            </a:pPr>
            <a:r>
              <a:rPr lang="en-US" sz="3110" dirty="0">
                <a:solidFill>
                  <a:srgbClr val="F6E7D8"/>
                </a:solidFill>
                <a:latin typeface="Roboto"/>
                <a:ea typeface="Roboto"/>
                <a:cs typeface="Roboto"/>
                <a:sym typeface="Roboto"/>
              </a:rPr>
              <a:t>Understanding history </a:t>
            </a:r>
            <a:r>
              <a:rPr lang="en-US" sz="3110" b="1" dirty="0">
                <a:solidFill>
                  <a:srgbClr val="F16528"/>
                </a:solidFill>
                <a:latin typeface="Roboto Bold"/>
                <a:ea typeface="Roboto Bold"/>
                <a:cs typeface="Roboto Bold"/>
                <a:sym typeface="Roboto Bold"/>
              </a:rPr>
              <a:t>empowers innovative design.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1248" y="1116252"/>
            <a:ext cx="6894576" cy="226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25"/>
              </a:lnSpc>
            </a:pPr>
            <a:r>
              <a:rPr lang="en-US" sz="9688" dirty="0">
                <a:solidFill>
                  <a:srgbClr val="F6E7D8"/>
                </a:solidFill>
                <a:latin typeface="Oswald"/>
                <a:ea typeface="Oswald"/>
                <a:cs typeface="Oswald"/>
                <a:sym typeface="Oswald"/>
              </a:rPr>
              <a:t>SUMMARY AND </a:t>
            </a:r>
            <a:r>
              <a:rPr lang="en-US" sz="9688" dirty="0">
                <a:solidFill>
                  <a:srgbClr val="F16528"/>
                </a:solidFill>
                <a:latin typeface="Oswald"/>
                <a:ea typeface="Oswald"/>
                <a:cs typeface="Oswald"/>
                <a:sym typeface="Oswald"/>
              </a:rPr>
              <a:t>NEXT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1DF89-62D4-4D5F-5113-F2295832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6F12CA6-9597-F5AF-ECA8-ED980803CAC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596DDB4-C0E6-8E58-F50F-579FD7681368}"/>
              </a:ext>
            </a:extLst>
          </p:cNvPr>
          <p:cNvSpPr/>
          <p:nvPr/>
        </p:nvSpPr>
        <p:spPr>
          <a:xfrm>
            <a:off x="0" y="9858375"/>
            <a:ext cx="18288000" cy="428625"/>
          </a:xfrm>
          <a:custGeom>
            <a:avLst/>
            <a:gdLst/>
            <a:ahLst/>
            <a:cxnLst/>
            <a:rect l="l" t="t" r="r" b="b"/>
            <a:pathLst>
              <a:path w="18288000" h="428625">
                <a:moveTo>
                  <a:pt x="0" y="0"/>
                </a:moveTo>
                <a:lnTo>
                  <a:pt x="18288000" y="0"/>
                </a:lnTo>
                <a:lnTo>
                  <a:pt x="182880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BE2E4-2BDB-99F2-2683-4F6FE35B976B}"/>
              </a:ext>
            </a:extLst>
          </p:cNvPr>
          <p:cNvSpPr txBox="1"/>
          <p:nvPr/>
        </p:nvSpPr>
        <p:spPr>
          <a:xfrm>
            <a:off x="804672" y="959602"/>
            <a:ext cx="7424928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F6F1E0"/>
                </a:solidFill>
                <a:latin typeface="Oswald Bold"/>
                <a:ea typeface="Oswald Bold"/>
                <a:cs typeface="Oswald Bold"/>
                <a:sym typeface="Oswald Bold"/>
              </a:rPr>
              <a:t>THE “BEFORE”</a:t>
            </a:r>
          </a:p>
          <a:p>
            <a:pPr algn="l">
              <a:lnSpc>
                <a:spcPts val="8425"/>
              </a:lnSpc>
            </a:pPr>
            <a:r>
              <a:rPr lang="en-US" sz="8425" b="1" dirty="0">
                <a:solidFill>
                  <a:srgbClr val="E2632A"/>
                </a:solidFill>
                <a:latin typeface="Oswald Bold"/>
                <a:ea typeface="Oswald Bold"/>
                <a:cs typeface="Oswald Bold"/>
                <a:sym typeface="Oswald Bold"/>
              </a:rPr>
              <a:t>CHITIQUE</a:t>
            </a:r>
            <a:r>
              <a:rPr lang="en-US" sz="8425" b="1" dirty="0">
                <a:solidFill>
                  <a:srgbClr val="E06B2E"/>
                </a:solidFill>
                <a:latin typeface="Oswald Bold"/>
                <a:ea typeface="Oswald Bold"/>
                <a:cs typeface="Oswald Bold"/>
                <a:sym typeface="Oswald Bold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09C4F-08E8-B381-C985-B3E8C1F9F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66700"/>
            <a:ext cx="6358128" cy="93782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D57EF9-4704-3B6B-2081-EBBAF408EE49}"/>
              </a:ext>
            </a:extLst>
          </p:cNvPr>
          <p:cNvSpPr txBox="1"/>
          <p:nvPr/>
        </p:nvSpPr>
        <p:spPr>
          <a:xfrm>
            <a:off x="804672" y="4028493"/>
            <a:ext cx="9177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 your own words, how do you see this design before you have learned design theory?</a:t>
            </a:r>
            <a:endParaRPr lang="en-CA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400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826</Words>
  <Application>Microsoft Office PowerPoint</Application>
  <PresentationFormat>Custom</PresentationFormat>
  <Paragraphs>147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Oswald</vt:lpstr>
      <vt:lpstr>Roboto Bold</vt:lpstr>
      <vt:lpstr>Aptos</vt:lpstr>
      <vt:lpstr>Calibri</vt:lpstr>
      <vt:lpstr>Roboto</vt:lpstr>
      <vt:lpstr>Arial</vt:lpstr>
      <vt:lpstr>Oswald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 Design History</dc:title>
  <cp:lastModifiedBy>Croney, Aynslie (NBCC)</cp:lastModifiedBy>
  <cp:revision>1</cp:revision>
  <dcterms:created xsi:type="dcterms:W3CDTF">2006-08-16T00:00:00Z</dcterms:created>
  <dcterms:modified xsi:type="dcterms:W3CDTF">2026-09-10T13:25:48Z</dcterms:modified>
  <dc:identifier>DAHUwQaaaIQ</dc:identifier>
</cp:coreProperties>
</file>